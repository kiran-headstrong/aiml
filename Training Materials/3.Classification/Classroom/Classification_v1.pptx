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5" r:id="rId4"/>
    <p:sldMasterId id="2147483802" r:id="rId5"/>
  </p:sldMasterIdLst>
  <p:notesMasterIdLst>
    <p:notesMasterId r:id="rId41"/>
  </p:notesMasterIdLst>
  <p:handoutMasterIdLst>
    <p:handoutMasterId r:id="rId42"/>
  </p:handoutMasterIdLst>
  <p:sldIdLst>
    <p:sldId id="545" r:id="rId6"/>
    <p:sldId id="546" r:id="rId7"/>
    <p:sldId id="10638" r:id="rId8"/>
    <p:sldId id="10605" r:id="rId9"/>
    <p:sldId id="10606" r:id="rId10"/>
    <p:sldId id="10607" r:id="rId11"/>
    <p:sldId id="10608" r:id="rId12"/>
    <p:sldId id="10610" r:id="rId13"/>
    <p:sldId id="10611" r:id="rId14"/>
    <p:sldId id="10613" r:id="rId15"/>
    <p:sldId id="10614" r:id="rId16"/>
    <p:sldId id="10615" r:id="rId17"/>
    <p:sldId id="10616" r:id="rId18"/>
    <p:sldId id="10617" r:id="rId19"/>
    <p:sldId id="10618" r:id="rId20"/>
    <p:sldId id="10619" r:id="rId21"/>
    <p:sldId id="10620" r:id="rId22"/>
    <p:sldId id="10621" r:id="rId23"/>
    <p:sldId id="10623" r:id="rId24"/>
    <p:sldId id="10624" r:id="rId25"/>
    <p:sldId id="10625" r:id="rId26"/>
    <p:sldId id="10626" r:id="rId27"/>
    <p:sldId id="10627" r:id="rId28"/>
    <p:sldId id="10628" r:id="rId29"/>
    <p:sldId id="10629" r:id="rId30"/>
    <p:sldId id="10630" r:id="rId31"/>
    <p:sldId id="10631" r:id="rId32"/>
    <p:sldId id="10632" r:id="rId33"/>
    <p:sldId id="10633" r:id="rId34"/>
    <p:sldId id="10634" r:id="rId35"/>
    <p:sldId id="10635" r:id="rId36"/>
    <p:sldId id="10639" r:id="rId37"/>
    <p:sldId id="10636" r:id="rId38"/>
    <p:sldId id="10640" r:id="rId39"/>
    <p:sldId id="290" r:id="rId40"/>
  </p:sldIdLst>
  <p:sldSz cx="12192000" cy="6858000"/>
  <p:notesSz cx="6934200" cy="9220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Template" id="{E08F430B-2DE2-4DA1-A70F-1A109A6AA5CC}">
          <p14:sldIdLst>
            <p14:sldId id="545"/>
            <p14:sldId id="546"/>
            <p14:sldId id="10638"/>
            <p14:sldId id="10605"/>
            <p14:sldId id="10606"/>
            <p14:sldId id="10607"/>
            <p14:sldId id="10608"/>
            <p14:sldId id="10610"/>
            <p14:sldId id="10611"/>
            <p14:sldId id="10613"/>
            <p14:sldId id="10614"/>
            <p14:sldId id="10615"/>
            <p14:sldId id="10616"/>
            <p14:sldId id="10617"/>
            <p14:sldId id="10618"/>
            <p14:sldId id="10619"/>
            <p14:sldId id="10620"/>
            <p14:sldId id="10621"/>
            <p14:sldId id="10623"/>
            <p14:sldId id="10624"/>
            <p14:sldId id="10625"/>
            <p14:sldId id="10626"/>
            <p14:sldId id="10627"/>
            <p14:sldId id="10628"/>
            <p14:sldId id="10629"/>
            <p14:sldId id="10630"/>
            <p14:sldId id="10631"/>
            <p14:sldId id="10632"/>
            <p14:sldId id="10633"/>
            <p14:sldId id="10634"/>
            <p14:sldId id="10635"/>
            <p14:sldId id="10639"/>
            <p14:sldId id="10636"/>
            <p14:sldId id="10640"/>
            <p14:sldId id="29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904" userDrawn="1">
          <p15:clr>
            <a:srgbClr val="A4A3A4"/>
          </p15:clr>
        </p15:guide>
        <p15:guide id="2" pos="218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isa Fusch Krause" initials="lfk" lastIdx="5" clrIdx="0"/>
  <p:cmAuthor id="1" name="MBevins" initials="MB" lastIdx="64" clrIdx="1"/>
  <p:cmAuthor id="2" name="Silva, Nicole" initials="SN" lastIdx="4" clrIdx="2"/>
  <p:cmAuthor id="3" name="EXT-Barenfanger, Celia B" initials="ECB" lastIdx="26" clrIdx="3"/>
  <p:cmAuthor id="4" name="EXT-Dempewolf, Shawn S" initials="ESS" lastIdx="55" clrIdx="4"/>
  <p:cmAuthor id="5" name="Microsoft Office User" initials="Office" lastIdx="10" clrIdx="5"/>
  <p:cmAuthor id="6" name="Microsoft Office User" initials="Office [2]" lastIdx="1" clrIdx="6"/>
  <p:cmAuthor id="7" name="Microsoft Office User" initials="Office [3]" lastIdx="1" clrIdx="7"/>
  <p:cmAuthor id="8" name="Microsoft Office User" initials="Office [4]" lastIdx="1" clrIdx="8"/>
  <p:cmAuthor id="9" name="Microsoft Office User" initials="Office [5]" lastIdx="1" clrIdx="9"/>
  <p:cmAuthor id="10" name="Microsoft Office User" initials="Office [6]" lastIdx="1" clrIdx="10"/>
  <p:cmAuthor id="11" name="Microsoft Office User" initials="Office [7]" lastIdx="1" clrIdx="11"/>
  <p:cmAuthor id="12" name="Microsoft Office User" initials="Office [8]" lastIdx="1" clrIdx="12"/>
  <p:cmAuthor id="13" name="Microsoft Office User" initials="Office [8] [2]" lastIdx="1" clrIdx="13"/>
  <p:cmAuthor id="14" name="Microsoft Office User" initials="Office [9]" lastIdx="1" clrIdx="14"/>
  <p:cmAuthor id="15" name="Microsoft Office User" initials="Office [10]" lastIdx="1" clrIdx="15"/>
  <p:cmAuthor id="16" name="Microsoft Office User" initials="Office [11]" lastIdx="1" clrIdx="1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9DE7"/>
    <a:srgbClr val="013EC3"/>
    <a:srgbClr val="0244CE"/>
    <a:srgbClr val="0033A1"/>
    <a:srgbClr val="5B6770"/>
    <a:srgbClr val="000000"/>
    <a:srgbClr val="FFFFFF"/>
    <a:srgbClr val="B9B9B9"/>
    <a:srgbClr val="009BDF"/>
    <a:srgbClr val="85C2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94A394-B410-DC33-5C9A-F224C4328143}" v="1" dt="2025-11-19T04:49:18.7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guide orient="horz" pos="2904"/>
        <p:guide pos="218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commentAuthors" Target="commentAuthors.xml"/><Relationship Id="rId48" Type="http://schemas.microsoft.com/office/2016/11/relationships/changesInfo" Target="changesInfos/changesInfo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rti, Manisha" userId="S::manisha.bharti@boeing.com::1b4a6a8a-07d2-43a4-a360-e589f4e7a34c" providerId="AD" clId="Web-{A194A394-B410-DC33-5C9A-F224C4328143}"/>
    <pc:docChg chg="modSld">
      <pc:chgData name="Bharti, Manisha" userId="S::manisha.bharti@boeing.com::1b4a6a8a-07d2-43a4-a360-e589f4e7a34c" providerId="AD" clId="Web-{A194A394-B410-DC33-5C9A-F224C4328143}" dt="2025-11-19T04:49:18.719" v="0" actId="1076"/>
      <pc:docMkLst>
        <pc:docMk/>
      </pc:docMkLst>
      <pc:sldChg chg="modSp">
        <pc:chgData name="Bharti, Manisha" userId="S::manisha.bharti@boeing.com::1b4a6a8a-07d2-43a4-a360-e589f4e7a34c" providerId="AD" clId="Web-{A194A394-B410-DC33-5C9A-F224C4328143}" dt="2025-11-19T04:49:18.719" v="0" actId="1076"/>
        <pc:sldMkLst>
          <pc:docMk/>
          <pc:sldMk cId="2234104735" sldId="10618"/>
        </pc:sldMkLst>
        <pc:picChg chg="mod">
          <ac:chgData name="Bharti, Manisha" userId="S::manisha.bharti@boeing.com::1b4a6a8a-07d2-43a4-a360-e589f4e7a34c" providerId="AD" clId="Web-{A194A394-B410-DC33-5C9A-F224C4328143}" dt="2025-11-19T04:49:18.719" v="0" actId="1076"/>
          <ac:picMkLst>
            <pc:docMk/>
            <pc:sldMk cId="2234104735" sldId="10618"/>
            <ac:picMk id="78" creationId="{51359F19-0098-0470-E37C-2F8B923EAF6C}"/>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AF8116-9411-4A5D-9AF5-BCC60FAE4BED}" type="doc">
      <dgm:prSet loTypeId="urn:microsoft.com/office/officeart/2005/8/layout/orgChart1" loCatId="hierarchy" qsTypeId="urn:microsoft.com/office/officeart/2005/8/quickstyle/simple5" qsCatId="simple" csTypeId="urn:microsoft.com/office/officeart/2005/8/colors/accent1_2" csCatId="accent1" phldr="1"/>
      <dgm:spPr/>
      <dgm:t>
        <a:bodyPr/>
        <a:lstStyle/>
        <a:p>
          <a:endParaRPr lang="en-US"/>
        </a:p>
      </dgm:t>
    </dgm:pt>
    <dgm:pt modelId="{2E611C50-3C4F-48A9-BBC0-E1F64AE61036}">
      <dgm:prSet phldrT="[Text]" custT="1"/>
      <dgm:spPr/>
      <dgm:t>
        <a:bodyPr/>
        <a:lstStyle/>
        <a:p>
          <a:r>
            <a:rPr lang="en-US" sz="1800" b="1">
              <a:latin typeface="+mj-lt"/>
            </a:rPr>
            <a:t>Learners</a:t>
          </a:r>
          <a:endParaRPr lang="en-US" sz="1800"/>
        </a:p>
      </dgm:t>
    </dgm:pt>
    <dgm:pt modelId="{8E1E41ED-52FD-477E-B068-0E8EC07953F6}" type="parTrans" cxnId="{BB5A520F-832E-4BEA-A7B5-1C1EABDD7DBA}">
      <dgm:prSet/>
      <dgm:spPr/>
      <dgm:t>
        <a:bodyPr/>
        <a:lstStyle/>
        <a:p>
          <a:endParaRPr lang="en-US" sz="1600"/>
        </a:p>
      </dgm:t>
    </dgm:pt>
    <dgm:pt modelId="{88AC6BA5-3D64-4896-B1B3-E3A5C8FEB4DE}" type="sibTrans" cxnId="{BB5A520F-832E-4BEA-A7B5-1C1EABDD7DBA}">
      <dgm:prSet/>
      <dgm:spPr/>
      <dgm:t>
        <a:bodyPr/>
        <a:lstStyle/>
        <a:p>
          <a:endParaRPr lang="en-US" sz="1600"/>
        </a:p>
      </dgm:t>
    </dgm:pt>
    <dgm:pt modelId="{F8EB564F-FFB5-41A1-A804-6043E5EBCC53}">
      <dgm:prSet phldrT="[Text]" custT="1"/>
      <dgm:spPr/>
      <dgm:t>
        <a:bodyPr/>
        <a:lstStyle/>
        <a:p>
          <a:r>
            <a:rPr lang="en-US" sz="1400" b="1">
              <a:latin typeface="+mj-lt"/>
            </a:rPr>
            <a:t>Lazy Learner</a:t>
          </a:r>
        </a:p>
        <a:p>
          <a:r>
            <a:rPr lang="en-US" sz="1050" b="1">
              <a:latin typeface="+mj-lt"/>
            </a:rPr>
            <a:t>Ex:</a:t>
          </a:r>
          <a:r>
            <a:rPr lang="en-US" sz="1050">
              <a:latin typeface="+mj-lt"/>
            </a:rPr>
            <a:t> </a:t>
          </a:r>
          <a:r>
            <a:rPr lang="en-US" sz="1050" err="1">
              <a:latin typeface="+mj-lt"/>
            </a:rPr>
            <a:t>kNN</a:t>
          </a:r>
          <a:r>
            <a:rPr lang="en-US" sz="1050">
              <a:latin typeface="+mj-lt"/>
            </a:rPr>
            <a:t> algorithm, Case-based reasoning</a:t>
          </a:r>
          <a:endParaRPr lang="en-US" sz="1050"/>
        </a:p>
      </dgm:t>
    </dgm:pt>
    <dgm:pt modelId="{E4F618FC-5638-4F79-BEDC-56E6B047E2C2}" type="parTrans" cxnId="{9193477C-DD25-4285-93DA-81AB81B32B7D}">
      <dgm:prSet/>
      <dgm:spPr/>
      <dgm:t>
        <a:bodyPr/>
        <a:lstStyle/>
        <a:p>
          <a:endParaRPr lang="en-US" sz="1600"/>
        </a:p>
      </dgm:t>
    </dgm:pt>
    <dgm:pt modelId="{64E187BC-03E2-4D98-BD90-3C4AE883EC3A}" type="sibTrans" cxnId="{9193477C-DD25-4285-93DA-81AB81B32B7D}">
      <dgm:prSet/>
      <dgm:spPr/>
      <dgm:t>
        <a:bodyPr/>
        <a:lstStyle/>
        <a:p>
          <a:endParaRPr lang="en-US" sz="1600"/>
        </a:p>
      </dgm:t>
    </dgm:pt>
    <dgm:pt modelId="{CA3CF011-89C2-4375-BBF9-C9FF31580467}">
      <dgm:prSet phldrT="[Text]" custT="1"/>
      <dgm:spPr/>
      <dgm:t>
        <a:bodyPr/>
        <a:lstStyle/>
        <a:p>
          <a:r>
            <a:rPr lang="en-US" sz="1800" b="1">
              <a:latin typeface="+mj-lt"/>
            </a:rPr>
            <a:t>Eager Learner</a:t>
          </a:r>
        </a:p>
        <a:p>
          <a:r>
            <a:rPr lang="en-US" sz="1050" b="1">
              <a:latin typeface="+mj-lt"/>
            </a:rPr>
            <a:t>Ex:</a:t>
          </a:r>
          <a:r>
            <a:rPr lang="en-US" sz="1050">
              <a:latin typeface="+mj-lt"/>
            </a:rPr>
            <a:t> Decision Trees, Naïve Bayes</a:t>
          </a:r>
          <a:endParaRPr lang="en-US" sz="1050"/>
        </a:p>
      </dgm:t>
    </dgm:pt>
    <dgm:pt modelId="{E3F19680-5037-4ADC-BA3C-B663C76B044E}" type="parTrans" cxnId="{40EE1B52-6DFB-4123-8743-70ECFFAAA92E}">
      <dgm:prSet/>
      <dgm:spPr/>
      <dgm:t>
        <a:bodyPr/>
        <a:lstStyle/>
        <a:p>
          <a:endParaRPr lang="en-US" sz="1600"/>
        </a:p>
      </dgm:t>
    </dgm:pt>
    <dgm:pt modelId="{0CF1C674-0BAE-45A4-870E-F4D87A0C91AA}" type="sibTrans" cxnId="{40EE1B52-6DFB-4123-8743-70ECFFAAA92E}">
      <dgm:prSet/>
      <dgm:spPr/>
      <dgm:t>
        <a:bodyPr/>
        <a:lstStyle/>
        <a:p>
          <a:endParaRPr lang="en-US" sz="1600"/>
        </a:p>
      </dgm:t>
    </dgm:pt>
    <dgm:pt modelId="{51052BB4-07A1-47A3-8145-0D1FE6BF4B18}" type="pres">
      <dgm:prSet presAssocID="{89AF8116-9411-4A5D-9AF5-BCC60FAE4BED}" presName="hierChild1" presStyleCnt="0">
        <dgm:presLayoutVars>
          <dgm:orgChart val="1"/>
          <dgm:chPref val="1"/>
          <dgm:dir/>
          <dgm:animOne val="branch"/>
          <dgm:animLvl val="lvl"/>
          <dgm:resizeHandles/>
        </dgm:presLayoutVars>
      </dgm:prSet>
      <dgm:spPr/>
    </dgm:pt>
    <dgm:pt modelId="{53AACFE0-FA17-43CB-B950-D36C9709CB60}" type="pres">
      <dgm:prSet presAssocID="{2E611C50-3C4F-48A9-BBC0-E1F64AE61036}" presName="hierRoot1" presStyleCnt="0">
        <dgm:presLayoutVars>
          <dgm:hierBranch val="init"/>
        </dgm:presLayoutVars>
      </dgm:prSet>
      <dgm:spPr/>
    </dgm:pt>
    <dgm:pt modelId="{7E6F4CEA-6DFE-4891-A8E0-5551690E85CA}" type="pres">
      <dgm:prSet presAssocID="{2E611C50-3C4F-48A9-BBC0-E1F64AE61036}" presName="rootComposite1" presStyleCnt="0"/>
      <dgm:spPr/>
    </dgm:pt>
    <dgm:pt modelId="{C637E87A-7A1C-4A21-A506-20C8EFA1A405}" type="pres">
      <dgm:prSet presAssocID="{2E611C50-3C4F-48A9-BBC0-E1F64AE61036}" presName="rootText1" presStyleLbl="node0" presStyleIdx="0" presStyleCnt="1">
        <dgm:presLayoutVars>
          <dgm:chPref val="3"/>
        </dgm:presLayoutVars>
      </dgm:prSet>
      <dgm:spPr/>
    </dgm:pt>
    <dgm:pt modelId="{5C5B8A8D-EE79-49A5-9408-F58058ABFA56}" type="pres">
      <dgm:prSet presAssocID="{2E611C50-3C4F-48A9-BBC0-E1F64AE61036}" presName="rootConnector1" presStyleLbl="node1" presStyleIdx="0" presStyleCnt="0"/>
      <dgm:spPr/>
    </dgm:pt>
    <dgm:pt modelId="{26362906-4B7E-49CE-84D5-3DB4CE207C43}" type="pres">
      <dgm:prSet presAssocID="{2E611C50-3C4F-48A9-BBC0-E1F64AE61036}" presName="hierChild2" presStyleCnt="0"/>
      <dgm:spPr/>
    </dgm:pt>
    <dgm:pt modelId="{A324322F-7B15-4118-9B0D-A38B050AEEF4}" type="pres">
      <dgm:prSet presAssocID="{E4F618FC-5638-4F79-BEDC-56E6B047E2C2}" presName="Name37" presStyleLbl="parChTrans1D2" presStyleIdx="0" presStyleCnt="2"/>
      <dgm:spPr/>
    </dgm:pt>
    <dgm:pt modelId="{F1D0EE27-18D2-423C-9942-508B5701D910}" type="pres">
      <dgm:prSet presAssocID="{F8EB564F-FFB5-41A1-A804-6043E5EBCC53}" presName="hierRoot2" presStyleCnt="0">
        <dgm:presLayoutVars>
          <dgm:hierBranch val="init"/>
        </dgm:presLayoutVars>
      </dgm:prSet>
      <dgm:spPr/>
    </dgm:pt>
    <dgm:pt modelId="{86616D0D-DA69-45E9-A6F4-39D8E0287C33}" type="pres">
      <dgm:prSet presAssocID="{F8EB564F-FFB5-41A1-A804-6043E5EBCC53}" presName="rootComposite" presStyleCnt="0"/>
      <dgm:spPr/>
    </dgm:pt>
    <dgm:pt modelId="{F0166862-915F-4152-8770-0AC1A2272A9C}" type="pres">
      <dgm:prSet presAssocID="{F8EB564F-FFB5-41A1-A804-6043E5EBCC53}" presName="rootText" presStyleLbl="node2" presStyleIdx="0" presStyleCnt="2" custScaleX="116677" custScaleY="151340">
        <dgm:presLayoutVars>
          <dgm:chPref val="3"/>
        </dgm:presLayoutVars>
      </dgm:prSet>
      <dgm:spPr/>
    </dgm:pt>
    <dgm:pt modelId="{D1EC9A36-6B7F-45C1-8831-C98E7ED7401B}" type="pres">
      <dgm:prSet presAssocID="{F8EB564F-FFB5-41A1-A804-6043E5EBCC53}" presName="rootConnector" presStyleLbl="node2" presStyleIdx="0" presStyleCnt="2"/>
      <dgm:spPr/>
    </dgm:pt>
    <dgm:pt modelId="{7E820EB4-3B87-41E8-B7E6-01797A9325F7}" type="pres">
      <dgm:prSet presAssocID="{F8EB564F-FFB5-41A1-A804-6043E5EBCC53}" presName="hierChild4" presStyleCnt="0"/>
      <dgm:spPr/>
    </dgm:pt>
    <dgm:pt modelId="{C30BD6E9-9E54-47EA-BE88-6472550DF505}" type="pres">
      <dgm:prSet presAssocID="{F8EB564F-FFB5-41A1-A804-6043E5EBCC53}" presName="hierChild5" presStyleCnt="0"/>
      <dgm:spPr/>
    </dgm:pt>
    <dgm:pt modelId="{5E0F2E99-457A-484E-A933-4739D963A82D}" type="pres">
      <dgm:prSet presAssocID="{E3F19680-5037-4ADC-BA3C-B663C76B044E}" presName="Name37" presStyleLbl="parChTrans1D2" presStyleIdx="1" presStyleCnt="2"/>
      <dgm:spPr/>
    </dgm:pt>
    <dgm:pt modelId="{5D56603F-4BF8-4483-8B09-B75ED0AE04A4}" type="pres">
      <dgm:prSet presAssocID="{CA3CF011-89C2-4375-BBF9-C9FF31580467}" presName="hierRoot2" presStyleCnt="0">
        <dgm:presLayoutVars>
          <dgm:hierBranch val="init"/>
        </dgm:presLayoutVars>
      </dgm:prSet>
      <dgm:spPr/>
    </dgm:pt>
    <dgm:pt modelId="{DE4B2EBC-5D34-4DC7-9330-12B1DD247549}" type="pres">
      <dgm:prSet presAssocID="{CA3CF011-89C2-4375-BBF9-C9FF31580467}" presName="rootComposite" presStyleCnt="0"/>
      <dgm:spPr/>
    </dgm:pt>
    <dgm:pt modelId="{1D3B2785-AC6C-40DC-82F3-D278219ED52C}" type="pres">
      <dgm:prSet presAssocID="{CA3CF011-89C2-4375-BBF9-C9FF31580467}" presName="rootText" presStyleLbl="node2" presStyleIdx="1" presStyleCnt="2" custScaleX="119424" custScaleY="151939">
        <dgm:presLayoutVars>
          <dgm:chPref val="3"/>
        </dgm:presLayoutVars>
      </dgm:prSet>
      <dgm:spPr/>
    </dgm:pt>
    <dgm:pt modelId="{E002A169-8480-441E-9BD0-766A585CF54B}" type="pres">
      <dgm:prSet presAssocID="{CA3CF011-89C2-4375-BBF9-C9FF31580467}" presName="rootConnector" presStyleLbl="node2" presStyleIdx="1" presStyleCnt="2"/>
      <dgm:spPr/>
    </dgm:pt>
    <dgm:pt modelId="{966B240F-C1B0-4E1F-A1EE-B7A4D5176566}" type="pres">
      <dgm:prSet presAssocID="{CA3CF011-89C2-4375-BBF9-C9FF31580467}" presName="hierChild4" presStyleCnt="0"/>
      <dgm:spPr/>
    </dgm:pt>
    <dgm:pt modelId="{1B534108-341A-42F4-8690-04B46F698921}" type="pres">
      <dgm:prSet presAssocID="{CA3CF011-89C2-4375-BBF9-C9FF31580467}" presName="hierChild5" presStyleCnt="0"/>
      <dgm:spPr/>
    </dgm:pt>
    <dgm:pt modelId="{EFF6F350-2EDE-457D-8CC5-A1865728B1A9}" type="pres">
      <dgm:prSet presAssocID="{2E611C50-3C4F-48A9-BBC0-E1F64AE61036}" presName="hierChild3" presStyleCnt="0"/>
      <dgm:spPr/>
    </dgm:pt>
  </dgm:ptLst>
  <dgm:cxnLst>
    <dgm:cxn modelId="{BB5A520F-832E-4BEA-A7B5-1C1EABDD7DBA}" srcId="{89AF8116-9411-4A5D-9AF5-BCC60FAE4BED}" destId="{2E611C50-3C4F-48A9-BBC0-E1F64AE61036}" srcOrd="0" destOrd="0" parTransId="{8E1E41ED-52FD-477E-B068-0E8EC07953F6}" sibTransId="{88AC6BA5-3D64-4896-B1B3-E3A5C8FEB4DE}"/>
    <dgm:cxn modelId="{A2CBE519-7845-4D56-95D3-03DC4B3D8685}" type="presOf" srcId="{CA3CF011-89C2-4375-BBF9-C9FF31580467}" destId="{E002A169-8480-441E-9BD0-766A585CF54B}" srcOrd="1" destOrd="0" presId="urn:microsoft.com/office/officeart/2005/8/layout/orgChart1"/>
    <dgm:cxn modelId="{79677A3F-60B2-401C-8DEB-D182CC747053}" type="presOf" srcId="{F8EB564F-FFB5-41A1-A804-6043E5EBCC53}" destId="{F0166862-915F-4152-8770-0AC1A2272A9C}" srcOrd="0" destOrd="0" presId="urn:microsoft.com/office/officeart/2005/8/layout/orgChart1"/>
    <dgm:cxn modelId="{857CDD4B-0436-4056-981A-DFCC1DCC200E}" type="presOf" srcId="{F8EB564F-FFB5-41A1-A804-6043E5EBCC53}" destId="{D1EC9A36-6B7F-45C1-8831-C98E7ED7401B}" srcOrd="1" destOrd="0" presId="urn:microsoft.com/office/officeart/2005/8/layout/orgChart1"/>
    <dgm:cxn modelId="{40EE1B52-6DFB-4123-8743-70ECFFAAA92E}" srcId="{2E611C50-3C4F-48A9-BBC0-E1F64AE61036}" destId="{CA3CF011-89C2-4375-BBF9-C9FF31580467}" srcOrd="1" destOrd="0" parTransId="{E3F19680-5037-4ADC-BA3C-B663C76B044E}" sibTransId="{0CF1C674-0BAE-45A4-870E-F4D87A0C91AA}"/>
    <dgm:cxn modelId="{E12BBD73-58A5-4500-B747-6AFB3D3EE403}" type="presOf" srcId="{E4F618FC-5638-4F79-BEDC-56E6B047E2C2}" destId="{A324322F-7B15-4118-9B0D-A38B050AEEF4}" srcOrd="0" destOrd="0" presId="urn:microsoft.com/office/officeart/2005/8/layout/orgChart1"/>
    <dgm:cxn modelId="{9193477C-DD25-4285-93DA-81AB81B32B7D}" srcId="{2E611C50-3C4F-48A9-BBC0-E1F64AE61036}" destId="{F8EB564F-FFB5-41A1-A804-6043E5EBCC53}" srcOrd="0" destOrd="0" parTransId="{E4F618FC-5638-4F79-BEDC-56E6B047E2C2}" sibTransId="{64E187BC-03E2-4D98-BD90-3C4AE883EC3A}"/>
    <dgm:cxn modelId="{E99FBD7F-2739-421D-BB4C-60A96D8CC673}" type="presOf" srcId="{2E611C50-3C4F-48A9-BBC0-E1F64AE61036}" destId="{5C5B8A8D-EE79-49A5-9408-F58058ABFA56}" srcOrd="1" destOrd="0" presId="urn:microsoft.com/office/officeart/2005/8/layout/orgChart1"/>
    <dgm:cxn modelId="{6156F59C-A2A3-4BF7-A4C5-9799F7B36276}" type="presOf" srcId="{89AF8116-9411-4A5D-9AF5-BCC60FAE4BED}" destId="{51052BB4-07A1-47A3-8145-0D1FE6BF4B18}" srcOrd="0" destOrd="0" presId="urn:microsoft.com/office/officeart/2005/8/layout/orgChart1"/>
    <dgm:cxn modelId="{325C0FDD-0B84-4FCC-BF14-376C653F6D7C}" type="presOf" srcId="{E3F19680-5037-4ADC-BA3C-B663C76B044E}" destId="{5E0F2E99-457A-484E-A933-4739D963A82D}" srcOrd="0" destOrd="0" presId="urn:microsoft.com/office/officeart/2005/8/layout/orgChart1"/>
    <dgm:cxn modelId="{637B6AEF-F521-46EE-9918-A01B78E3BCDB}" type="presOf" srcId="{2E611C50-3C4F-48A9-BBC0-E1F64AE61036}" destId="{C637E87A-7A1C-4A21-A506-20C8EFA1A405}" srcOrd="0" destOrd="0" presId="urn:microsoft.com/office/officeart/2005/8/layout/orgChart1"/>
    <dgm:cxn modelId="{BB6A0AF6-5E7F-47EE-A54E-D6504435FED9}" type="presOf" srcId="{CA3CF011-89C2-4375-BBF9-C9FF31580467}" destId="{1D3B2785-AC6C-40DC-82F3-D278219ED52C}" srcOrd="0" destOrd="0" presId="urn:microsoft.com/office/officeart/2005/8/layout/orgChart1"/>
    <dgm:cxn modelId="{392D2E44-900F-496F-83BE-5286C107102C}" type="presParOf" srcId="{51052BB4-07A1-47A3-8145-0D1FE6BF4B18}" destId="{53AACFE0-FA17-43CB-B950-D36C9709CB60}" srcOrd="0" destOrd="0" presId="urn:microsoft.com/office/officeart/2005/8/layout/orgChart1"/>
    <dgm:cxn modelId="{EA9E8DE4-AA96-4443-9D01-4B0B596A0DB9}" type="presParOf" srcId="{53AACFE0-FA17-43CB-B950-D36C9709CB60}" destId="{7E6F4CEA-6DFE-4891-A8E0-5551690E85CA}" srcOrd="0" destOrd="0" presId="urn:microsoft.com/office/officeart/2005/8/layout/orgChart1"/>
    <dgm:cxn modelId="{0F031D45-AD15-4274-8B85-B7234A8A8CE5}" type="presParOf" srcId="{7E6F4CEA-6DFE-4891-A8E0-5551690E85CA}" destId="{C637E87A-7A1C-4A21-A506-20C8EFA1A405}" srcOrd="0" destOrd="0" presId="urn:microsoft.com/office/officeart/2005/8/layout/orgChart1"/>
    <dgm:cxn modelId="{392E8BE9-2ED8-400F-B479-E778CDFAFE88}" type="presParOf" srcId="{7E6F4CEA-6DFE-4891-A8E0-5551690E85CA}" destId="{5C5B8A8D-EE79-49A5-9408-F58058ABFA56}" srcOrd="1" destOrd="0" presId="urn:microsoft.com/office/officeart/2005/8/layout/orgChart1"/>
    <dgm:cxn modelId="{38AB1745-6334-4AA5-824F-75180194D4C6}" type="presParOf" srcId="{53AACFE0-FA17-43CB-B950-D36C9709CB60}" destId="{26362906-4B7E-49CE-84D5-3DB4CE207C43}" srcOrd="1" destOrd="0" presId="urn:microsoft.com/office/officeart/2005/8/layout/orgChart1"/>
    <dgm:cxn modelId="{7E9ED48E-12D7-4302-807E-18C5918A613D}" type="presParOf" srcId="{26362906-4B7E-49CE-84D5-3DB4CE207C43}" destId="{A324322F-7B15-4118-9B0D-A38B050AEEF4}" srcOrd="0" destOrd="0" presId="urn:microsoft.com/office/officeart/2005/8/layout/orgChart1"/>
    <dgm:cxn modelId="{64D4842A-617B-42BF-93CA-591E7ADD3875}" type="presParOf" srcId="{26362906-4B7E-49CE-84D5-3DB4CE207C43}" destId="{F1D0EE27-18D2-423C-9942-508B5701D910}" srcOrd="1" destOrd="0" presId="urn:microsoft.com/office/officeart/2005/8/layout/orgChart1"/>
    <dgm:cxn modelId="{730024F8-8CF5-41C3-946E-892BCECF13A4}" type="presParOf" srcId="{F1D0EE27-18D2-423C-9942-508B5701D910}" destId="{86616D0D-DA69-45E9-A6F4-39D8E0287C33}" srcOrd="0" destOrd="0" presId="urn:microsoft.com/office/officeart/2005/8/layout/orgChart1"/>
    <dgm:cxn modelId="{44FB659E-272F-46C3-9964-AD45D22D8F91}" type="presParOf" srcId="{86616D0D-DA69-45E9-A6F4-39D8E0287C33}" destId="{F0166862-915F-4152-8770-0AC1A2272A9C}" srcOrd="0" destOrd="0" presId="urn:microsoft.com/office/officeart/2005/8/layout/orgChart1"/>
    <dgm:cxn modelId="{6A0A1CC2-9838-45EA-9365-283AAA90EB4C}" type="presParOf" srcId="{86616D0D-DA69-45E9-A6F4-39D8E0287C33}" destId="{D1EC9A36-6B7F-45C1-8831-C98E7ED7401B}" srcOrd="1" destOrd="0" presId="urn:microsoft.com/office/officeart/2005/8/layout/orgChart1"/>
    <dgm:cxn modelId="{7AA47B01-CA68-4D0D-A5CD-DCAC6E4FE83D}" type="presParOf" srcId="{F1D0EE27-18D2-423C-9942-508B5701D910}" destId="{7E820EB4-3B87-41E8-B7E6-01797A9325F7}" srcOrd="1" destOrd="0" presId="urn:microsoft.com/office/officeart/2005/8/layout/orgChart1"/>
    <dgm:cxn modelId="{73100230-9722-4D42-998E-904238E432CC}" type="presParOf" srcId="{F1D0EE27-18D2-423C-9942-508B5701D910}" destId="{C30BD6E9-9E54-47EA-BE88-6472550DF505}" srcOrd="2" destOrd="0" presId="urn:microsoft.com/office/officeart/2005/8/layout/orgChart1"/>
    <dgm:cxn modelId="{3CE1176C-CAC2-4A46-99C4-F49C6B7C38DD}" type="presParOf" srcId="{26362906-4B7E-49CE-84D5-3DB4CE207C43}" destId="{5E0F2E99-457A-484E-A933-4739D963A82D}" srcOrd="2" destOrd="0" presId="urn:microsoft.com/office/officeart/2005/8/layout/orgChart1"/>
    <dgm:cxn modelId="{C8DDFBE2-8FCF-4236-A8E9-A7B6E6B1A1DF}" type="presParOf" srcId="{26362906-4B7E-49CE-84D5-3DB4CE207C43}" destId="{5D56603F-4BF8-4483-8B09-B75ED0AE04A4}" srcOrd="3" destOrd="0" presId="urn:microsoft.com/office/officeart/2005/8/layout/orgChart1"/>
    <dgm:cxn modelId="{1A817660-6620-4B18-ACFF-9805229118A9}" type="presParOf" srcId="{5D56603F-4BF8-4483-8B09-B75ED0AE04A4}" destId="{DE4B2EBC-5D34-4DC7-9330-12B1DD247549}" srcOrd="0" destOrd="0" presId="urn:microsoft.com/office/officeart/2005/8/layout/orgChart1"/>
    <dgm:cxn modelId="{DA986A07-7C92-41EC-AD20-498C5E15E536}" type="presParOf" srcId="{DE4B2EBC-5D34-4DC7-9330-12B1DD247549}" destId="{1D3B2785-AC6C-40DC-82F3-D278219ED52C}" srcOrd="0" destOrd="0" presId="urn:microsoft.com/office/officeart/2005/8/layout/orgChart1"/>
    <dgm:cxn modelId="{DD9A096C-6A0F-4DB5-9452-19F83B22D0D3}" type="presParOf" srcId="{DE4B2EBC-5D34-4DC7-9330-12B1DD247549}" destId="{E002A169-8480-441E-9BD0-766A585CF54B}" srcOrd="1" destOrd="0" presId="urn:microsoft.com/office/officeart/2005/8/layout/orgChart1"/>
    <dgm:cxn modelId="{B30EEE06-74BF-4AA6-B80E-6F3F03E66A64}" type="presParOf" srcId="{5D56603F-4BF8-4483-8B09-B75ED0AE04A4}" destId="{966B240F-C1B0-4E1F-A1EE-B7A4D5176566}" srcOrd="1" destOrd="0" presId="urn:microsoft.com/office/officeart/2005/8/layout/orgChart1"/>
    <dgm:cxn modelId="{30C2E941-6B9C-4100-ACE6-6852013F6652}" type="presParOf" srcId="{5D56603F-4BF8-4483-8B09-B75ED0AE04A4}" destId="{1B534108-341A-42F4-8690-04B46F698921}" srcOrd="2" destOrd="0" presId="urn:microsoft.com/office/officeart/2005/8/layout/orgChart1"/>
    <dgm:cxn modelId="{D525DB74-8FFF-4315-A9C2-47A1C68C4F12}" type="presParOf" srcId="{53AACFE0-FA17-43CB-B950-D36C9709CB60}" destId="{EFF6F350-2EDE-457D-8CC5-A1865728B1A9}"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0F2E99-457A-484E-A933-4739D963A82D}">
      <dsp:nvSpPr>
        <dsp:cNvPr id="0" name=""/>
        <dsp:cNvSpPr/>
      </dsp:nvSpPr>
      <dsp:spPr>
        <a:xfrm>
          <a:off x="2613803" y="785494"/>
          <a:ext cx="1080636" cy="329660"/>
        </a:xfrm>
        <a:custGeom>
          <a:avLst/>
          <a:gdLst/>
          <a:ahLst/>
          <a:cxnLst/>
          <a:rect l="0" t="0" r="0" b="0"/>
          <a:pathLst>
            <a:path>
              <a:moveTo>
                <a:pt x="0" y="0"/>
              </a:moveTo>
              <a:lnTo>
                <a:pt x="0" y="164830"/>
              </a:lnTo>
              <a:lnTo>
                <a:pt x="1080636" y="164830"/>
              </a:lnTo>
              <a:lnTo>
                <a:pt x="1080636" y="32966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324322F-7B15-4118-9B0D-A38B050AEEF4}">
      <dsp:nvSpPr>
        <dsp:cNvPr id="0" name=""/>
        <dsp:cNvSpPr/>
      </dsp:nvSpPr>
      <dsp:spPr>
        <a:xfrm>
          <a:off x="1511605" y="785494"/>
          <a:ext cx="1102197" cy="329660"/>
        </a:xfrm>
        <a:custGeom>
          <a:avLst/>
          <a:gdLst/>
          <a:ahLst/>
          <a:cxnLst/>
          <a:rect l="0" t="0" r="0" b="0"/>
          <a:pathLst>
            <a:path>
              <a:moveTo>
                <a:pt x="1102197" y="0"/>
              </a:moveTo>
              <a:lnTo>
                <a:pt x="1102197" y="164830"/>
              </a:lnTo>
              <a:lnTo>
                <a:pt x="0" y="164830"/>
              </a:lnTo>
              <a:lnTo>
                <a:pt x="0" y="32966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37E87A-7A1C-4A21-A506-20C8EFA1A405}">
      <dsp:nvSpPr>
        <dsp:cNvPr id="0" name=""/>
        <dsp:cNvSpPr/>
      </dsp:nvSpPr>
      <dsp:spPr>
        <a:xfrm>
          <a:off x="1828896" y="587"/>
          <a:ext cx="1569813" cy="784906"/>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a:latin typeface="+mj-lt"/>
            </a:rPr>
            <a:t>Learners</a:t>
          </a:r>
          <a:endParaRPr lang="en-US" sz="1800" kern="1200"/>
        </a:p>
      </dsp:txBody>
      <dsp:txXfrm>
        <a:off x="1828896" y="587"/>
        <a:ext cx="1569813" cy="784906"/>
      </dsp:txXfrm>
    </dsp:sp>
    <dsp:sp modelId="{F0166862-915F-4152-8770-0AC1A2272A9C}">
      <dsp:nvSpPr>
        <dsp:cNvPr id="0" name=""/>
        <dsp:cNvSpPr/>
      </dsp:nvSpPr>
      <dsp:spPr>
        <a:xfrm>
          <a:off x="595800" y="1115155"/>
          <a:ext cx="1831611" cy="1187877"/>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a:latin typeface="+mj-lt"/>
            </a:rPr>
            <a:t>Lazy Learner</a:t>
          </a:r>
        </a:p>
        <a:p>
          <a:pPr marL="0" lvl="0" indent="0" algn="ctr" defTabSz="622300">
            <a:lnSpc>
              <a:spcPct val="90000"/>
            </a:lnSpc>
            <a:spcBef>
              <a:spcPct val="0"/>
            </a:spcBef>
            <a:spcAft>
              <a:spcPct val="35000"/>
            </a:spcAft>
            <a:buNone/>
          </a:pPr>
          <a:r>
            <a:rPr lang="en-US" sz="1050" b="1" kern="1200">
              <a:latin typeface="+mj-lt"/>
            </a:rPr>
            <a:t>Ex:</a:t>
          </a:r>
          <a:r>
            <a:rPr lang="en-US" sz="1050" kern="1200">
              <a:latin typeface="+mj-lt"/>
            </a:rPr>
            <a:t> </a:t>
          </a:r>
          <a:r>
            <a:rPr lang="en-US" sz="1050" kern="1200" err="1">
              <a:latin typeface="+mj-lt"/>
            </a:rPr>
            <a:t>kNN</a:t>
          </a:r>
          <a:r>
            <a:rPr lang="en-US" sz="1050" kern="1200">
              <a:latin typeface="+mj-lt"/>
            </a:rPr>
            <a:t> algorithm, Case-based reasoning</a:t>
          </a:r>
          <a:endParaRPr lang="en-US" sz="1050" kern="1200"/>
        </a:p>
      </dsp:txBody>
      <dsp:txXfrm>
        <a:off x="595800" y="1115155"/>
        <a:ext cx="1831611" cy="1187877"/>
      </dsp:txXfrm>
    </dsp:sp>
    <dsp:sp modelId="{1D3B2785-AC6C-40DC-82F3-D278219ED52C}">
      <dsp:nvSpPr>
        <dsp:cNvPr id="0" name=""/>
        <dsp:cNvSpPr/>
      </dsp:nvSpPr>
      <dsp:spPr>
        <a:xfrm>
          <a:off x="2757072" y="1115155"/>
          <a:ext cx="1874734" cy="1192579"/>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a:latin typeface="+mj-lt"/>
            </a:rPr>
            <a:t>Eager Learner</a:t>
          </a:r>
        </a:p>
        <a:p>
          <a:pPr marL="0" lvl="0" indent="0" algn="ctr" defTabSz="800100">
            <a:lnSpc>
              <a:spcPct val="90000"/>
            </a:lnSpc>
            <a:spcBef>
              <a:spcPct val="0"/>
            </a:spcBef>
            <a:spcAft>
              <a:spcPct val="35000"/>
            </a:spcAft>
            <a:buNone/>
          </a:pPr>
          <a:r>
            <a:rPr lang="en-US" sz="1050" b="1" kern="1200">
              <a:latin typeface="+mj-lt"/>
            </a:rPr>
            <a:t>Ex:</a:t>
          </a:r>
          <a:r>
            <a:rPr lang="en-US" sz="1050" kern="1200">
              <a:latin typeface="+mj-lt"/>
            </a:rPr>
            <a:t> Decision Trees, Naïve Bayes</a:t>
          </a:r>
          <a:endParaRPr lang="en-US" sz="1050" kern="1200"/>
        </a:p>
      </dsp:txBody>
      <dsp:txXfrm>
        <a:off x="2757072" y="1115155"/>
        <a:ext cx="1874734" cy="119257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307" tIns="46153" rIns="92307" bIns="46153" rtlCol="0"/>
          <a:lstStyle>
            <a:lvl1pPr algn="l">
              <a:defRPr sz="1200"/>
            </a:lvl1pPr>
          </a:lstStyle>
          <a:p>
            <a:endParaRPr lang="en-US"/>
          </a:p>
        </p:txBody>
      </p:sp>
      <p:sp>
        <p:nvSpPr>
          <p:cNvPr id="3" name="Date Placeholder 2"/>
          <p:cNvSpPr>
            <a:spLocks noGrp="1"/>
          </p:cNvSpPr>
          <p:nvPr>
            <p:ph type="dt" sz="quarter" idx="1"/>
          </p:nvPr>
        </p:nvSpPr>
        <p:spPr>
          <a:xfrm>
            <a:off x="3927776" y="0"/>
            <a:ext cx="3004820" cy="461010"/>
          </a:xfrm>
          <a:prstGeom prst="rect">
            <a:avLst/>
          </a:prstGeom>
        </p:spPr>
        <p:txBody>
          <a:bodyPr vert="horz" lIns="92307" tIns="46153" rIns="92307" bIns="46153" rtlCol="0"/>
          <a:lstStyle>
            <a:lvl1pPr algn="r">
              <a:defRPr sz="1200"/>
            </a:lvl1pPr>
          </a:lstStyle>
          <a:p>
            <a:fld id="{51EED160-CCAF-4F80-91F0-8A4C0FDEBF8F}" type="datetimeFigureOut">
              <a:rPr lang="en-US" smtClean="0"/>
              <a:pPr/>
              <a:t>11/18/2025</a:t>
            </a:fld>
            <a:endParaRPr lang="en-US"/>
          </a:p>
        </p:txBody>
      </p:sp>
      <p:sp>
        <p:nvSpPr>
          <p:cNvPr id="4" name="Footer Placeholder 3"/>
          <p:cNvSpPr>
            <a:spLocks noGrp="1"/>
          </p:cNvSpPr>
          <p:nvPr>
            <p:ph type="ftr" sz="quarter" idx="2"/>
          </p:nvPr>
        </p:nvSpPr>
        <p:spPr>
          <a:xfrm>
            <a:off x="0" y="8757590"/>
            <a:ext cx="3004820" cy="461010"/>
          </a:xfrm>
          <a:prstGeom prst="rect">
            <a:avLst/>
          </a:prstGeom>
        </p:spPr>
        <p:txBody>
          <a:bodyPr vert="horz" lIns="92307" tIns="46153" rIns="92307" bIns="46153" rtlCol="0" anchor="b"/>
          <a:lstStyle>
            <a:lvl1pPr algn="l">
              <a:defRPr sz="1200"/>
            </a:lvl1pPr>
          </a:lstStyle>
          <a:p>
            <a:endParaRPr lang="en-US"/>
          </a:p>
        </p:txBody>
      </p:sp>
      <p:sp>
        <p:nvSpPr>
          <p:cNvPr id="5" name="Slide Number Placeholder 4"/>
          <p:cNvSpPr>
            <a:spLocks noGrp="1"/>
          </p:cNvSpPr>
          <p:nvPr>
            <p:ph type="sldNum" sz="quarter" idx="3"/>
          </p:nvPr>
        </p:nvSpPr>
        <p:spPr>
          <a:xfrm>
            <a:off x="3927776" y="8757590"/>
            <a:ext cx="3004820" cy="461010"/>
          </a:xfrm>
          <a:prstGeom prst="rect">
            <a:avLst/>
          </a:prstGeom>
        </p:spPr>
        <p:txBody>
          <a:bodyPr vert="horz" lIns="92307" tIns="46153" rIns="92307" bIns="46153" rtlCol="0" anchor="b"/>
          <a:lstStyle>
            <a:lvl1pPr algn="r">
              <a:defRPr sz="1200"/>
            </a:lvl1pPr>
          </a:lstStyle>
          <a:p>
            <a:fld id="{CDE9BC44-BB94-4369-907F-F6B1D1B58A14}" type="slidenum">
              <a:rPr lang="en-US" smtClean="0"/>
              <a:pPr/>
              <a:t>‹#›</a:t>
            </a:fld>
            <a:endParaRPr lang="en-US"/>
          </a:p>
        </p:txBody>
      </p:sp>
    </p:spTree>
    <p:extLst>
      <p:ext uri="{BB962C8B-B14F-4D97-AF65-F5344CB8AC3E}">
        <p14:creationId xmlns:p14="http://schemas.microsoft.com/office/powerpoint/2010/main" val="186364230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3004820" cy="461010"/>
          </a:xfrm>
          <a:prstGeom prst="rect">
            <a:avLst/>
          </a:prstGeom>
          <a:noFill/>
          <a:ln w="9525">
            <a:noFill/>
            <a:miter lim="800000"/>
            <a:headEnd/>
            <a:tailEnd/>
          </a:ln>
          <a:effectLst/>
        </p:spPr>
        <p:txBody>
          <a:bodyPr vert="horz" wrap="square" lIns="92307" tIns="46153" rIns="92307" bIns="46153" numCol="1" anchor="t" anchorCtr="0" compatLnSpc="1">
            <a:prstTxWarp prst="textNoShape">
              <a:avLst/>
            </a:prstTxWarp>
          </a:bodyPr>
          <a:lstStyle>
            <a:lvl1pPr>
              <a:defRPr sz="1200"/>
            </a:lvl1pPr>
          </a:lstStyle>
          <a:p>
            <a:endParaRPr lang="en-US"/>
          </a:p>
        </p:txBody>
      </p:sp>
      <p:sp>
        <p:nvSpPr>
          <p:cNvPr id="9219" name="Rectangle 3"/>
          <p:cNvSpPr>
            <a:spLocks noGrp="1" noChangeArrowheads="1"/>
          </p:cNvSpPr>
          <p:nvPr>
            <p:ph type="dt" idx="1"/>
          </p:nvPr>
        </p:nvSpPr>
        <p:spPr bwMode="auto">
          <a:xfrm>
            <a:off x="3927776" y="0"/>
            <a:ext cx="3004820" cy="461010"/>
          </a:xfrm>
          <a:prstGeom prst="rect">
            <a:avLst/>
          </a:prstGeom>
          <a:noFill/>
          <a:ln w="9525">
            <a:noFill/>
            <a:miter lim="800000"/>
            <a:headEnd/>
            <a:tailEnd/>
          </a:ln>
          <a:effectLst/>
        </p:spPr>
        <p:txBody>
          <a:bodyPr vert="horz" wrap="square" lIns="92307" tIns="46153" rIns="92307" bIns="46153" numCol="1" anchor="t" anchorCtr="0" compatLnSpc="1">
            <a:prstTxWarp prst="textNoShape">
              <a:avLst/>
            </a:prstTxWarp>
          </a:bodyPr>
          <a:lstStyle>
            <a:lvl1pPr algn="r">
              <a:defRPr sz="1200"/>
            </a:lvl1pPr>
          </a:lstStyle>
          <a:p>
            <a:endParaRPr lang="en-US"/>
          </a:p>
        </p:txBody>
      </p:sp>
      <p:sp>
        <p:nvSpPr>
          <p:cNvPr id="9220" name="Rectangle 4"/>
          <p:cNvSpPr>
            <a:spLocks noGrp="1" noRot="1" noChangeAspect="1" noChangeArrowheads="1" noTextEdit="1"/>
          </p:cNvSpPr>
          <p:nvPr>
            <p:ph type="sldImg" idx="2"/>
          </p:nvPr>
        </p:nvSpPr>
        <p:spPr bwMode="auto">
          <a:xfrm>
            <a:off x="393700" y="692150"/>
            <a:ext cx="6146800" cy="3457575"/>
          </a:xfrm>
          <a:prstGeom prst="rect">
            <a:avLst/>
          </a:prstGeom>
          <a:noFill/>
          <a:ln w="9525">
            <a:solidFill>
              <a:srgbClr val="000000"/>
            </a:solidFill>
            <a:miter lim="800000"/>
            <a:headEnd/>
            <a:tailEnd/>
          </a:ln>
          <a:effectLst/>
        </p:spPr>
        <p:txBody>
          <a:bodyPr/>
          <a:lstStyle/>
          <a:p>
            <a:endParaRPr lang="en-US"/>
          </a:p>
        </p:txBody>
      </p:sp>
      <p:sp>
        <p:nvSpPr>
          <p:cNvPr id="9221" name="Rectangle 5"/>
          <p:cNvSpPr>
            <a:spLocks noGrp="1" noChangeArrowheads="1"/>
          </p:cNvSpPr>
          <p:nvPr>
            <p:ph type="body" sz="quarter" idx="3"/>
          </p:nvPr>
        </p:nvSpPr>
        <p:spPr bwMode="auto">
          <a:xfrm>
            <a:off x="693420" y="4379596"/>
            <a:ext cx="5547360" cy="4149090"/>
          </a:xfrm>
          <a:prstGeom prst="rect">
            <a:avLst/>
          </a:prstGeom>
          <a:noFill/>
          <a:ln w="9525">
            <a:noFill/>
            <a:miter lim="800000"/>
            <a:headEnd/>
            <a:tailEnd/>
          </a:ln>
          <a:effectLst/>
        </p:spPr>
        <p:txBody>
          <a:bodyPr vert="horz" wrap="square" lIns="92307" tIns="46153" rIns="92307" bIns="46153"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222" name="Rectangle 6"/>
          <p:cNvSpPr>
            <a:spLocks noGrp="1" noChangeArrowheads="1"/>
          </p:cNvSpPr>
          <p:nvPr>
            <p:ph type="ftr" sz="quarter" idx="4"/>
          </p:nvPr>
        </p:nvSpPr>
        <p:spPr bwMode="auto">
          <a:xfrm>
            <a:off x="0" y="8757590"/>
            <a:ext cx="3004820" cy="461010"/>
          </a:xfrm>
          <a:prstGeom prst="rect">
            <a:avLst/>
          </a:prstGeom>
          <a:noFill/>
          <a:ln w="9525">
            <a:noFill/>
            <a:miter lim="800000"/>
            <a:headEnd/>
            <a:tailEnd/>
          </a:ln>
          <a:effectLst/>
        </p:spPr>
        <p:txBody>
          <a:bodyPr vert="horz" wrap="square" lIns="92307" tIns="46153" rIns="92307" bIns="46153" numCol="1" anchor="b" anchorCtr="0" compatLnSpc="1">
            <a:prstTxWarp prst="textNoShape">
              <a:avLst/>
            </a:prstTxWarp>
          </a:bodyPr>
          <a:lstStyle>
            <a:lvl1pPr>
              <a:defRPr sz="1200"/>
            </a:lvl1pPr>
          </a:lstStyle>
          <a:p>
            <a:endParaRPr lang="en-US"/>
          </a:p>
        </p:txBody>
      </p:sp>
      <p:sp>
        <p:nvSpPr>
          <p:cNvPr id="9223" name="Rectangle 7"/>
          <p:cNvSpPr>
            <a:spLocks noGrp="1" noChangeArrowheads="1"/>
          </p:cNvSpPr>
          <p:nvPr>
            <p:ph type="sldNum" sz="quarter" idx="5"/>
          </p:nvPr>
        </p:nvSpPr>
        <p:spPr bwMode="auto">
          <a:xfrm>
            <a:off x="3927776" y="8757590"/>
            <a:ext cx="3004820" cy="461010"/>
          </a:xfrm>
          <a:prstGeom prst="rect">
            <a:avLst/>
          </a:prstGeom>
          <a:noFill/>
          <a:ln w="9525">
            <a:noFill/>
            <a:miter lim="800000"/>
            <a:headEnd/>
            <a:tailEnd/>
          </a:ln>
          <a:effectLst/>
        </p:spPr>
        <p:txBody>
          <a:bodyPr vert="horz" wrap="square" lIns="92307" tIns="46153" rIns="92307" bIns="46153" numCol="1" anchor="b" anchorCtr="0" compatLnSpc="1">
            <a:prstTxWarp prst="textNoShape">
              <a:avLst/>
            </a:prstTxWarp>
          </a:bodyPr>
          <a:lstStyle>
            <a:lvl1pPr algn="r">
              <a:defRPr sz="1200"/>
            </a:lvl1pPr>
          </a:lstStyle>
          <a:p>
            <a:fld id="{739F009B-AA83-4291-81BE-194F11CE1901}" type="slidenum">
              <a:rPr lang="en-US"/>
              <a:pPr/>
              <a:t>‹#›</a:t>
            </a:fld>
            <a:endParaRPr lang="en-US"/>
          </a:p>
        </p:txBody>
      </p:sp>
    </p:spTree>
    <p:extLst>
      <p:ext uri="{BB962C8B-B14F-4D97-AF65-F5344CB8AC3E}">
        <p14:creationId xmlns:p14="http://schemas.microsoft.com/office/powerpoint/2010/main" val="2069931083"/>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3700" y="692150"/>
            <a:ext cx="6146800" cy="3457575"/>
          </a:xfrm>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39F009B-AA83-4291-81BE-194F11CE1901}" type="slidenum">
              <a:rPr lang="en-US" smtClean="0"/>
              <a:pPr/>
              <a:t>35</a:t>
            </a:fld>
            <a:endParaRPr lang="en-US"/>
          </a:p>
        </p:txBody>
      </p:sp>
    </p:spTree>
    <p:extLst>
      <p:ext uri="{BB962C8B-B14F-4D97-AF65-F5344CB8AC3E}">
        <p14:creationId xmlns:p14="http://schemas.microsoft.com/office/powerpoint/2010/main" val="6788377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Slide_LivingBlue_1">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t="15626"/>
          <a:stretch/>
        </p:blipFill>
        <p:spPr>
          <a:xfrm>
            <a:off x="0" y="0"/>
            <a:ext cx="12192000" cy="6858000"/>
          </a:xfrm>
          <a:prstGeom prst="rect">
            <a:avLst/>
          </a:prstGeom>
        </p:spPr>
      </p:pic>
      <p:sp>
        <p:nvSpPr>
          <p:cNvPr id="66" name="Title 1"/>
          <p:cNvSpPr>
            <a:spLocks noGrp="1"/>
          </p:cNvSpPr>
          <p:nvPr>
            <p:ph type="ctrTitle" sz="quarter"/>
          </p:nvPr>
        </p:nvSpPr>
        <p:spPr>
          <a:xfrm>
            <a:off x="522465" y="3024186"/>
            <a:ext cx="11002433" cy="498598"/>
          </a:xfrm>
        </p:spPr>
        <p:txBody>
          <a:bodyPr/>
          <a:lstStyle>
            <a:lvl1pPr>
              <a:defRPr sz="3600" b="0">
                <a:solidFill>
                  <a:schemeClr val="bg1"/>
                </a:solidFill>
                <a:latin typeface="Arial" charset="0"/>
                <a:ea typeface="Arial" charset="0"/>
                <a:cs typeface="Arial" charset="0"/>
              </a:defRPr>
            </a:lvl1pPr>
          </a:lstStyle>
          <a:p>
            <a:r>
              <a:rPr lang="en-US"/>
              <a:t>Click to edit Master title style</a:t>
            </a:r>
          </a:p>
        </p:txBody>
      </p:sp>
      <p:sp>
        <p:nvSpPr>
          <p:cNvPr id="58" name="Rectangle 10"/>
          <p:cNvSpPr>
            <a:spLocks noGrp="1" noChangeArrowheads="1"/>
          </p:cNvSpPr>
          <p:nvPr>
            <p:ph type="subTitle" idx="1"/>
          </p:nvPr>
        </p:nvSpPr>
        <p:spPr>
          <a:xfrm>
            <a:off x="522465" y="3725801"/>
            <a:ext cx="10993967" cy="249299"/>
          </a:xfrm>
        </p:spPr>
        <p:txBody>
          <a:bodyPr/>
          <a:lstStyle>
            <a:lvl1pPr marL="0" indent="0">
              <a:spcBef>
                <a:spcPct val="0"/>
              </a:spcBef>
              <a:buFont typeface="Wingdings" pitchFamily="2" charset="2"/>
              <a:buNone/>
              <a:defRPr sz="1800" b="0">
                <a:solidFill>
                  <a:schemeClr val="bg1"/>
                </a:solidFill>
                <a:latin typeface="Arial" charset="0"/>
                <a:ea typeface="Arial" charset="0"/>
                <a:cs typeface="Arial" charset="0"/>
              </a:defRPr>
            </a:lvl1pPr>
          </a:lstStyle>
          <a:p>
            <a:r>
              <a:rPr lang="en-US"/>
              <a:t>Click to edit Master subtitle style</a:t>
            </a:r>
          </a:p>
        </p:txBody>
      </p:sp>
      <p:sp>
        <p:nvSpPr>
          <p:cNvPr id="7" name="Rectangle 5"/>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chemeClr val="bg1"/>
                </a:solidFill>
              </a:rPr>
              <a:t>Copyright © 2024 Boeing. All rights reserved.</a:t>
            </a:r>
          </a:p>
        </p:txBody>
      </p:sp>
      <p:pic>
        <p:nvPicPr>
          <p:cNvPr id="8" name="Picture 47" descr="Boeing_white_standard">
            <a:extLst>
              <a:ext uri="{FF2B5EF4-FFF2-40B4-BE49-F238E27FC236}">
                <a16:creationId xmlns:a16="http://schemas.microsoft.com/office/drawing/2014/main" id="{BAEB649E-2EA5-EE4A-84FA-AA15DC61E0B4}"/>
              </a:ext>
            </a:extLst>
          </p:cNvPr>
          <p:cNvPicPr>
            <a:picLocks noChangeAspect="1" noChangeArrowheads="1"/>
          </p:cNvPicPr>
          <p:nvPr userDrawn="1"/>
        </p:nvPicPr>
        <p:blipFill>
          <a:blip r:embed="rId3" cstate="print"/>
          <a:srcRect/>
          <a:stretch>
            <a:fillRect/>
          </a:stretch>
        </p:blipFill>
        <p:spPr bwMode="auto">
          <a:xfrm>
            <a:off x="457200" y="395226"/>
            <a:ext cx="1855788" cy="447675"/>
          </a:xfrm>
          <a:prstGeom prst="rect">
            <a:avLst/>
          </a:prstGeom>
          <a:noFill/>
        </p:spPr>
      </p:pic>
      <p:pic>
        <p:nvPicPr>
          <p:cNvPr id="10" name="Picture 9">
            <a:extLst>
              <a:ext uri="{FF2B5EF4-FFF2-40B4-BE49-F238E27FC236}">
                <a16:creationId xmlns:a16="http://schemas.microsoft.com/office/drawing/2014/main" id="{E612D741-50A6-4861-863A-4C1A5C301356}"/>
              </a:ext>
            </a:extLst>
          </p:cNvPr>
          <p:cNvPicPr>
            <a:picLocks noChangeAspect="1"/>
          </p:cNvPicPr>
          <p:nvPr userDrawn="1"/>
        </p:nvPicPr>
        <p:blipFill>
          <a:blip r:embed="rId4"/>
          <a:stretch>
            <a:fillRect/>
          </a:stretch>
        </p:blipFill>
        <p:spPr>
          <a:xfrm>
            <a:off x="5715000" y="404123"/>
            <a:ext cx="6127011" cy="377985"/>
          </a:xfrm>
          <a:prstGeom prst="rect">
            <a:avLst/>
          </a:prstGeom>
        </p:spPr>
      </p:pic>
      <p:sp>
        <p:nvSpPr>
          <p:cNvPr id="9" name="TextBox 8">
            <a:extLst>
              <a:ext uri="{FF2B5EF4-FFF2-40B4-BE49-F238E27FC236}">
                <a16:creationId xmlns:a16="http://schemas.microsoft.com/office/drawing/2014/main" id="{FAD3F6DE-4FD2-480F-B154-D62E075627DB}"/>
              </a:ext>
            </a:extLst>
          </p:cNvPr>
          <p:cNvSpPr txBox="1"/>
          <p:nvPr userDrawn="1"/>
        </p:nvSpPr>
        <p:spPr>
          <a:xfrm>
            <a:off x="9132983" y="694062"/>
            <a:ext cx="2050113" cy="276999"/>
          </a:xfrm>
          <a:prstGeom prst="rect">
            <a:avLst/>
          </a:prstGeom>
          <a:noFill/>
        </p:spPr>
        <p:txBody>
          <a:bodyPr wrap="none" rtlCol="0">
            <a:spAutoFit/>
          </a:bodyPr>
          <a:lstStyle/>
          <a:p>
            <a:r>
              <a:rPr lang="en-US" sz="1200">
                <a:solidFill>
                  <a:schemeClr val="bg1"/>
                </a:solidFill>
              </a:rPr>
              <a:t>Boeing Artificial Intelligence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Slide_LivingBlue_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3F65E8-2193-82E9-ACBD-2D68A7C293C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6"/>
          <a:stretch/>
        </p:blipFill>
        <p:spPr>
          <a:xfrm>
            <a:off x="0" y="0"/>
            <a:ext cx="12192000" cy="6858000"/>
          </a:xfrm>
          <a:prstGeom prst="rect">
            <a:avLst/>
          </a:prstGeom>
        </p:spPr>
      </p:pic>
      <p:sp>
        <p:nvSpPr>
          <p:cNvPr id="66" name="Title 1"/>
          <p:cNvSpPr>
            <a:spLocks noGrp="1"/>
          </p:cNvSpPr>
          <p:nvPr>
            <p:ph type="ctrTitle" sz="quarter"/>
          </p:nvPr>
        </p:nvSpPr>
        <p:spPr>
          <a:xfrm>
            <a:off x="522465" y="3024186"/>
            <a:ext cx="11002433" cy="498598"/>
          </a:xfrm>
        </p:spPr>
        <p:txBody>
          <a:bodyPr/>
          <a:lstStyle>
            <a:lvl1pPr>
              <a:defRPr sz="3600" b="0">
                <a:solidFill>
                  <a:schemeClr val="bg1"/>
                </a:solidFill>
                <a:latin typeface="Arial" charset="0"/>
                <a:ea typeface="Arial" charset="0"/>
                <a:cs typeface="Arial" charset="0"/>
              </a:defRPr>
            </a:lvl1pPr>
          </a:lstStyle>
          <a:p>
            <a:r>
              <a:rPr lang="en-US"/>
              <a:t>Click to edit Master title style</a:t>
            </a:r>
          </a:p>
        </p:txBody>
      </p:sp>
      <p:sp>
        <p:nvSpPr>
          <p:cNvPr id="58" name="Rectangle 10"/>
          <p:cNvSpPr>
            <a:spLocks noGrp="1" noChangeArrowheads="1"/>
          </p:cNvSpPr>
          <p:nvPr>
            <p:ph type="subTitle" idx="1"/>
          </p:nvPr>
        </p:nvSpPr>
        <p:spPr>
          <a:xfrm>
            <a:off x="522465" y="3725801"/>
            <a:ext cx="10993967" cy="249299"/>
          </a:xfrm>
        </p:spPr>
        <p:txBody>
          <a:bodyPr/>
          <a:lstStyle>
            <a:lvl1pPr marL="0" indent="0">
              <a:spcBef>
                <a:spcPct val="0"/>
              </a:spcBef>
              <a:buFont typeface="Wingdings" pitchFamily="2" charset="2"/>
              <a:buNone/>
              <a:defRPr sz="1800" b="0">
                <a:solidFill>
                  <a:schemeClr val="bg1"/>
                </a:solidFill>
                <a:latin typeface="Arial" charset="0"/>
                <a:ea typeface="Arial" charset="0"/>
                <a:cs typeface="Arial" charset="0"/>
              </a:defRPr>
            </a:lvl1pPr>
          </a:lstStyle>
          <a:p>
            <a:r>
              <a:rPr lang="en-US"/>
              <a:t>Click to edit Master subtitle style</a:t>
            </a:r>
          </a:p>
        </p:txBody>
      </p:sp>
      <p:sp>
        <p:nvSpPr>
          <p:cNvPr id="7" name="Rectangle 5"/>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chemeClr val="bg1"/>
                </a:solidFill>
              </a:rPr>
              <a:t>Copyright © 2025 Boeing. All rights reserved.</a:t>
            </a:r>
          </a:p>
        </p:txBody>
      </p:sp>
      <p:pic>
        <p:nvPicPr>
          <p:cNvPr id="11" name="Picture 47" descr="Boeing_white_standard">
            <a:extLst>
              <a:ext uri="{FF2B5EF4-FFF2-40B4-BE49-F238E27FC236}">
                <a16:creationId xmlns:a16="http://schemas.microsoft.com/office/drawing/2014/main" id="{ABC026F6-CC0B-B143-811C-556E89FCB5BA}"/>
              </a:ext>
            </a:extLst>
          </p:cNvPr>
          <p:cNvPicPr>
            <a:picLocks noChangeAspect="1" noChangeArrowheads="1"/>
          </p:cNvPicPr>
          <p:nvPr userDrawn="1"/>
        </p:nvPicPr>
        <p:blipFill>
          <a:blip r:embed="rId3" cstate="print"/>
          <a:srcRect/>
          <a:stretch>
            <a:fillRect/>
          </a:stretch>
        </p:blipFill>
        <p:spPr bwMode="auto">
          <a:xfrm>
            <a:off x="457200" y="395226"/>
            <a:ext cx="1855788" cy="447675"/>
          </a:xfrm>
          <a:prstGeom prst="rect">
            <a:avLst/>
          </a:prstGeom>
          <a:noFill/>
        </p:spPr>
      </p:pic>
    </p:spTree>
    <p:extLst>
      <p:ext uri="{BB962C8B-B14F-4D97-AF65-F5344CB8AC3E}">
        <p14:creationId xmlns:p14="http://schemas.microsoft.com/office/powerpoint/2010/main" val="21534831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ivingBlue_BG_Only_1">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vingBlue_BG_Only_2">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71067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age_Divider_1">
    <p:spTree>
      <p:nvGrpSpPr>
        <p:cNvPr id="1" name=""/>
        <p:cNvGrpSpPr/>
        <p:nvPr/>
      </p:nvGrpSpPr>
      <p:grpSpPr>
        <a:xfrm>
          <a:off x="0" y="0"/>
          <a:ext cx="0" cy="0"/>
          <a:chOff x="0" y="0"/>
          <a:chExt cx="0" cy="0"/>
        </a:xfrm>
      </p:grpSpPr>
      <p:sp>
        <p:nvSpPr>
          <p:cNvPr id="2" name="Title 1"/>
          <p:cNvSpPr>
            <a:spLocks noGrp="1"/>
          </p:cNvSpPr>
          <p:nvPr>
            <p:ph type="title"/>
          </p:nvPr>
        </p:nvSpPr>
        <p:spPr>
          <a:xfrm>
            <a:off x="457200" y="3117376"/>
            <a:ext cx="11239500" cy="623248"/>
          </a:xfrm>
        </p:spPr>
        <p:txBody>
          <a:bodyPr/>
          <a:lstStyle>
            <a:lvl1pPr algn="ctr">
              <a:defRPr sz="4500" b="1">
                <a:solidFill>
                  <a:schemeClr val="bg1"/>
                </a:solidFill>
              </a:defRPr>
            </a:lvl1pPr>
          </a:lstStyle>
          <a:p>
            <a:r>
              <a:rPr lang="en-US"/>
              <a:t>Click to edit Master title style</a:t>
            </a:r>
          </a:p>
        </p:txBody>
      </p:sp>
    </p:spTree>
    <p:extLst>
      <p:ext uri="{BB962C8B-B14F-4D97-AF65-F5344CB8AC3E}">
        <p14:creationId xmlns:p14="http://schemas.microsoft.com/office/powerpoint/2010/main" val="12395959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side_Page_Header_Bar">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48FFE6E1-85EB-9E42-824B-7CC9267ED8B9}" type="slidenum">
              <a:rPr lang="en-US" smtClean="0"/>
              <a:pPr/>
              <a:t>‹#›</a:t>
            </a:fld>
            <a:endParaRPr lang="en-US"/>
          </a:p>
        </p:txBody>
      </p:sp>
      <p:sp>
        <p:nvSpPr>
          <p:cNvPr id="10" name="Title 1">
            <a:extLst>
              <a:ext uri="{FF2B5EF4-FFF2-40B4-BE49-F238E27FC236}">
                <a16:creationId xmlns:a16="http://schemas.microsoft.com/office/drawing/2014/main" id="{5AF3C31D-0571-524B-A9E3-B95B800E55E1}"/>
              </a:ext>
            </a:extLst>
          </p:cNvPr>
          <p:cNvSpPr>
            <a:spLocks noGrp="1"/>
          </p:cNvSpPr>
          <p:nvPr>
            <p:ph type="title"/>
          </p:nvPr>
        </p:nvSpPr>
        <p:spPr>
          <a:xfrm>
            <a:off x="466628" y="952500"/>
            <a:ext cx="10976889" cy="304699"/>
          </a:xfrm>
        </p:spPr>
        <p:txBody>
          <a:bodyPr/>
          <a:lstStyle>
            <a:lvl1pPr>
              <a:defRPr sz="2200">
                <a:solidFill>
                  <a:srgbClr val="5B6770"/>
                </a:solidFill>
              </a:defRPr>
            </a:lvl1pPr>
          </a:lstStyle>
          <a:p>
            <a:r>
              <a:rPr lang="en-US"/>
              <a:t>Click to edit Master title style</a:t>
            </a:r>
          </a:p>
        </p:txBody>
      </p:sp>
    </p:spTree>
    <p:extLst>
      <p:ext uri="{BB962C8B-B14F-4D97-AF65-F5344CB8AC3E}">
        <p14:creationId xmlns:p14="http://schemas.microsoft.com/office/powerpoint/2010/main" val="10182055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side_Page_HeaderBar_1Conten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48FFE6E1-85EB-9E42-824B-7CC9267ED8B9}" type="slidenum">
              <a:rPr lang="en-US" smtClean="0"/>
              <a:pPr/>
              <a:t>‹#›</a:t>
            </a:fld>
            <a:endParaRPr lang="en-US"/>
          </a:p>
        </p:txBody>
      </p:sp>
      <p:sp>
        <p:nvSpPr>
          <p:cNvPr id="7" name="Content Placeholder 2">
            <a:extLst>
              <a:ext uri="{FF2B5EF4-FFF2-40B4-BE49-F238E27FC236}">
                <a16:creationId xmlns:a16="http://schemas.microsoft.com/office/drawing/2014/main" id="{BA49E8DD-FF81-1940-903D-167F491627D1}"/>
              </a:ext>
            </a:extLst>
          </p:cNvPr>
          <p:cNvSpPr>
            <a:spLocks noGrp="1"/>
          </p:cNvSpPr>
          <p:nvPr>
            <p:ph idx="1" hasCustomPrompt="1"/>
          </p:nvPr>
        </p:nvSpPr>
        <p:spPr>
          <a:xfrm>
            <a:off x="466344" y="1432908"/>
            <a:ext cx="10980835" cy="1477328"/>
          </a:xfrm>
        </p:spPr>
        <p:txBody>
          <a:bodyPr/>
          <a:lstStyle>
            <a:lvl1pPr marL="169863" indent="-169863">
              <a:lnSpc>
                <a:spcPct val="100000"/>
              </a:lnSpc>
              <a:buFont typeface="Wingdings" pitchFamily="2" charset="2"/>
              <a:buChar char="§"/>
              <a:defRPr sz="1800">
                <a:solidFill>
                  <a:srgbClr val="5B6770"/>
                </a:solidFill>
              </a:defRPr>
            </a:lvl1pPr>
            <a:lvl2pPr marL="376238" indent="-204788">
              <a:lnSpc>
                <a:spcPct val="100000"/>
              </a:lnSpc>
              <a:buFont typeface="Wingdings" pitchFamily="2" charset="2"/>
              <a:buChar char="§"/>
              <a:defRPr sz="1600">
                <a:solidFill>
                  <a:srgbClr val="5B6770"/>
                </a:solidFill>
              </a:defRPr>
            </a:lvl2pPr>
            <a:lvl3pPr marL="627063" indent="-185738">
              <a:lnSpc>
                <a:spcPct val="100000"/>
              </a:lnSpc>
              <a:buFont typeface="Wingdings" pitchFamily="2" charset="2"/>
              <a:buChar char="§"/>
              <a:defRPr sz="1600">
                <a:solidFill>
                  <a:srgbClr val="5B6770"/>
                </a:solidFill>
              </a:defRPr>
            </a:lvl3pPr>
            <a:lvl4pPr marL="792163" indent="-163513">
              <a:lnSpc>
                <a:spcPct val="100000"/>
              </a:lnSpc>
              <a:buFont typeface="Wingdings" pitchFamily="2" charset="2"/>
              <a:buChar char="§"/>
              <a:defRPr sz="1400">
                <a:solidFill>
                  <a:srgbClr val="5B6770"/>
                </a:solidFill>
              </a:defRPr>
            </a:lvl4pPr>
            <a:lvl5pPr marL="957263" indent="-163513">
              <a:lnSpc>
                <a:spcPct val="100000"/>
              </a:lnSpc>
              <a:buFont typeface="Wingdings" pitchFamily="2" charset="2"/>
              <a:buChar char="§"/>
              <a:defRPr sz="1400">
                <a:solidFill>
                  <a:srgbClr val="5B6770"/>
                </a:solidFill>
              </a:defRPr>
            </a:lvl5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10" name="Title 1">
            <a:extLst>
              <a:ext uri="{FF2B5EF4-FFF2-40B4-BE49-F238E27FC236}">
                <a16:creationId xmlns:a16="http://schemas.microsoft.com/office/drawing/2014/main" id="{101AB674-AA43-3C41-A5B8-C461D1785485}"/>
              </a:ext>
            </a:extLst>
          </p:cNvPr>
          <p:cNvSpPr>
            <a:spLocks noGrp="1"/>
          </p:cNvSpPr>
          <p:nvPr>
            <p:ph type="title"/>
          </p:nvPr>
        </p:nvSpPr>
        <p:spPr>
          <a:xfrm>
            <a:off x="466628" y="952500"/>
            <a:ext cx="10976889" cy="304699"/>
          </a:xfrm>
        </p:spPr>
        <p:txBody>
          <a:bodyPr/>
          <a:lstStyle>
            <a:lvl1pPr>
              <a:defRPr sz="2200">
                <a:solidFill>
                  <a:srgbClr val="5B6770"/>
                </a:solidFill>
              </a:defRPr>
            </a:lvl1pPr>
          </a:lstStyle>
          <a:p>
            <a:r>
              <a:rPr lang="en-US"/>
              <a:t>Click to edit Master title style</a:t>
            </a:r>
          </a:p>
        </p:txBody>
      </p:sp>
    </p:spTree>
    <p:extLst>
      <p:ext uri="{BB962C8B-B14F-4D97-AF65-F5344CB8AC3E}">
        <p14:creationId xmlns:p14="http://schemas.microsoft.com/office/powerpoint/2010/main" val="14503611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side_Page_HeaderBar_2Conten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48FFE6E1-85EB-9E42-824B-7CC9267ED8B9}" type="slidenum">
              <a:rPr lang="en-US" smtClean="0"/>
              <a:pPr/>
              <a:t>‹#›</a:t>
            </a:fld>
            <a:endParaRPr lang="en-US"/>
          </a:p>
        </p:txBody>
      </p:sp>
      <p:sp>
        <p:nvSpPr>
          <p:cNvPr id="7" name="Content Placeholder 2">
            <a:extLst>
              <a:ext uri="{FF2B5EF4-FFF2-40B4-BE49-F238E27FC236}">
                <a16:creationId xmlns:a16="http://schemas.microsoft.com/office/drawing/2014/main" id="{669AB1A9-3101-5446-B86B-B4A8D581A97E}"/>
              </a:ext>
            </a:extLst>
          </p:cNvPr>
          <p:cNvSpPr>
            <a:spLocks noGrp="1"/>
          </p:cNvSpPr>
          <p:nvPr>
            <p:ph sz="half" idx="1" hasCustomPrompt="1"/>
          </p:nvPr>
        </p:nvSpPr>
        <p:spPr>
          <a:xfrm>
            <a:off x="457200" y="1432908"/>
            <a:ext cx="5431367" cy="1477328"/>
          </a:xfrm>
        </p:spPr>
        <p:txBody>
          <a:bodyPr/>
          <a:lstStyle>
            <a:lvl1pPr marL="169863" indent="-169863">
              <a:lnSpc>
                <a:spcPct val="100000"/>
              </a:lnSpc>
              <a:buFont typeface="Wingdings" pitchFamily="2" charset="2"/>
              <a:buChar char="§"/>
              <a:defRPr sz="1800">
                <a:solidFill>
                  <a:srgbClr val="5B6770"/>
                </a:solidFill>
              </a:defRPr>
            </a:lvl1pPr>
            <a:lvl2pPr marL="376238" indent="-204788">
              <a:lnSpc>
                <a:spcPct val="100000"/>
              </a:lnSpc>
              <a:buFont typeface="Wingdings" pitchFamily="2" charset="2"/>
              <a:buChar char="§"/>
              <a:defRPr sz="1600">
                <a:solidFill>
                  <a:srgbClr val="5B6770"/>
                </a:solidFill>
              </a:defRPr>
            </a:lvl2pPr>
            <a:lvl3pPr marL="627063" indent="-185738">
              <a:lnSpc>
                <a:spcPct val="100000"/>
              </a:lnSpc>
              <a:buFont typeface="Wingdings" pitchFamily="2" charset="2"/>
              <a:buChar char="§"/>
              <a:defRPr sz="1600">
                <a:solidFill>
                  <a:srgbClr val="5B6770"/>
                </a:solidFill>
              </a:defRPr>
            </a:lvl3pPr>
            <a:lvl4pPr marL="792163" indent="-163513">
              <a:lnSpc>
                <a:spcPct val="100000"/>
              </a:lnSpc>
              <a:buFont typeface="Wingdings" pitchFamily="2" charset="2"/>
              <a:buChar char="§"/>
              <a:defRPr sz="1400">
                <a:solidFill>
                  <a:srgbClr val="5B6770"/>
                </a:solidFill>
              </a:defRPr>
            </a:lvl4pPr>
            <a:lvl5pPr marL="957263" indent="-163513">
              <a:lnSpc>
                <a:spcPct val="100000"/>
              </a:lnSpc>
              <a:buFont typeface="Wingdings" pitchFamily="2" charset="2"/>
              <a:buChar char="§"/>
              <a:defRPr sz="1400">
                <a:solidFill>
                  <a:srgbClr val="5B6770"/>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8" name="Content Placeholder 3">
            <a:extLst>
              <a:ext uri="{FF2B5EF4-FFF2-40B4-BE49-F238E27FC236}">
                <a16:creationId xmlns:a16="http://schemas.microsoft.com/office/drawing/2014/main" id="{230F0798-937A-0F4F-BC3E-58C03146BDAC}"/>
              </a:ext>
            </a:extLst>
          </p:cNvPr>
          <p:cNvSpPr>
            <a:spLocks noGrp="1"/>
          </p:cNvSpPr>
          <p:nvPr>
            <p:ph sz="half" idx="2" hasCustomPrompt="1"/>
          </p:nvPr>
        </p:nvSpPr>
        <p:spPr>
          <a:xfrm>
            <a:off x="6096000" y="1432908"/>
            <a:ext cx="5433483" cy="1477328"/>
          </a:xfrm>
        </p:spPr>
        <p:txBody>
          <a:bodyPr/>
          <a:lstStyle>
            <a:lvl1pPr marL="169863" indent="-169863">
              <a:lnSpc>
                <a:spcPct val="100000"/>
              </a:lnSpc>
              <a:buFont typeface="Wingdings" pitchFamily="2" charset="2"/>
              <a:buChar char="§"/>
              <a:defRPr sz="1800">
                <a:solidFill>
                  <a:srgbClr val="5B6770"/>
                </a:solidFill>
              </a:defRPr>
            </a:lvl1pPr>
            <a:lvl2pPr marL="376238" indent="-204788">
              <a:lnSpc>
                <a:spcPct val="100000"/>
              </a:lnSpc>
              <a:buFont typeface="Wingdings" pitchFamily="2" charset="2"/>
              <a:buChar char="§"/>
              <a:defRPr sz="1600">
                <a:solidFill>
                  <a:srgbClr val="5B6770"/>
                </a:solidFill>
              </a:defRPr>
            </a:lvl2pPr>
            <a:lvl3pPr marL="627063" indent="-185738">
              <a:lnSpc>
                <a:spcPct val="100000"/>
              </a:lnSpc>
              <a:buFont typeface="Wingdings" pitchFamily="2" charset="2"/>
              <a:buChar char="§"/>
              <a:defRPr sz="1600">
                <a:solidFill>
                  <a:srgbClr val="5B6770"/>
                </a:solidFill>
              </a:defRPr>
            </a:lvl3pPr>
            <a:lvl4pPr marL="792163" indent="-163513">
              <a:lnSpc>
                <a:spcPct val="100000"/>
              </a:lnSpc>
              <a:buFont typeface="Wingdings" pitchFamily="2" charset="2"/>
              <a:buChar char="§"/>
              <a:defRPr sz="1400">
                <a:solidFill>
                  <a:srgbClr val="5B6770"/>
                </a:solidFill>
              </a:defRPr>
            </a:lvl4pPr>
            <a:lvl5pPr marL="957263" indent="-163513">
              <a:lnSpc>
                <a:spcPct val="100000"/>
              </a:lnSpc>
              <a:buFont typeface="Wingdings" pitchFamily="2" charset="2"/>
              <a:buChar char="§"/>
              <a:defRPr sz="1400">
                <a:solidFill>
                  <a:srgbClr val="5B6770"/>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12" name="Title 1">
            <a:extLst>
              <a:ext uri="{FF2B5EF4-FFF2-40B4-BE49-F238E27FC236}">
                <a16:creationId xmlns:a16="http://schemas.microsoft.com/office/drawing/2014/main" id="{9EC443CE-CB7D-E44F-87A8-24D5945C143B}"/>
              </a:ext>
            </a:extLst>
          </p:cNvPr>
          <p:cNvSpPr>
            <a:spLocks noGrp="1"/>
          </p:cNvSpPr>
          <p:nvPr>
            <p:ph type="title"/>
          </p:nvPr>
        </p:nvSpPr>
        <p:spPr>
          <a:xfrm>
            <a:off x="466628" y="952500"/>
            <a:ext cx="10976889" cy="304699"/>
          </a:xfrm>
        </p:spPr>
        <p:txBody>
          <a:bodyPr/>
          <a:lstStyle>
            <a:lvl1pPr>
              <a:defRPr sz="2200">
                <a:solidFill>
                  <a:srgbClr val="5B6770"/>
                </a:solidFill>
              </a:defRPr>
            </a:lvl1pPr>
          </a:lstStyle>
          <a:p>
            <a:r>
              <a:rPr lang="en-US"/>
              <a:t>Click to edit Master title style</a:t>
            </a:r>
          </a:p>
        </p:txBody>
      </p:sp>
    </p:spTree>
    <p:extLst>
      <p:ext uri="{BB962C8B-B14F-4D97-AF65-F5344CB8AC3E}">
        <p14:creationId xmlns:p14="http://schemas.microsoft.com/office/powerpoint/2010/main" val="15761529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side_Page_HeaderBar_2Content_w/Titl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48FFE6E1-85EB-9E42-824B-7CC9267ED8B9}" type="slidenum">
              <a:rPr lang="en-US" smtClean="0"/>
              <a:pPr/>
              <a:t>‹#›</a:t>
            </a:fld>
            <a:endParaRPr lang="en-US"/>
          </a:p>
        </p:txBody>
      </p:sp>
      <p:sp>
        <p:nvSpPr>
          <p:cNvPr id="9" name="Text Placeholder 2">
            <a:extLst>
              <a:ext uri="{FF2B5EF4-FFF2-40B4-BE49-F238E27FC236}">
                <a16:creationId xmlns:a16="http://schemas.microsoft.com/office/drawing/2014/main" id="{F74F7367-5BBA-514E-99CC-4BC56B9FD3A1}"/>
              </a:ext>
            </a:extLst>
          </p:cNvPr>
          <p:cNvSpPr>
            <a:spLocks noGrp="1"/>
          </p:cNvSpPr>
          <p:nvPr>
            <p:ph type="body" idx="1"/>
          </p:nvPr>
        </p:nvSpPr>
        <p:spPr>
          <a:xfrm>
            <a:off x="457200" y="1435608"/>
            <a:ext cx="5386917" cy="304699"/>
          </a:xfrm>
          <a:prstGeom prst="rect">
            <a:avLst/>
          </a:prstGeom>
        </p:spPr>
        <p:txBody>
          <a:bodyPr anchor="b"/>
          <a:lstStyle>
            <a:lvl1pPr marL="0" indent="0">
              <a:buNone/>
              <a:defRPr sz="2200" b="1">
                <a:solidFill>
                  <a:srgbClr val="5B677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Content Placeholder 3">
            <a:extLst>
              <a:ext uri="{FF2B5EF4-FFF2-40B4-BE49-F238E27FC236}">
                <a16:creationId xmlns:a16="http://schemas.microsoft.com/office/drawing/2014/main" id="{12260942-4AA0-E141-8289-9B265CA8DC4E}"/>
              </a:ext>
            </a:extLst>
          </p:cNvPr>
          <p:cNvSpPr>
            <a:spLocks noGrp="1"/>
          </p:cNvSpPr>
          <p:nvPr>
            <p:ph sz="half" idx="2"/>
          </p:nvPr>
        </p:nvSpPr>
        <p:spPr>
          <a:xfrm>
            <a:off x="457200" y="1946835"/>
            <a:ext cx="5386917" cy="1477328"/>
          </a:xfrm>
          <a:prstGeom prst="rect">
            <a:avLst/>
          </a:prstGeom>
        </p:spPr>
        <p:txBody>
          <a:bodyPr/>
          <a:lstStyle>
            <a:lvl1pPr marL="169863" indent="-169863">
              <a:lnSpc>
                <a:spcPct val="100000"/>
              </a:lnSpc>
              <a:buFont typeface="Wingdings" pitchFamily="2" charset="2"/>
              <a:buChar char="§"/>
              <a:defRPr sz="1800">
                <a:solidFill>
                  <a:srgbClr val="5B6770"/>
                </a:solidFill>
              </a:defRPr>
            </a:lvl1pPr>
            <a:lvl2pPr marL="376238" indent="-204788">
              <a:lnSpc>
                <a:spcPct val="100000"/>
              </a:lnSpc>
              <a:buFont typeface="Wingdings" pitchFamily="2" charset="2"/>
              <a:buChar char="§"/>
              <a:defRPr sz="1600">
                <a:solidFill>
                  <a:srgbClr val="5B6770"/>
                </a:solidFill>
              </a:defRPr>
            </a:lvl2pPr>
            <a:lvl3pPr marL="627063" indent="-185738">
              <a:lnSpc>
                <a:spcPct val="100000"/>
              </a:lnSpc>
              <a:buFont typeface="Wingdings" pitchFamily="2" charset="2"/>
              <a:buChar char="§"/>
              <a:defRPr sz="1600">
                <a:solidFill>
                  <a:srgbClr val="5B6770"/>
                </a:solidFill>
              </a:defRPr>
            </a:lvl3pPr>
            <a:lvl4pPr marL="792163" indent="-163513">
              <a:lnSpc>
                <a:spcPct val="100000"/>
              </a:lnSpc>
              <a:buFont typeface="Wingdings" pitchFamily="2" charset="2"/>
              <a:buChar char="§"/>
              <a:defRPr sz="1400">
                <a:solidFill>
                  <a:srgbClr val="5B6770"/>
                </a:solidFill>
              </a:defRPr>
            </a:lvl4pPr>
            <a:lvl5pPr marL="957263" indent="-163513">
              <a:lnSpc>
                <a:spcPct val="100000"/>
              </a:lnSpc>
              <a:buFont typeface="Wingdings" pitchFamily="2" charset="2"/>
              <a:buChar char="§"/>
              <a:defRPr sz="1400">
                <a:solidFill>
                  <a:srgbClr val="5B6770"/>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32234CDA-553A-AA45-8EAD-77E05EC2E3AA}"/>
              </a:ext>
            </a:extLst>
          </p:cNvPr>
          <p:cNvSpPr>
            <a:spLocks noGrp="1"/>
          </p:cNvSpPr>
          <p:nvPr>
            <p:ph type="body" sz="quarter" idx="3"/>
          </p:nvPr>
        </p:nvSpPr>
        <p:spPr>
          <a:xfrm>
            <a:off x="6099048" y="1435608"/>
            <a:ext cx="5389033" cy="304699"/>
          </a:xfrm>
          <a:prstGeom prst="rect">
            <a:avLst/>
          </a:prstGeom>
        </p:spPr>
        <p:txBody>
          <a:bodyPr anchor="b"/>
          <a:lstStyle>
            <a:lvl1pPr marL="0" indent="0">
              <a:buNone/>
              <a:defRPr sz="2200" b="1">
                <a:solidFill>
                  <a:srgbClr val="5B677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a:extLst>
              <a:ext uri="{FF2B5EF4-FFF2-40B4-BE49-F238E27FC236}">
                <a16:creationId xmlns:a16="http://schemas.microsoft.com/office/drawing/2014/main" id="{89680ECA-6127-E14C-9E8C-6D7CD20FAA89}"/>
              </a:ext>
            </a:extLst>
          </p:cNvPr>
          <p:cNvSpPr>
            <a:spLocks noGrp="1"/>
          </p:cNvSpPr>
          <p:nvPr>
            <p:ph sz="quarter" idx="4"/>
          </p:nvPr>
        </p:nvSpPr>
        <p:spPr>
          <a:xfrm>
            <a:off x="6099048" y="1946797"/>
            <a:ext cx="5389033" cy="1477328"/>
          </a:xfrm>
          <a:prstGeom prst="rect">
            <a:avLst/>
          </a:prstGeom>
        </p:spPr>
        <p:txBody>
          <a:bodyPr/>
          <a:lstStyle>
            <a:lvl1pPr marL="169863" indent="-169863">
              <a:lnSpc>
                <a:spcPct val="100000"/>
              </a:lnSpc>
              <a:buFont typeface="Wingdings" pitchFamily="2" charset="2"/>
              <a:buChar char="§"/>
              <a:defRPr sz="1800">
                <a:solidFill>
                  <a:srgbClr val="5B6770"/>
                </a:solidFill>
              </a:defRPr>
            </a:lvl1pPr>
            <a:lvl2pPr marL="376238" indent="-204788">
              <a:lnSpc>
                <a:spcPct val="100000"/>
              </a:lnSpc>
              <a:buFont typeface="Wingdings" pitchFamily="2" charset="2"/>
              <a:buChar char="§"/>
              <a:defRPr sz="1600">
                <a:solidFill>
                  <a:srgbClr val="5B6770"/>
                </a:solidFill>
              </a:defRPr>
            </a:lvl2pPr>
            <a:lvl3pPr marL="627063" indent="-185738">
              <a:lnSpc>
                <a:spcPct val="100000"/>
              </a:lnSpc>
              <a:buFont typeface="Wingdings" pitchFamily="2" charset="2"/>
              <a:buChar char="§"/>
              <a:defRPr sz="1600">
                <a:solidFill>
                  <a:srgbClr val="5B6770"/>
                </a:solidFill>
              </a:defRPr>
            </a:lvl3pPr>
            <a:lvl4pPr marL="792163" indent="-163513">
              <a:lnSpc>
                <a:spcPct val="100000"/>
              </a:lnSpc>
              <a:buFont typeface="Wingdings" pitchFamily="2" charset="2"/>
              <a:buChar char="§"/>
              <a:defRPr sz="1400">
                <a:solidFill>
                  <a:srgbClr val="5B6770"/>
                </a:solidFill>
              </a:defRPr>
            </a:lvl4pPr>
            <a:lvl5pPr marL="957263" indent="-163513">
              <a:lnSpc>
                <a:spcPct val="100000"/>
              </a:lnSpc>
              <a:buFont typeface="Wingdings" pitchFamily="2" charset="2"/>
              <a:buChar char="§"/>
              <a:defRPr sz="1400">
                <a:solidFill>
                  <a:srgbClr val="5B6770"/>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1">
            <a:extLst>
              <a:ext uri="{FF2B5EF4-FFF2-40B4-BE49-F238E27FC236}">
                <a16:creationId xmlns:a16="http://schemas.microsoft.com/office/drawing/2014/main" id="{18067412-485A-3F41-9D5E-8CF0517EAC28}"/>
              </a:ext>
            </a:extLst>
          </p:cNvPr>
          <p:cNvSpPr>
            <a:spLocks noGrp="1"/>
          </p:cNvSpPr>
          <p:nvPr>
            <p:ph type="title"/>
          </p:nvPr>
        </p:nvSpPr>
        <p:spPr>
          <a:xfrm>
            <a:off x="466628" y="952500"/>
            <a:ext cx="10976889" cy="304699"/>
          </a:xfrm>
        </p:spPr>
        <p:txBody>
          <a:bodyPr/>
          <a:lstStyle>
            <a:lvl1pPr>
              <a:defRPr sz="2200">
                <a:solidFill>
                  <a:srgbClr val="5B6770"/>
                </a:solidFill>
              </a:defRPr>
            </a:lvl1pPr>
          </a:lstStyle>
          <a:p>
            <a:r>
              <a:rPr lang="en-US"/>
              <a:t>Click to edit Master title style</a:t>
            </a:r>
          </a:p>
        </p:txBody>
      </p:sp>
    </p:spTree>
    <p:extLst>
      <p:ext uri="{BB962C8B-B14F-4D97-AF65-F5344CB8AC3E}">
        <p14:creationId xmlns:p14="http://schemas.microsoft.com/office/powerpoint/2010/main" val="2033916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sert_Picture_Media">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48FFE6E1-85EB-9E42-824B-7CC9267ED8B9}" type="slidenum">
              <a:rPr lang="en-US" smtClean="0"/>
              <a:pPr/>
              <a:t>‹#›</a:t>
            </a:fld>
            <a:endParaRPr lang="en-US"/>
          </a:p>
        </p:txBody>
      </p:sp>
      <p:sp>
        <p:nvSpPr>
          <p:cNvPr id="6" name="Rectangle 5"/>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rgbClr val="A3AAAE"/>
                </a:solidFill>
              </a:rPr>
              <a:t>Copyright © 2024 Boeing. All rights reserved.</a:t>
            </a:r>
          </a:p>
        </p:txBody>
      </p:sp>
      <p:sp>
        <p:nvSpPr>
          <p:cNvPr id="8" name="Picture Placeholder 2">
            <a:extLst>
              <a:ext uri="{FF2B5EF4-FFF2-40B4-BE49-F238E27FC236}">
                <a16:creationId xmlns:a16="http://schemas.microsoft.com/office/drawing/2014/main" id="{73A21917-118D-AF4C-B482-E50B88C6C18F}"/>
              </a:ext>
            </a:extLst>
          </p:cNvPr>
          <p:cNvSpPr>
            <a:spLocks noGrp="1"/>
          </p:cNvSpPr>
          <p:nvPr>
            <p:ph type="pic" idx="14"/>
          </p:nvPr>
        </p:nvSpPr>
        <p:spPr>
          <a:xfrm>
            <a:off x="466628" y="1577083"/>
            <a:ext cx="4833238" cy="4114800"/>
          </a:xfrm>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0" name="Title 1">
            <a:extLst>
              <a:ext uri="{FF2B5EF4-FFF2-40B4-BE49-F238E27FC236}">
                <a16:creationId xmlns:a16="http://schemas.microsoft.com/office/drawing/2014/main" id="{0BF219F5-F627-DE43-9CE5-F3DAD8488EC8}"/>
              </a:ext>
            </a:extLst>
          </p:cNvPr>
          <p:cNvSpPr>
            <a:spLocks noGrp="1"/>
          </p:cNvSpPr>
          <p:nvPr>
            <p:ph type="title"/>
          </p:nvPr>
        </p:nvSpPr>
        <p:spPr>
          <a:xfrm>
            <a:off x="466628" y="952500"/>
            <a:ext cx="10976889" cy="304699"/>
          </a:xfrm>
        </p:spPr>
        <p:txBody>
          <a:bodyPr/>
          <a:lstStyle>
            <a:lvl1pPr>
              <a:defRPr sz="2200">
                <a:solidFill>
                  <a:srgbClr val="5B6770"/>
                </a:solidFill>
              </a:defRPr>
            </a:lvl1pPr>
          </a:lstStyle>
          <a:p>
            <a:r>
              <a:rPr lang="en-US"/>
              <a:t>Click to edit Master title style</a:t>
            </a:r>
          </a:p>
        </p:txBody>
      </p:sp>
      <p:sp>
        <p:nvSpPr>
          <p:cNvPr id="13" name="Footer Placeholder 82">
            <a:extLst>
              <a:ext uri="{FF2B5EF4-FFF2-40B4-BE49-F238E27FC236}">
                <a16:creationId xmlns:a16="http://schemas.microsoft.com/office/drawing/2014/main" id="{37B0ABB4-3B4D-AD4C-A169-B7CC260A12A4}"/>
              </a:ext>
            </a:extLst>
          </p:cNvPr>
          <p:cNvSpPr txBox="1">
            <a:spLocks/>
          </p:cNvSpPr>
          <p:nvPr userDrawn="1"/>
        </p:nvSpPr>
        <p:spPr bwMode="auto">
          <a:xfrm>
            <a:off x="3971405" y="6251768"/>
            <a:ext cx="4267200" cy="37465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a:solidFill>
                  <a:srgbClr val="A3AAAE"/>
                </a:solidFill>
              </a:rPr>
              <a:t>BOEING PROPRIETARY</a:t>
            </a:r>
          </a:p>
        </p:txBody>
      </p:sp>
      <p:sp>
        <p:nvSpPr>
          <p:cNvPr id="12" name="Picture Placeholder 2">
            <a:extLst>
              <a:ext uri="{FF2B5EF4-FFF2-40B4-BE49-F238E27FC236}">
                <a16:creationId xmlns:a16="http://schemas.microsoft.com/office/drawing/2014/main" id="{0E854BD1-647C-4039-B89B-56DC0699BC6B}"/>
              </a:ext>
            </a:extLst>
          </p:cNvPr>
          <p:cNvSpPr>
            <a:spLocks noGrp="1"/>
          </p:cNvSpPr>
          <p:nvPr>
            <p:ph type="pic" idx="18"/>
          </p:nvPr>
        </p:nvSpPr>
        <p:spPr>
          <a:xfrm>
            <a:off x="6610279" y="1577083"/>
            <a:ext cx="4833238" cy="4114800"/>
          </a:xfrm>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Tree>
    <p:extLst>
      <p:ext uri="{BB962C8B-B14F-4D97-AF65-F5344CB8AC3E}">
        <p14:creationId xmlns:p14="http://schemas.microsoft.com/office/powerpoint/2010/main" val="39571117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Square_1">
    <p:spTree>
      <p:nvGrpSpPr>
        <p:cNvPr id="1" name=""/>
        <p:cNvGrpSpPr/>
        <p:nvPr/>
      </p:nvGrpSpPr>
      <p:grpSpPr>
        <a:xfrm>
          <a:off x="0" y="0"/>
          <a:ext cx="0" cy="0"/>
          <a:chOff x="0" y="0"/>
          <a:chExt cx="0" cy="0"/>
        </a:xfrm>
      </p:grpSpPr>
      <p:cxnSp>
        <p:nvCxnSpPr>
          <p:cNvPr id="22" name="Straight Connector 21"/>
          <p:cNvCxnSpPr/>
          <p:nvPr userDrawn="1"/>
        </p:nvCxnSpPr>
        <p:spPr>
          <a:xfrm flipV="1">
            <a:off x="6096000" y="964276"/>
            <a:ext cx="0" cy="5299364"/>
          </a:xfrm>
          <a:prstGeom prst="line">
            <a:avLst/>
          </a:prstGeom>
          <a:ln w="15875" cap="rnd" cmpd="sng">
            <a:gradFill>
              <a:gsLst>
                <a:gs pos="20000">
                  <a:srgbClr val="00369D"/>
                </a:gs>
                <a:gs pos="50000">
                  <a:srgbClr val="85C2EF"/>
                </a:gs>
                <a:gs pos="80000">
                  <a:srgbClr val="00369D"/>
                </a:gs>
              </a:gsLst>
              <a:lin ang="5400000" scaled="1"/>
            </a:gradFill>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p:cNvCxnSpPr>
          <p:nvPr userDrawn="1"/>
        </p:nvCxnSpPr>
        <p:spPr>
          <a:xfrm flipH="1">
            <a:off x="457201" y="3584863"/>
            <a:ext cx="11239499" cy="1"/>
          </a:xfrm>
          <a:prstGeom prst="line">
            <a:avLst/>
          </a:prstGeom>
          <a:ln w="15875" cap="rnd" cmpd="sng">
            <a:gradFill>
              <a:gsLst>
                <a:gs pos="50000">
                  <a:srgbClr val="85C2EF"/>
                </a:gs>
                <a:gs pos="20000">
                  <a:srgbClr val="00369D"/>
                </a:gs>
                <a:gs pos="80000">
                  <a:srgbClr val="00369D"/>
                </a:gs>
              </a:gsLst>
              <a:lin ang="0" scaled="0"/>
            </a:gradFill>
            <a:prstDash val="sysDash"/>
          </a:ln>
        </p:spPr>
        <p:style>
          <a:lnRef idx="1">
            <a:schemeClr val="accent1"/>
          </a:lnRef>
          <a:fillRef idx="0">
            <a:schemeClr val="accent1"/>
          </a:fillRef>
          <a:effectRef idx="0">
            <a:schemeClr val="accent1"/>
          </a:effectRef>
          <a:fontRef idx="minor">
            <a:schemeClr val="tx1"/>
          </a:fontRef>
        </p:style>
      </p:cxnSp>
      <p:sp>
        <p:nvSpPr>
          <p:cNvPr id="25" name="Text Placeholder 13"/>
          <p:cNvSpPr>
            <a:spLocks noGrp="1"/>
          </p:cNvSpPr>
          <p:nvPr>
            <p:ph type="body" sz="quarter" idx="19"/>
          </p:nvPr>
        </p:nvSpPr>
        <p:spPr>
          <a:xfrm>
            <a:off x="462645" y="964276"/>
            <a:ext cx="5259170" cy="276999"/>
          </a:xfrm>
          <a:prstGeom prst="rect">
            <a:avLst/>
          </a:prstGeom>
        </p:spPr>
        <p:txBody>
          <a:bodyPr lIns="0" tIns="0" rIns="0" bIns="0"/>
          <a:lstStyle>
            <a:lvl1pPr marL="0" indent="0">
              <a:buNone/>
              <a:defRPr sz="2000">
                <a:solidFill>
                  <a:srgbClr val="5B6770"/>
                </a:solidFill>
                <a:latin typeface="Arial" panose="020B0604020202020204" pitchFamily="34" charset="0"/>
                <a:cs typeface="Arial" panose="020B0604020202020204" pitchFamily="34" charset="0"/>
              </a:defRPr>
            </a:lvl1pPr>
            <a:lvl4pPr marL="628650" indent="0">
              <a:buNone/>
              <a:defRPr/>
            </a:lvl4pPr>
          </a:lstStyle>
          <a:p>
            <a:pPr lvl="0"/>
            <a:r>
              <a:rPr lang="en-US"/>
              <a:t>Edit Master text styles</a:t>
            </a:r>
          </a:p>
        </p:txBody>
      </p:sp>
      <p:sp>
        <p:nvSpPr>
          <p:cNvPr id="27" name="Text Placeholder 13"/>
          <p:cNvSpPr>
            <a:spLocks noGrp="1"/>
          </p:cNvSpPr>
          <p:nvPr>
            <p:ph type="body" sz="quarter" idx="21"/>
          </p:nvPr>
        </p:nvSpPr>
        <p:spPr>
          <a:xfrm>
            <a:off x="6437530" y="964276"/>
            <a:ext cx="5259170" cy="276999"/>
          </a:xfrm>
          <a:prstGeom prst="rect">
            <a:avLst/>
          </a:prstGeom>
        </p:spPr>
        <p:txBody>
          <a:bodyPr lIns="0" tIns="0" rIns="0" bIns="0"/>
          <a:lstStyle>
            <a:lvl1pPr marL="0" indent="0">
              <a:buNone/>
              <a:defRPr sz="2000">
                <a:solidFill>
                  <a:srgbClr val="5B6770"/>
                </a:solidFill>
                <a:latin typeface="Arial" panose="020B0604020202020204" pitchFamily="34" charset="0"/>
                <a:cs typeface="Arial" panose="020B0604020202020204" pitchFamily="34" charset="0"/>
              </a:defRPr>
            </a:lvl1pPr>
            <a:lvl4pPr marL="628650" indent="0">
              <a:buNone/>
              <a:defRPr/>
            </a:lvl4pPr>
          </a:lstStyle>
          <a:p>
            <a:pPr lvl="0"/>
            <a:r>
              <a:rPr lang="en-US"/>
              <a:t>Edit Master text styles</a:t>
            </a:r>
          </a:p>
        </p:txBody>
      </p:sp>
      <p:sp>
        <p:nvSpPr>
          <p:cNvPr id="29" name="Text Placeholder 13"/>
          <p:cNvSpPr>
            <a:spLocks noGrp="1"/>
          </p:cNvSpPr>
          <p:nvPr>
            <p:ph type="body" sz="quarter" idx="23"/>
          </p:nvPr>
        </p:nvSpPr>
        <p:spPr>
          <a:xfrm>
            <a:off x="469379" y="3831336"/>
            <a:ext cx="5259170" cy="276999"/>
          </a:xfrm>
          <a:prstGeom prst="rect">
            <a:avLst/>
          </a:prstGeom>
        </p:spPr>
        <p:txBody>
          <a:bodyPr lIns="0" tIns="0" rIns="0" bIns="0"/>
          <a:lstStyle>
            <a:lvl1pPr marL="0" indent="0">
              <a:buNone/>
              <a:defRPr sz="2000">
                <a:solidFill>
                  <a:srgbClr val="5B6770"/>
                </a:solidFill>
                <a:latin typeface="Arial" panose="020B0604020202020204" pitchFamily="34" charset="0"/>
                <a:cs typeface="Arial" panose="020B0604020202020204" pitchFamily="34" charset="0"/>
              </a:defRPr>
            </a:lvl1pPr>
            <a:lvl4pPr marL="628650" indent="0">
              <a:buNone/>
              <a:defRPr/>
            </a:lvl4pPr>
          </a:lstStyle>
          <a:p>
            <a:pPr lvl="0"/>
            <a:r>
              <a:rPr lang="en-US"/>
              <a:t>Edit Master text styles</a:t>
            </a:r>
          </a:p>
        </p:txBody>
      </p:sp>
      <p:sp>
        <p:nvSpPr>
          <p:cNvPr id="31" name="Text Placeholder 13"/>
          <p:cNvSpPr>
            <a:spLocks noGrp="1"/>
          </p:cNvSpPr>
          <p:nvPr>
            <p:ph type="body" sz="quarter" idx="25"/>
          </p:nvPr>
        </p:nvSpPr>
        <p:spPr>
          <a:xfrm>
            <a:off x="6437530" y="3831336"/>
            <a:ext cx="5259170" cy="276999"/>
          </a:xfrm>
          <a:prstGeom prst="rect">
            <a:avLst/>
          </a:prstGeom>
        </p:spPr>
        <p:txBody>
          <a:bodyPr lIns="0" tIns="0" rIns="0" bIns="0"/>
          <a:lstStyle>
            <a:lvl1pPr marL="0" indent="0">
              <a:buNone/>
              <a:defRPr sz="2000">
                <a:solidFill>
                  <a:srgbClr val="5B6770"/>
                </a:solidFill>
                <a:latin typeface="Arial" panose="020B0604020202020204" pitchFamily="34" charset="0"/>
                <a:cs typeface="Arial" panose="020B0604020202020204" pitchFamily="34" charset="0"/>
              </a:defRPr>
            </a:lvl1pPr>
            <a:lvl4pPr marL="628650" indent="0">
              <a:buNone/>
              <a:defRPr/>
            </a:lvl4pPr>
          </a:lstStyle>
          <a:p>
            <a:pPr lvl="0"/>
            <a:r>
              <a:rPr lang="en-US"/>
              <a:t>Edit Master text styles</a:t>
            </a:r>
          </a:p>
        </p:txBody>
      </p:sp>
      <p:sp>
        <p:nvSpPr>
          <p:cNvPr id="16" name="Slide Number Placeholder 2">
            <a:extLst>
              <a:ext uri="{FF2B5EF4-FFF2-40B4-BE49-F238E27FC236}">
                <a16:creationId xmlns:a16="http://schemas.microsoft.com/office/drawing/2014/main" id="{05E95190-3F4A-2045-929E-292D81F2EBAC}"/>
              </a:ext>
            </a:extLst>
          </p:cNvPr>
          <p:cNvSpPr>
            <a:spLocks noGrp="1"/>
          </p:cNvSpPr>
          <p:nvPr>
            <p:ph type="sldNum" sz="quarter" idx="10"/>
          </p:nvPr>
        </p:nvSpPr>
        <p:spPr>
          <a:xfrm>
            <a:off x="10142220" y="6515100"/>
            <a:ext cx="1554480" cy="91440"/>
          </a:xfrm>
        </p:spPr>
        <p:txBody>
          <a:bodyPr/>
          <a:lstStyle/>
          <a:p>
            <a:fld id="{48FFE6E1-85EB-9E42-824B-7CC9267ED8B9}" type="slidenum">
              <a:rPr lang="en-US" smtClean="0"/>
              <a:pPr/>
              <a:t>‹#›</a:t>
            </a:fld>
            <a:endParaRPr lang="en-US"/>
          </a:p>
        </p:txBody>
      </p:sp>
      <p:sp>
        <p:nvSpPr>
          <p:cNvPr id="18" name="Rectangle 17">
            <a:extLst>
              <a:ext uri="{FF2B5EF4-FFF2-40B4-BE49-F238E27FC236}">
                <a16:creationId xmlns:a16="http://schemas.microsoft.com/office/drawing/2014/main" id="{7C1C858C-4456-354F-9D02-B5CF00B7763E}"/>
              </a:ext>
            </a:extLst>
          </p:cNvPr>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rgbClr val="A3AAAE"/>
                </a:solidFill>
              </a:rPr>
              <a:t>Copyright © 2024 Boeing. All rights reserved.</a:t>
            </a:r>
          </a:p>
        </p:txBody>
      </p:sp>
      <p:sp>
        <p:nvSpPr>
          <p:cNvPr id="21" name="Footer Placeholder 82">
            <a:extLst>
              <a:ext uri="{FF2B5EF4-FFF2-40B4-BE49-F238E27FC236}">
                <a16:creationId xmlns:a16="http://schemas.microsoft.com/office/drawing/2014/main" id="{79337AF9-6A73-2748-A591-1E2302E90CDC}"/>
              </a:ext>
            </a:extLst>
          </p:cNvPr>
          <p:cNvSpPr txBox="1">
            <a:spLocks/>
          </p:cNvSpPr>
          <p:nvPr userDrawn="1"/>
        </p:nvSpPr>
        <p:spPr bwMode="auto">
          <a:xfrm>
            <a:off x="3971405" y="6251768"/>
            <a:ext cx="4267200" cy="37465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a:solidFill>
                  <a:srgbClr val="A3AAAE"/>
                </a:solidFill>
              </a:rPr>
              <a:t>BOEING PROPRIETARY</a:t>
            </a:r>
          </a:p>
        </p:txBody>
      </p:sp>
      <p:sp>
        <p:nvSpPr>
          <p:cNvPr id="33" name="Content Placeholder 2">
            <a:extLst>
              <a:ext uri="{FF2B5EF4-FFF2-40B4-BE49-F238E27FC236}">
                <a16:creationId xmlns:a16="http://schemas.microsoft.com/office/drawing/2014/main" id="{D83E4890-D76A-9D4D-9448-103642AF7CD5}"/>
              </a:ext>
            </a:extLst>
          </p:cNvPr>
          <p:cNvSpPr>
            <a:spLocks noGrp="1"/>
          </p:cNvSpPr>
          <p:nvPr>
            <p:ph sz="half" idx="1" hasCustomPrompt="1"/>
          </p:nvPr>
        </p:nvSpPr>
        <p:spPr>
          <a:xfrm>
            <a:off x="466627" y="1373147"/>
            <a:ext cx="5255187" cy="1477328"/>
          </a:xfrm>
        </p:spPr>
        <p:txBody>
          <a:bodyPr/>
          <a:lstStyle>
            <a:lvl1pPr>
              <a:defRPr sz="1800">
                <a:solidFill>
                  <a:srgbClr val="5B6770"/>
                </a:solidFill>
              </a:defRPr>
            </a:lvl1pPr>
            <a:lvl2pPr>
              <a:defRPr sz="1600">
                <a:solidFill>
                  <a:srgbClr val="5B6770"/>
                </a:solidFill>
              </a:defRPr>
            </a:lvl2pPr>
            <a:lvl3pPr marL="627063" indent="-185738">
              <a:buFont typeface="Wingdings" panose="05000000000000000000" pitchFamily="2" charset="2"/>
              <a:buChar char="§"/>
              <a:defRPr sz="1600">
                <a:solidFill>
                  <a:srgbClr val="5B6770"/>
                </a:solidFill>
              </a:defRPr>
            </a:lvl3pPr>
            <a:lvl4pPr marL="792163" indent="-163513">
              <a:buFont typeface="Wingdings" panose="05000000000000000000" pitchFamily="2" charset="2"/>
              <a:buChar char="§"/>
              <a:defRPr sz="1400">
                <a:solidFill>
                  <a:srgbClr val="5B6770"/>
                </a:solidFill>
              </a:defRPr>
            </a:lvl4pPr>
            <a:lvl5pPr marL="957263" indent="-163513">
              <a:buFont typeface="Wingdings" panose="05000000000000000000" pitchFamily="2" charset="2"/>
              <a:buChar char="§"/>
              <a:defRPr sz="1400">
                <a:solidFill>
                  <a:srgbClr val="5B6770"/>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36" name="Content Placeholder 2">
            <a:extLst>
              <a:ext uri="{FF2B5EF4-FFF2-40B4-BE49-F238E27FC236}">
                <a16:creationId xmlns:a16="http://schemas.microsoft.com/office/drawing/2014/main" id="{259FE9C1-5DB4-454A-992E-A8F2B6E64D7E}"/>
              </a:ext>
            </a:extLst>
          </p:cNvPr>
          <p:cNvSpPr>
            <a:spLocks noGrp="1"/>
          </p:cNvSpPr>
          <p:nvPr>
            <p:ph sz="half" idx="26" hasCustomPrompt="1"/>
          </p:nvPr>
        </p:nvSpPr>
        <p:spPr>
          <a:xfrm>
            <a:off x="6437376" y="1373147"/>
            <a:ext cx="5255187" cy="1477328"/>
          </a:xfrm>
        </p:spPr>
        <p:txBody>
          <a:bodyPr/>
          <a:lstStyle>
            <a:lvl1pPr>
              <a:defRPr sz="1800">
                <a:solidFill>
                  <a:srgbClr val="5B6770"/>
                </a:solidFill>
              </a:defRPr>
            </a:lvl1pPr>
            <a:lvl2pPr>
              <a:defRPr sz="1600">
                <a:solidFill>
                  <a:srgbClr val="5B6770"/>
                </a:solidFill>
              </a:defRPr>
            </a:lvl2pPr>
            <a:lvl3pPr marL="627063" indent="-185738">
              <a:buFont typeface="Wingdings" panose="05000000000000000000" pitchFamily="2" charset="2"/>
              <a:buChar char="§"/>
              <a:defRPr sz="1600">
                <a:solidFill>
                  <a:srgbClr val="5B6770"/>
                </a:solidFill>
              </a:defRPr>
            </a:lvl3pPr>
            <a:lvl4pPr marL="792163" indent="-163513">
              <a:buFont typeface="Wingdings" panose="05000000000000000000" pitchFamily="2" charset="2"/>
              <a:buChar char="§"/>
              <a:defRPr sz="1400">
                <a:solidFill>
                  <a:srgbClr val="5B6770"/>
                </a:solidFill>
              </a:defRPr>
            </a:lvl4pPr>
            <a:lvl5pPr marL="957263" indent="-163513">
              <a:buFont typeface="Wingdings" panose="05000000000000000000" pitchFamily="2" charset="2"/>
              <a:buChar char="§"/>
              <a:defRPr sz="1400">
                <a:solidFill>
                  <a:srgbClr val="5B6770"/>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37" name="Content Placeholder 2">
            <a:extLst>
              <a:ext uri="{FF2B5EF4-FFF2-40B4-BE49-F238E27FC236}">
                <a16:creationId xmlns:a16="http://schemas.microsoft.com/office/drawing/2014/main" id="{F9B6AE58-64EC-5C46-9C7C-5385A3D4242F}"/>
              </a:ext>
            </a:extLst>
          </p:cNvPr>
          <p:cNvSpPr>
            <a:spLocks noGrp="1"/>
          </p:cNvSpPr>
          <p:nvPr>
            <p:ph sz="half" idx="27" hasCustomPrompt="1"/>
          </p:nvPr>
        </p:nvSpPr>
        <p:spPr>
          <a:xfrm>
            <a:off x="6437376" y="4227289"/>
            <a:ext cx="5255187" cy="1477328"/>
          </a:xfrm>
        </p:spPr>
        <p:txBody>
          <a:bodyPr/>
          <a:lstStyle>
            <a:lvl1pPr>
              <a:defRPr sz="1800">
                <a:solidFill>
                  <a:srgbClr val="5B6770"/>
                </a:solidFill>
              </a:defRPr>
            </a:lvl1pPr>
            <a:lvl2pPr>
              <a:defRPr sz="1600">
                <a:solidFill>
                  <a:srgbClr val="5B6770"/>
                </a:solidFill>
              </a:defRPr>
            </a:lvl2pPr>
            <a:lvl3pPr marL="627063" indent="-185738">
              <a:buFont typeface="Wingdings" panose="05000000000000000000" pitchFamily="2" charset="2"/>
              <a:buChar char="§"/>
              <a:defRPr sz="1600">
                <a:solidFill>
                  <a:srgbClr val="5B6770"/>
                </a:solidFill>
              </a:defRPr>
            </a:lvl3pPr>
            <a:lvl4pPr marL="792163" indent="-163513">
              <a:buFont typeface="Wingdings" panose="05000000000000000000" pitchFamily="2" charset="2"/>
              <a:buChar char="§"/>
              <a:defRPr sz="1400">
                <a:solidFill>
                  <a:srgbClr val="5B6770"/>
                </a:solidFill>
              </a:defRPr>
            </a:lvl4pPr>
            <a:lvl5pPr marL="957263" indent="-163513">
              <a:buFont typeface="Wingdings" panose="05000000000000000000" pitchFamily="2" charset="2"/>
              <a:buChar char="§"/>
              <a:defRPr sz="1400">
                <a:solidFill>
                  <a:srgbClr val="5B6770"/>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39" name="Content Placeholder 2">
            <a:extLst>
              <a:ext uri="{FF2B5EF4-FFF2-40B4-BE49-F238E27FC236}">
                <a16:creationId xmlns:a16="http://schemas.microsoft.com/office/drawing/2014/main" id="{8EFBC3E8-3090-734F-BA07-3A15C0FCE63C}"/>
              </a:ext>
            </a:extLst>
          </p:cNvPr>
          <p:cNvSpPr>
            <a:spLocks noGrp="1"/>
          </p:cNvSpPr>
          <p:nvPr>
            <p:ph sz="half" idx="28" hasCustomPrompt="1"/>
          </p:nvPr>
        </p:nvSpPr>
        <p:spPr>
          <a:xfrm>
            <a:off x="466627" y="4227289"/>
            <a:ext cx="5255187" cy="1477328"/>
          </a:xfrm>
        </p:spPr>
        <p:txBody>
          <a:bodyPr/>
          <a:lstStyle>
            <a:lvl1pPr>
              <a:defRPr sz="1800">
                <a:solidFill>
                  <a:srgbClr val="5B6770"/>
                </a:solidFill>
              </a:defRPr>
            </a:lvl1pPr>
            <a:lvl2pPr>
              <a:defRPr sz="1600">
                <a:solidFill>
                  <a:srgbClr val="5B6770"/>
                </a:solidFill>
              </a:defRPr>
            </a:lvl2pPr>
            <a:lvl3pPr marL="627063" indent="-185738">
              <a:buFont typeface="Wingdings" panose="05000000000000000000" pitchFamily="2" charset="2"/>
              <a:buChar char="§"/>
              <a:defRPr sz="1600">
                <a:solidFill>
                  <a:srgbClr val="5B6770"/>
                </a:solidFill>
              </a:defRPr>
            </a:lvl3pPr>
            <a:lvl4pPr marL="792163" indent="-163513">
              <a:buFont typeface="Wingdings" panose="05000000000000000000" pitchFamily="2" charset="2"/>
              <a:buChar char="§"/>
              <a:defRPr sz="1400">
                <a:solidFill>
                  <a:srgbClr val="5B6770"/>
                </a:solidFill>
              </a:defRPr>
            </a:lvl4pPr>
            <a:lvl5pPr marL="957263" indent="-163513">
              <a:buFont typeface="Wingdings" panose="05000000000000000000" pitchFamily="2" charset="2"/>
              <a:buChar char="§"/>
              <a:defRPr sz="1400">
                <a:solidFill>
                  <a:srgbClr val="5B6770"/>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20" name="Text Placeholder 3">
            <a:extLst>
              <a:ext uri="{FF2B5EF4-FFF2-40B4-BE49-F238E27FC236}">
                <a16:creationId xmlns:a16="http://schemas.microsoft.com/office/drawing/2014/main" id="{C2F4776C-A8A7-FD4F-B5C3-C00C8494B003}"/>
              </a:ext>
            </a:extLst>
          </p:cNvPr>
          <p:cNvSpPr>
            <a:spLocks noGrp="1"/>
          </p:cNvSpPr>
          <p:nvPr>
            <p:ph type="body" sz="quarter" idx="14" hasCustomPrompt="1"/>
          </p:nvPr>
        </p:nvSpPr>
        <p:spPr>
          <a:xfrm>
            <a:off x="5672137" y="188083"/>
            <a:ext cx="6024563" cy="193899"/>
          </a:xfrm>
        </p:spPr>
        <p:txBody>
          <a:bodyPr/>
          <a:lstStyle>
            <a:lvl1pPr marL="0" indent="0" algn="r">
              <a:buNone/>
              <a:defRPr sz="1400">
                <a:solidFill>
                  <a:schemeClr val="bg1"/>
                </a:solidFill>
              </a:defRPr>
            </a:lvl1pPr>
            <a:lvl2pPr marL="171450" indent="0" algn="r">
              <a:buNone/>
              <a:defRPr/>
            </a:lvl2pPr>
            <a:lvl3pPr marL="441325" indent="0" algn="r">
              <a:buNone/>
              <a:defRPr/>
            </a:lvl3pPr>
            <a:lvl4pPr marL="628650" indent="0" algn="r">
              <a:buNone/>
              <a:defRPr/>
            </a:lvl4pPr>
            <a:lvl5pPr marL="793750" indent="0" algn="r">
              <a:buNone/>
              <a:defRPr/>
            </a:lvl5pPr>
          </a:lstStyle>
          <a:p>
            <a:pPr lvl="0"/>
            <a:r>
              <a:rPr lang="en-US"/>
              <a:t>Click to edit Organization Name</a:t>
            </a:r>
          </a:p>
        </p:txBody>
      </p:sp>
    </p:spTree>
    <p:extLst>
      <p:ext uri="{BB962C8B-B14F-4D97-AF65-F5344CB8AC3E}">
        <p14:creationId xmlns:p14="http://schemas.microsoft.com/office/powerpoint/2010/main" val="513917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Square_2">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B7601E75-F864-5E4C-A9C2-BC3D4E952FD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533400"/>
          </a:xfrm>
          <a:prstGeom prst="rect">
            <a:avLst/>
          </a:prstGeom>
        </p:spPr>
      </p:pic>
      <p:cxnSp>
        <p:nvCxnSpPr>
          <p:cNvPr id="22" name="Straight Connector 21"/>
          <p:cNvCxnSpPr/>
          <p:nvPr userDrawn="1"/>
        </p:nvCxnSpPr>
        <p:spPr>
          <a:xfrm flipV="1">
            <a:off x="6096000" y="964276"/>
            <a:ext cx="0" cy="5299364"/>
          </a:xfrm>
          <a:prstGeom prst="line">
            <a:avLst/>
          </a:prstGeom>
          <a:ln w="15875" cap="rnd" cmpd="sng">
            <a:gradFill>
              <a:gsLst>
                <a:gs pos="20000">
                  <a:srgbClr val="00369D"/>
                </a:gs>
                <a:gs pos="50000">
                  <a:srgbClr val="85C2EF"/>
                </a:gs>
                <a:gs pos="80000">
                  <a:srgbClr val="00369D"/>
                </a:gs>
              </a:gsLst>
              <a:lin ang="5400000" scaled="1"/>
            </a:gradFill>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p:cNvCxnSpPr>
          <p:nvPr userDrawn="1"/>
        </p:nvCxnSpPr>
        <p:spPr>
          <a:xfrm flipH="1">
            <a:off x="457201" y="3584863"/>
            <a:ext cx="11239499" cy="1"/>
          </a:xfrm>
          <a:prstGeom prst="line">
            <a:avLst/>
          </a:prstGeom>
          <a:ln w="15875" cap="rnd" cmpd="sng">
            <a:gradFill>
              <a:gsLst>
                <a:gs pos="50000">
                  <a:srgbClr val="85C2EF"/>
                </a:gs>
                <a:gs pos="20000">
                  <a:srgbClr val="00369D"/>
                </a:gs>
                <a:gs pos="80000">
                  <a:srgbClr val="00369D"/>
                </a:gs>
              </a:gsLst>
              <a:lin ang="0" scaled="0"/>
            </a:gradFill>
            <a:prstDash val="sysDash"/>
          </a:ln>
        </p:spPr>
        <p:style>
          <a:lnRef idx="1">
            <a:schemeClr val="accent1"/>
          </a:lnRef>
          <a:fillRef idx="0">
            <a:schemeClr val="accent1"/>
          </a:fillRef>
          <a:effectRef idx="0">
            <a:schemeClr val="accent1"/>
          </a:effectRef>
          <a:fontRef idx="minor">
            <a:schemeClr val="tx1"/>
          </a:fontRef>
        </p:style>
      </p:cxnSp>
      <p:sp>
        <p:nvSpPr>
          <p:cNvPr id="25" name="Text Placeholder 13"/>
          <p:cNvSpPr>
            <a:spLocks noGrp="1"/>
          </p:cNvSpPr>
          <p:nvPr>
            <p:ph type="body" sz="quarter" idx="19" hasCustomPrompt="1"/>
          </p:nvPr>
        </p:nvSpPr>
        <p:spPr>
          <a:xfrm>
            <a:off x="462645" y="964276"/>
            <a:ext cx="5259170" cy="310896"/>
          </a:xfrm>
          <a:prstGeom prst="rect">
            <a:avLst/>
          </a:prstGeom>
          <a:noFill/>
        </p:spPr>
        <p:txBody>
          <a:bodyPr wrap="none" lIns="0" tIns="0" rIns="0" bIns="0" anchor="t" anchorCtr="0">
            <a:noAutofit/>
          </a:bodyPr>
          <a:lstStyle>
            <a:lvl1pPr marL="0" indent="0">
              <a:buNone/>
              <a:defRPr sz="2000" b="1">
                <a:solidFill>
                  <a:srgbClr val="5B6770"/>
                </a:solidFill>
                <a:latin typeface="Arial" panose="020B0604020202020204" pitchFamily="34" charset="0"/>
                <a:cs typeface="Arial" panose="020B0604020202020204" pitchFamily="34" charset="0"/>
              </a:defRPr>
            </a:lvl1pPr>
            <a:lvl4pPr marL="628650" indent="0">
              <a:buNone/>
              <a:defRPr/>
            </a:lvl4pPr>
          </a:lstStyle>
          <a:p>
            <a:pPr lvl="0"/>
            <a:r>
              <a:rPr lang="en-US"/>
              <a:t>Click to edit Master</a:t>
            </a:r>
          </a:p>
        </p:txBody>
      </p:sp>
      <p:sp>
        <p:nvSpPr>
          <p:cNvPr id="16" name="Slide Number Placeholder 2">
            <a:extLst>
              <a:ext uri="{FF2B5EF4-FFF2-40B4-BE49-F238E27FC236}">
                <a16:creationId xmlns:a16="http://schemas.microsoft.com/office/drawing/2014/main" id="{05E95190-3F4A-2045-929E-292D81F2EBAC}"/>
              </a:ext>
            </a:extLst>
          </p:cNvPr>
          <p:cNvSpPr>
            <a:spLocks noGrp="1"/>
          </p:cNvSpPr>
          <p:nvPr>
            <p:ph type="sldNum" sz="quarter" idx="10"/>
          </p:nvPr>
        </p:nvSpPr>
        <p:spPr>
          <a:xfrm>
            <a:off x="10142220" y="6515100"/>
            <a:ext cx="1554480" cy="91440"/>
          </a:xfrm>
        </p:spPr>
        <p:txBody>
          <a:bodyPr/>
          <a:lstStyle/>
          <a:p>
            <a:fld id="{48FFE6E1-85EB-9E42-824B-7CC9267ED8B9}" type="slidenum">
              <a:rPr lang="en-US" smtClean="0"/>
              <a:pPr/>
              <a:t>‹#›</a:t>
            </a:fld>
            <a:endParaRPr lang="en-US"/>
          </a:p>
        </p:txBody>
      </p:sp>
      <p:sp>
        <p:nvSpPr>
          <p:cNvPr id="18" name="Rectangle 17">
            <a:extLst>
              <a:ext uri="{FF2B5EF4-FFF2-40B4-BE49-F238E27FC236}">
                <a16:creationId xmlns:a16="http://schemas.microsoft.com/office/drawing/2014/main" id="{7C1C858C-4456-354F-9D02-B5CF00B7763E}"/>
              </a:ext>
            </a:extLst>
          </p:cNvPr>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rgbClr val="A3AAAE"/>
                </a:solidFill>
              </a:rPr>
              <a:t>Copyright © 2024 Boeing. All rights reserved.</a:t>
            </a:r>
          </a:p>
        </p:txBody>
      </p:sp>
      <p:sp>
        <p:nvSpPr>
          <p:cNvPr id="21" name="Footer Placeholder 82">
            <a:extLst>
              <a:ext uri="{FF2B5EF4-FFF2-40B4-BE49-F238E27FC236}">
                <a16:creationId xmlns:a16="http://schemas.microsoft.com/office/drawing/2014/main" id="{79337AF9-6A73-2748-A591-1E2302E90CDC}"/>
              </a:ext>
            </a:extLst>
          </p:cNvPr>
          <p:cNvSpPr txBox="1">
            <a:spLocks/>
          </p:cNvSpPr>
          <p:nvPr userDrawn="1"/>
        </p:nvSpPr>
        <p:spPr bwMode="auto">
          <a:xfrm>
            <a:off x="3971405" y="6251768"/>
            <a:ext cx="4267200" cy="37465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a:solidFill>
                  <a:srgbClr val="A3AAAE"/>
                </a:solidFill>
              </a:rPr>
              <a:t>BOEING PROPRIETARY</a:t>
            </a:r>
          </a:p>
        </p:txBody>
      </p:sp>
      <p:sp>
        <p:nvSpPr>
          <p:cNvPr id="32" name="Text Placeholder 11">
            <a:extLst>
              <a:ext uri="{FF2B5EF4-FFF2-40B4-BE49-F238E27FC236}">
                <a16:creationId xmlns:a16="http://schemas.microsoft.com/office/drawing/2014/main" id="{87CF000F-A62C-394D-9ADC-4237E9FD0B52}"/>
              </a:ext>
            </a:extLst>
          </p:cNvPr>
          <p:cNvSpPr>
            <a:spLocks noGrp="1"/>
          </p:cNvSpPr>
          <p:nvPr>
            <p:ph type="body" sz="quarter" idx="13"/>
          </p:nvPr>
        </p:nvSpPr>
        <p:spPr>
          <a:xfrm>
            <a:off x="466628" y="188083"/>
            <a:ext cx="7772400" cy="193899"/>
          </a:xfrm>
        </p:spPr>
        <p:txBody>
          <a:bodyPr anchor="ctr" anchorCtr="0"/>
          <a:lstStyle>
            <a:lvl1pPr marL="0" indent="0">
              <a:buNone/>
              <a:defRPr sz="1400">
                <a:solidFill>
                  <a:schemeClr val="bg1"/>
                </a:solidFill>
              </a:defRPr>
            </a:lvl1pPr>
          </a:lstStyle>
          <a:p>
            <a:pPr lvl="0"/>
            <a:r>
              <a:rPr lang="en-US"/>
              <a:t>Edit Master text styles</a:t>
            </a:r>
          </a:p>
        </p:txBody>
      </p:sp>
      <p:sp>
        <p:nvSpPr>
          <p:cNvPr id="33" name="Content Placeholder 2">
            <a:extLst>
              <a:ext uri="{FF2B5EF4-FFF2-40B4-BE49-F238E27FC236}">
                <a16:creationId xmlns:a16="http://schemas.microsoft.com/office/drawing/2014/main" id="{D83E4890-D76A-9D4D-9448-103642AF7CD5}"/>
              </a:ext>
            </a:extLst>
          </p:cNvPr>
          <p:cNvSpPr>
            <a:spLocks noGrp="1"/>
          </p:cNvSpPr>
          <p:nvPr>
            <p:ph sz="half" idx="1" hasCustomPrompt="1"/>
          </p:nvPr>
        </p:nvSpPr>
        <p:spPr>
          <a:xfrm>
            <a:off x="466627" y="1371600"/>
            <a:ext cx="5255187" cy="1477328"/>
          </a:xfrm>
        </p:spPr>
        <p:txBody>
          <a:bodyPr/>
          <a:lstStyle>
            <a:lvl1pPr marL="169863" indent="-169863">
              <a:lnSpc>
                <a:spcPct val="100000"/>
              </a:lnSpc>
              <a:buFont typeface="Wingdings" pitchFamily="2" charset="2"/>
              <a:buChar char="§"/>
              <a:defRPr sz="1800">
                <a:solidFill>
                  <a:srgbClr val="5B6770"/>
                </a:solidFill>
              </a:defRPr>
            </a:lvl1pPr>
            <a:lvl2pPr marL="376238" indent="-204788">
              <a:lnSpc>
                <a:spcPct val="100000"/>
              </a:lnSpc>
              <a:buFont typeface="Wingdings" pitchFamily="2" charset="2"/>
              <a:buChar char="§"/>
              <a:defRPr sz="1600">
                <a:solidFill>
                  <a:srgbClr val="5B6770"/>
                </a:solidFill>
              </a:defRPr>
            </a:lvl2pPr>
            <a:lvl3pPr marL="627063" indent="-185738">
              <a:lnSpc>
                <a:spcPct val="100000"/>
              </a:lnSpc>
              <a:buFont typeface="Wingdings" pitchFamily="2" charset="2"/>
              <a:buChar char="§"/>
              <a:defRPr sz="1600">
                <a:solidFill>
                  <a:srgbClr val="5B6770"/>
                </a:solidFill>
              </a:defRPr>
            </a:lvl3pPr>
            <a:lvl4pPr marL="792163" indent="-163513">
              <a:lnSpc>
                <a:spcPct val="100000"/>
              </a:lnSpc>
              <a:buFont typeface="Wingdings" pitchFamily="2" charset="2"/>
              <a:buChar char="§"/>
              <a:defRPr sz="1400">
                <a:solidFill>
                  <a:srgbClr val="5B6770"/>
                </a:solidFill>
              </a:defRPr>
            </a:lvl4pPr>
            <a:lvl5pPr marL="957263" indent="-163513">
              <a:lnSpc>
                <a:spcPct val="100000"/>
              </a:lnSpc>
              <a:buFont typeface="Wingdings" pitchFamily="2" charset="2"/>
              <a:buChar char="§"/>
              <a:defRPr sz="1400">
                <a:solidFill>
                  <a:srgbClr val="5B6770"/>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36" name="Content Placeholder 2">
            <a:extLst>
              <a:ext uri="{FF2B5EF4-FFF2-40B4-BE49-F238E27FC236}">
                <a16:creationId xmlns:a16="http://schemas.microsoft.com/office/drawing/2014/main" id="{259FE9C1-5DB4-454A-992E-A8F2B6E64D7E}"/>
              </a:ext>
            </a:extLst>
          </p:cNvPr>
          <p:cNvSpPr>
            <a:spLocks noGrp="1"/>
          </p:cNvSpPr>
          <p:nvPr>
            <p:ph sz="half" idx="26" hasCustomPrompt="1"/>
          </p:nvPr>
        </p:nvSpPr>
        <p:spPr>
          <a:xfrm>
            <a:off x="6437376" y="1371600"/>
            <a:ext cx="5255187" cy="1477328"/>
          </a:xfrm>
        </p:spPr>
        <p:txBody>
          <a:bodyPr/>
          <a:lstStyle>
            <a:lvl1pPr marL="169863" indent="-169863">
              <a:lnSpc>
                <a:spcPct val="100000"/>
              </a:lnSpc>
              <a:buFont typeface="Wingdings" pitchFamily="2" charset="2"/>
              <a:buChar char="§"/>
              <a:defRPr sz="1800">
                <a:solidFill>
                  <a:srgbClr val="5B6770"/>
                </a:solidFill>
              </a:defRPr>
            </a:lvl1pPr>
            <a:lvl2pPr marL="376238" indent="-204788">
              <a:lnSpc>
                <a:spcPct val="100000"/>
              </a:lnSpc>
              <a:buFont typeface="Wingdings" pitchFamily="2" charset="2"/>
              <a:buChar char="§"/>
              <a:defRPr sz="1600">
                <a:solidFill>
                  <a:srgbClr val="5B6770"/>
                </a:solidFill>
              </a:defRPr>
            </a:lvl2pPr>
            <a:lvl3pPr marL="627063" indent="-185738">
              <a:lnSpc>
                <a:spcPct val="100000"/>
              </a:lnSpc>
              <a:buFont typeface="Wingdings" pitchFamily="2" charset="2"/>
              <a:buChar char="§"/>
              <a:defRPr sz="1600">
                <a:solidFill>
                  <a:srgbClr val="5B6770"/>
                </a:solidFill>
              </a:defRPr>
            </a:lvl3pPr>
            <a:lvl4pPr marL="792163" indent="-163513">
              <a:lnSpc>
                <a:spcPct val="100000"/>
              </a:lnSpc>
              <a:buFont typeface="Wingdings" pitchFamily="2" charset="2"/>
              <a:buChar char="§"/>
              <a:defRPr sz="1400">
                <a:solidFill>
                  <a:srgbClr val="5B6770"/>
                </a:solidFill>
              </a:defRPr>
            </a:lvl4pPr>
            <a:lvl5pPr marL="957263" indent="-163513">
              <a:lnSpc>
                <a:spcPct val="100000"/>
              </a:lnSpc>
              <a:buFont typeface="Wingdings" pitchFamily="2" charset="2"/>
              <a:buChar char="§"/>
              <a:defRPr sz="1400">
                <a:solidFill>
                  <a:srgbClr val="5B6770"/>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37" name="Content Placeholder 2">
            <a:extLst>
              <a:ext uri="{FF2B5EF4-FFF2-40B4-BE49-F238E27FC236}">
                <a16:creationId xmlns:a16="http://schemas.microsoft.com/office/drawing/2014/main" id="{F9B6AE58-64EC-5C46-9C7C-5385A3D4242F}"/>
              </a:ext>
            </a:extLst>
          </p:cNvPr>
          <p:cNvSpPr>
            <a:spLocks noGrp="1"/>
          </p:cNvSpPr>
          <p:nvPr>
            <p:ph sz="half" idx="27" hasCustomPrompt="1"/>
          </p:nvPr>
        </p:nvSpPr>
        <p:spPr>
          <a:xfrm>
            <a:off x="6437376" y="4224528"/>
            <a:ext cx="5255187" cy="1477328"/>
          </a:xfrm>
        </p:spPr>
        <p:txBody>
          <a:bodyPr/>
          <a:lstStyle>
            <a:lvl1pPr marL="169863" indent="-169863">
              <a:lnSpc>
                <a:spcPct val="100000"/>
              </a:lnSpc>
              <a:buFont typeface="Wingdings" pitchFamily="2" charset="2"/>
              <a:buChar char="§"/>
              <a:defRPr sz="1800">
                <a:solidFill>
                  <a:srgbClr val="5B6770"/>
                </a:solidFill>
              </a:defRPr>
            </a:lvl1pPr>
            <a:lvl2pPr marL="376238" indent="-204788">
              <a:lnSpc>
                <a:spcPct val="100000"/>
              </a:lnSpc>
              <a:buFont typeface="Wingdings" pitchFamily="2" charset="2"/>
              <a:buChar char="§"/>
              <a:defRPr sz="1600">
                <a:solidFill>
                  <a:srgbClr val="5B6770"/>
                </a:solidFill>
              </a:defRPr>
            </a:lvl2pPr>
            <a:lvl3pPr marL="627063" indent="-185738">
              <a:lnSpc>
                <a:spcPct val="100000"/>
              </a:lnSpc>
              <a:buFont typeface="Wingdings" pitchFamily="2" charset="2"/>
              <a:buChar char="§"/>
              <a:defRPr sz="1600">
                <a:solidFill>
                  <a:srgbClr val="5B6770"/>
                </a:solidFill>
              </a:defRPr>
            </a:lvl3pPr>
            <a:lvl4pPr marL="792163" indent="-163513">
              <a:lnSpc>
                <a:spcPct val="100000"/>
              </a:lnSpc>
              <a:buFont typeface="Wingdings" pitchFamily="2" charset="2"/>
              <a:buChar char="§"/>
              <a:defRPr sz="1400">
                <a:solidFill>
                  <a:srgbClr val="5B6770"/>
                </a:solidFill>
              </a:defRPr>
            </a:lvl4pPr>
            <a:lvl5pPr marL="957263" indent="-163513">
              <a:lnSpc>
                <a:spcPct val="100000"/>
              </a:lnSpc>
              <a:buFont typeface="Wingdings" pitchFamily="2" charset="2"/>
              <a:buChar char="§"/>
              <a:defRPr sz="1400">
                <a:solidFill>
                  <a:srgbClr val="5B6770"/>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39" name="Content Placeholder 2">
            <a:extLst>
              <a:ext uri="{FF2B5EF4-FFF2-40B4-BE49-F238E27FC236}">
                <a16:creationId xmlns:a16="http://schemas.microsoft.com/office/drawing/2014/main" id="{8EFBC3E8-3090-734F-BA07-3A15C0FCE63C}"/>
              </a:ext>
            </a:extLst>
          </p:cNvPr>
          <p:cNvSpPr>
            <a:spLocks noGrp="1"/>
          </p:cNvSpPr>
          <p:nvPr>
            <p:ph sz="half" idx="28" hasCustomPrompt="1"/>
          </p:nvPr>
        </p:nvSpPr>
        <p:spPr>
          <a:xfrm>
            <a:off x="466627" y="4224528"/>
            <a:ext cx="5255187" cy="1477328"/>
          </a:xfrm>
        </p:spPr>
        <p:txBody>
          <a:bodyPr/>
          <a:lstStyle>
            <a:lvl1pPr marL="169863" indent="-169863">
              <a:lnSpc>
                <a:spcPct val="100000"/>
              </a:lnSpc>
              <a:buFont typeface="Wingdings" pitchFamily="2" charset="2"/>
              <a:buChar char="§"/>
              <a:defRPr sz="1800">
                <a:solidFill>
                  <a:srgbClr val="5B6770"/>
                </a:solidFill>
              </a:defRPr>
            </a:lvl1pPr>
            <a:lvl2pPr marL="376238" indent="-204788">
              <a:lnSpc>
                <a:spcPct val="100000"/>
              </a:lnSpc>
              <a:buFont typeface="Wingdings" pitchFamily="2" charset="2"/>
              <a:buChar char="§"/>
              <a:defRPr sz="1600">
                <a:solidFill>
                  <a:srgbClr val="5B6770"/>
                </a:solidFill>
              </a:defRPr>
            </a:lvl2pPr>
            <a:lvl3pPr marL="627063" indent="-185738">
              <a:lnSpc>
                <a:spcPct val="100000"/>
              </a:lnSpc>
              <a:buFont typeface="Wingdings" pitchFamily="2" charset="2"/>
              <a:buChar char="§"/>
              <a:defRPr sz="1600">
                <a:solidFill>
                  <a:srgbClr val="5B6770"/>
                </a:solidFill>
              </a:defRPr>
            </a:lvl3pPr>
            <a:lvl4pPr marL="792163" indent="-163513">
              <a:lnSpc>
                <a:spcPct val="100000"/>
              </a:lnSpc>
              <a:buFont typeface="Wingdings" pitchFamily="2" charset="2"/>
              <a:buChar char="§"/>
              <a:defRPr sz="1400">
                <a:solidFill>
                  <a:srgbClr val="5B6770"/>
                </a:solidFill>
              </a:defRPr>
            </a:lvl4pPr>
            <a:lvl5pPr marL="957263" indent="-163513">
              <a:lnSpc>
                <a:spcPct val="100000"/>
              </a:lnSpc>
              <a:buFont typeface="Wingdings" pitchFamily="2" charset="2"/>
              <a:buChar char="§"/>
              <a:defRPr sz="1400">
                <a:solidFill>
                  <a:srgbClr val="5B6770"/>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24" name="Text Placeholder 13">
            <a:extLst>
              <a:ext uri="{FF2B5EF4-FFF2-40B4-BE49-F238E27FC236}">
                <a16:creationId xmlns:a16="http://schemas.microsoft.com/office/drawing/2014/main" id="{824C1626-714D-A24D-9738-2241F18D51D4}"/>
              </a:ext>
            </a:extLst>
          </p:cNvPr>
          <p:cNvSpPr>
            <a:spLocks noGrp="1"/>
          </p:cNvSpPr>
          <p:nvPr>
            <p:ph type="body" sz="quarter" idx="29" hasCustomPrompt="1"/>
          </p:nvPr>
        </p:nvSpPr>
        <p:spPr>
          <a:xfrm>
            <a:off x="6437530" y="964276"/>
            <a:ext cx="5259170" cy="310896"/>
          </a:xfrm>
          <a:prstGeom prst="rect">
            <a:avLst/>
          </a:prstGeom>
          <a:noFill/>
        </p:spPr>
        <p:txBody>
          <a:bodyPr wrap="none" lIns="0" tIns="0" rIns="0" bIns="0" anchor="t" anchorCtr="0">
            <a:noAutofit/>
          </a:bodyPr>
          <a:lstStyle>
            <a:lvl1pPr marL="0" indent="0">
              <a:buNone/>
              <a:defRPr sz="2000" b="1">
                <a:solidFill>
                  <a:srgbClr val="5B6770"/>
                </a:solidFill>
                <a:latin typeface="Arial" panose="020B0604020202020204" pitchFamily="34" charset="0"/>
                <a:cs typeface="Arial" panose="020B0604020202020204" pitchFamily="34" charset="0"/>
              </a:defRPr>
            </a:lvl1pPr>
            <a:lvl4pPr marL="628650" indent="0">
              <a:buNone/>
              <a:defRPr/>
            </a:lvl4pPr>
          </a:lstStyle>
          <a:p>
            <a:pPr lvl="0"/>
            <a:r>
              <a:rPr lang="en-US"/>
              <a:t>Click to edit Master</a:t>
            </a:r>
          </a:p>
        </p:txBody>
      </p:sp>
      <p:sp>
        <p:nvSpPr>
          <p:cNvPr id="28" name="Text Placeholder 13">
            <a:extLst>
              <a:ext uri="{FF2B5EF4-FFF2-40B4-BE49-F238E27FC236}">
                <a16:creationId xmlns:a16="http://schemas.microsoft.com/office/drawing/2014/main" id="{B20AC434-9BCE-2B45-A662-FA12A7E8E540}"/>
              </a:ext>
            </a:extLst>
          </p:cNvPr>
          <p:cNvSpPr>
            <a:spLocks noGrp="1"/>
          </p:cNvSpPr>
          <p:nvPr>
            <p:ph type="body" sz="quarter" idx="30" hasCustomPrompt="1"/>
          </p:nvPr>
        </p:nvSpPr>
        <p:spPr>
          <a:xfrm>
            <a:off x="462645" y="3826348"/>
            <a:ext cx="5259170" cy="310896"/>
          </a:xfrm>
          <a:prstGeom prst="rect">
            <a:avLst/>
          </a:prstGeom>
          <a:noFill/>
        </p:spPr>
        <p:txBody>
          <a:bodyPr wrap="none" lIns="0" tIns="0" rIns="0" bIns="0" anchor="t" anchorCtr="0">
            <a:noAutofit/>
          </a:bodyPr>
          <a:lstStyle>
            <a:lvl1pPr marL="0" indent="0">
              <a:buNone/>
              <a:defRPr sz="2000" b="1">
                <a:solidFill>
                  <a:srgbClr val="5B6770"/>
                </a:solidFill>
                <a:latin typeface="Arial" panose="020B0604020202020204" pitchFamily="34" charset="0"/>
                <a:cs typeface="Arial" panose="020B0604020202020204" pitchFamily="34" charset="0"/>
              </a:defRPr>
            </a:lvl1pPr>
            <a:lvl4pPr marL="628650" indent="0">
              <a:buNone/>
              <a:defRPr/>
            </a:lvl4pPr>
          </a:lstStyle>
          <a:p>
            <a:pPr lvl="0"/>
            <a:r>
              <a:rPr lang="en-US"/>
              <a:t>Click to edit Master</a:t>
            </a:r>
          </a:p>
        </p:txBody>
      </p:sp>
      <p:sp>
        <p:nvSpPr>
          <p:cNvPr id="30" name="Text Placeholder 13">
            <a:extLst>
              <a:ext uri="{FF2B5EF4-FFF2-40B4-BE49-F238E27FC236}">
                <a16:creationId xmlns:a16="http://schemas.microsoft.com/office/drawing/2014/main" id="{B636DD09-B856-624E-8792-8B8866B0A80D}"/>
              </a:ext>
            </a:extLst>
          </p:cNvPr>
          <p:cNvSpPr>
            <a:spLocks noGrp="1"/>
          </p:cNvSpPr>
          <p:nvPr>
            <p:ph type="body" sz="quarter" idx="31" hasCustomPrompt="1"/>
          </p:nvPr>
        </p:nvSpPr>
        <p:spPr>
          <a:xfrm>
            <a:off x="6437376" y="3826348"/>
            <a:ext cx="5259170" cy="310896"/>
          </a:xfrm>
          <a:prstGeom prst="rect">
            <a:avLst/>
          </a:prstGeom>
          <a:noFill/>
        </p:spPr>
        <p:txBody>
          <a:bodyPr wrap="none" lIns="0" tIns="0" rIns="0" bIns="0" anchor="t" anchorCtr="0">
            <a:noAutofit/>
          </a:bodyPr>
          <a:lstStyle>
            <a:lvl1pPr marL="0" indent="0">
              <a:buNone/>
              <a:defRPr sz="2000" b="1">
                <a:solidFill>
                  <a:srgbClr val="5B6770"/>
                </a:solidFill>
                <a:latin typeface="Arial" panose="020B0604020202020204" pitchFamily="34" charset="0"/>
                <a:cs typeface="Arial" panose="020B0604020202020204" pitchFamily="34" charset="0"/>
              </a:defRPr>
            </a:lvl1pPr>
            <a:lvl4pPr marL="628650" indent="0">
              <a:buNone/>
              <a:defRPr/>
            </a:lvl4pPr>
          </a:lstStyle>
          <a:p>
            <a:pPr lvl="0"/>
            <a:r>
              <a:rPr lang="en-US"/>
              <a:t>Click to edit Master</a:t>
            </a:r>
          </a:p>
        </p:txBody>
      </p:sp>
      <p:cxnSp>
        <p:nvCxnSpPr>
          <p:cNvPr id="35" name="Straight Connector 34">
            <a:extLst>
              <a:ext uri="{FF2B5EF4-FFF2-40B4-BE49-F238E27FC236}">
                <a16:creationId xmlns:a16="http://schemas.microsoft.com/office/drawing/2014/main" id="{92FCE8E8-4723-0F43-A724-82B5326402F3}"/>
              </a:ext>
            </a:extLst>
          </p:cNvPr>
          <p:cNvCxnSpPr>
            <a:cxnSpLocks/>
          </p:cNvCxnSpPr>
          <p:nvPr userDrawn="1"/>
        </p:nvCxnSpPr>
        <p:spPr>
          <a:xfrm>
            <a:off x="457200" y="1306760"/>
            <a:ext cx="5264614" cy="0"/>
          </a:xfrm>
          <a:prstGeom prst="line">
            <a:avLst/>
          </a:prstGeom>
          <a:ln w="20320">
            <a:gradFill>
              <a:gsLst>
                <a:gs pos="100000">
                  <a:srgbClr val="85C2EF"/>
                </a:gs>
                <a:gs pos="21000">
                  <a:srgbClr val="0033A1"/>
                </a:gs>
              </a:gsLst>
              <a:lin ang="0" scaled="0"/>
            </a:gra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83D385F-05A2-844B-9FC6-FA9E2469E9CA}"/>
              </a:ext>
            </a:extLst>
          </p:cNvPr>
          <p:cNvCxnSpPr>
            <a:cxnSpLocks/>
          </p:cNvCxnSpPr>
          <p:nvPr userDrawn="1"/>
        </p:nvCxnSpPr>
        <p:spPr>
          <a:xfrm>
            <a:off x="6437376" y="1306760"/>
            <a:ext cx="5264614" cy="0"/>
          </a:xfrm>
          <a:prstGeom prst="line">
            <a:avLst/>
          </a:prstGeom>
          <a:ln w="20320">
            <a:gradFill>
              <a:gsLst>
                <a:gs pos="100000">
                  <a:srgbClr val="85C2EF"/>
                </a:gs>
                <a:gs pos="21000">
                  <a:srgbClr val="0033A1"/>
                </a:gs>
              </a:gsLst>
              <a:lin ang="0" scaled="0"/>
            </a:gra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B98A35A-EF29-AF4F-A202-AE18E4B6EE8D}"/>
              </a:ext>
            </a:extLst>
          </p:cNvPr>
          <p:cNvCxnSpPr>
            <a:cxnSpLocks/>
          </p:cNvCxnSpPr>
          <p:nvPr userDrawn="1"/>
        </p:nvCxnSpPr>
        <p:spPr>
          <a:xfrm>
            <a:off x="457200" y="4177976"/>
            <a:ext cx="5264614" cy="0"/>
          </a:xfrm>
          <a:prstGeom prst="line">
            <a:avLst/>
          </a:prstGeom>
          <a:ln w="20320">
            <a:gradFill>
              <a:gsLst>
                <a:gs pos="100000">
                  <a:srgbClr val="85C2EF"/>
                </a:gs>
                <a:gs pos="21000">
                  <a:srgbClr val="0033A1"/>
                </a:gs>
              </a:gsLst>
              <a:lin ang="0" scaled="0"/>
            </a:gra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6B407E4-1BCC-6D46-ADF0-B674E5DA1F9D}"/>
              </a:ext>
            </a:extLst>
          </p:cNvPr>
          <p:cNvCxnSpPr>
            <a:cxnSpLocks/>
          </p:cNvCxnSpPr>
          <p:nvPr userDrawn="1"/>
        </p:nvCxnSpPr>
        <p:spPr>
          <a:xfrm>
            <a:off x="6437376" y="4177976"/>
            <a:ext cx="5264614" cy="0"/>
          </a:xfrm>
          <a:prstGeom prst="line">
            <a:avLst/>
          </a:prstGeom>
          <a:ln w="20320">
            <a:gradFill>
              <a:gsLst>
                <a:gs pos="100000">
                  <a:srgbClr val="85C2EF"/>
                </a:gs>
                <a:gs pos="21000">
                  <a:srgbClr val="0033A1"/>
                </a:gs>
              </a:gsLst>
              <a:lin ang="0" scaled="0"/>
            </a:gradFill>
          </a:ln>
        </p:spPr>
        <p:style>
          <a:lnRef idx="1">
            <a:schemeClr val="accent1"/>
          </a:lnRef>
          <a:fillRef idx="0">
            <a:schemeClr val="accent1"/>
          </a:fillRef>
          <a:effectRef idx="0">
            <a:schemeClr val="accent1"/>
          </a:effectRef>
          <a:fontRef idx="minor">
            <a:schemeClr val="tx1"/>
          </a:fontRef>
        </p:style>
      </p:cxnSp>
      <p:sp>
        <p:nvSpPr>
          <p:cNvPr id="27" name="Text Placeholder 3">
            <a:extLst>
              <a:ext uri="{FF2B5EF4-FFF2-40B4-BE49-F238E27FC236}">
                <a16:creationId xmlns:a16="http://schemas.microsoft.com/office/drawing/2014/main" id="{FF254D1F-80C1-C04F-B79D-0A7BD8310B4E}"/>
              </a:ext>
            </a:extLst>
          </p:cNvPr>
          <p:cNvSpPr>
            <a:spLocks noGrp="1"/>
          </p:cNvSpPr>
          <p:nvPr>
            <p:ph type="body" sz="quarter" idx="14" hasCustomPrompt="1"/>
          </p:nvPr>
        </p:nvSpPr>
        <p:spPr>
          <a:xfrm>
            <a:off x="5672137" y="188083"/>
            <a:ext cx="6024563" cy="193899"/>
          </a:xfrm>
        </p:spPr>
        <p:txBody>
          <a:bodyPr/>
          <a:lstStyle>
            <a:lvl1pPr marL="0" indent="0" algn="r">
              <a:buNone/>
              <a:defRPr sz="1400">
                <a:solidFill>
                  <a:schemeClr val="bg1"/>
                </a:solidFill>
              </a:defRPr>
            </a:lvl1pPr>
            <a:lvl2pPr marL="171450" indent="0" algn="r">
              <a:buNone/>
              <a:defRPr/>
            </a:lvl2pPr>
            <a:lvl3pPr marL="441325" indent="0" algn="r">
              <a:buNone/>
              <a:defRPr/>
            </a:lvl3pPr>
            <a:lvl4pPr marL="628650" indent="0" algn="r">
              <a:buNone/>
              <a:defRPr/>
            </a:lvl4pPr>
            <a:lvl5pPr marL="793750" indent="0" algn="r">
              <a:buNone/>
              <a:defRPr/>
            </a:lvl5pPr>
          </a:lstStyle>
          <a:p>
            <a:pPr lvl="0"/>
            <a:r>
              <a:rPr lang="en-US"/>
              <a:t>Click to edit Organization Name</a:t>
            </a:r>
          </a:p>
        </p:txBody>
      </p:sp>
    </p:spTree>
    <p:extLst>
      <p:ext uri="{BB962C8B-B14F-4D97-AF65-F5344CB8AC3E}">
        <p14:creationId xmlns:p14="http://schemas.microsoft.com/office/powerpoint/2010/main" val="28558015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Column_1">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B7601E75-F864-5E4C-A9C2-BC3D4E952FD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533400"/>
          </a:xfrm>
          <a:prstGeom prst="rect">
            <a:avLst/>
          </a:prstGeom>
        </p:spPr>
      </p:pic>
      <p:sp>
        <p:nvSpPr>
          <p:cNvPr id="25" name="Text Placeholder 13"/>
          <p:cNvSpPr>
            <a:spLocks noGrp="1"/>
          </p:cNvSpPr>
          <p:nvPr>
            <p:ph type="body" sz="quarter" idx="19"/>
          </p:nvPr>
        </p:nvSpPr>
        <p:spPr>
          <a:xfrm>
            <a:off x="462645" y="964276"/>
            <a:ext cx="3438144" cy="276999"/>
          </a:xfrm>
          <a:prstGeom prst="rect">
            <a:avLst/>
          </a:prstGeom>
        </p:spPr>
        <p:txBody>
          <a:bodyPr lIns="0" tIns="0" rIns="0" bIns="0"/>
          <a:lstStyle>
            <a:lvl1pPr marL="0" indent="0">
              <a:buNone/>
              <a:defRPr sz="2000">
                <a:solidFill>
                  <a:srgbClr val="5B6770"/>
                </a:solidFill>
                <a:latin typeface="Arial" panose="020B0604020202020204" pitchFamily="34" charset="0"/>
                <a:cs typeface="Arial" panose="020B0604020202020204" pitchFamily="34" charset="0"/>
              </a:defRPr>
            </a:lvl1pPr>
            <a:lvl4pPr marL="628650" indent="0">
              <a:buNone/>
              <a:defRPr/>
            </a:lvl4pPr>
          </a:lstStyle>
          <a:p>
            <a:pPr lvl="0"/>
            <a:r>
              <a:rPr lang="en-US"/>
              <a:t>Edit Master text styles</a:t>
            </a:r>
          </a:p>
        </p:txBody>
      </p:sp>
      <p:sp>
        <p:nvSpPr>
          <p:cNvPr id="16" name="Slide Number Placeholder 2">
            <a:extLst>
              <a:ext uri="{FF2B5EF4-FFF2-40B4-BE49-F238E27FC236}">
                <a16:creationId xmlns:a16="http://schemas.microsoft.com/office/drawing/2014/main" id="{05E95190-3F4A-2045-929E-292D81F2EBAC}"/>
              </a:ext>
            </a:extLst>
          </p:cNvPr>
          <p:cNvSpPr>
            <a:spLocks noGrp="1"/>
          </p:cNvSpPr>
          <p:nvPr>
            <p:ph type="sldNum" sz="quarter" idx="10"/>
          </p:nvPr>
        </p:nvSpPr>
        <p:spPr>
          <a:xfrm>
            <a:off x="10142220" y="6515100"/>
            <a:ext cx="1554480" cy="91440"/>
          </a:xfrm>
        </p:spPr>
        <p:txBody>
          <a:bodyPr/>
          <a:lstStyle/>
          <a:p>
            <a:fld id="{48FFE6E1-85EB-9E42-824B-7CC9267ED8B9}" type="slidenum">
              <a:rPr lang="en-US" smtClean="0"/>
              <a:pPr/>
              <a:t>‹#›</a:t>
            </a:fld>
            <a:endParaRPr lang="en-US"/>
          </a:p>
        </p:txBody>
      </p:sp>
      <p:sp>
        <p:nvSpPr>
          <p:cNvPr id="18" name="Rectangle 17">
            <a:extLst>
              <a:ext uri="{FF2B5EF4-FFF2-40B4-BE49-F238E27FC236}">
                <a16:creationId xmlns:a16="http://schemas.microsoft.com/office/drawing/2014/main" id="{7C1C858C-4456-354F-9D02-B5CF00B7763E}"/>
              </a:ext>
            </a:extLst>
          </p:cNvPr>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rgbClr val="A3AAAE"/>
                </a:solidFill>
              </a:rPr>
              <a:t>Copyright © 2024 Boeing. All rights reserved.</a:t>
            </a:r>
          </a:p>
        </p:txBody>
      </p:sp>
      <p:sp>
        <p:nvSpPr>
          <p:cNvPr id="21" name="Footer Placeholder 82">
            <a:extLst>
              <a:ext uri="{FF2B5EF4-FFF2-40B4-BE49-F238E27FC236}">
                <a16:creationId xmlns:a16="http://schemas.microsoft.com/office/drawing/2014/main" id="{79337AF9-6A73-2748-A591-1E2302E90CDC}"/>
              </a:ext>
            </a:extLst>
          </p:cNvPr>
          <p:cNvSpPr txBox="1">
            <a:spLocks/>
          </p:cNvSpPr>
          <p:nvPr userDrawn="1"/>
        </p:nvSpPr>
        <p:spPr bwMode="auto">
          <a:xfrm>
            <a:off x="3971405" y="6251768"/>
            <a:ext cx="4267200" cy="37465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a:solidFill>
                  <a:srgbClr val="A3AAAE"/>
                </a:solidFill>
              </a:rPr>
              <a:t>BOEING PROPRIETARY</a:t>
            </a:r>
          </a:p>
        </p:txBody>
      </p:sp>
      <p:sp>
        <p:nvSpPr>
          <p:cNvPr id="32" name="Text Placeholder 11">
            <a:extLst>
              <a:ext uri="{FF2B5EF4-FFF2-40B4-BE49-F238E27FC236}">
                <a16:creationId xmlns:a16="http://schemas.microsoft.com/office/drawing/2014/main" id="{87CF000F-A62C-394D-9ADC-4237E9FD0B52}"/>
              </a:ext>
            </a:extLst>
          </p:cNvPr>
          <p:cNvSpPr>
            <a:spLocks noGrp="1"/>
          </p:cNvSpPr>
          <p:nvPr>
            <p:ph type="body" sz="quarter" idx="13" hasCustomPrompt="1"/>
          </p:nvPr>
        </p:nvSpPr>
        <p:spPr>
          <a:xfrm>
            <a:off x="466628" y="188083"/>
            <a:ext cx="7772400" cy="193899"/>
          </a:xfrm>
        </p:spPr>
        <p:txBody>
          <a:bodyPr anchor="ctr" anchorCtr="0"/>
          <a:lstStyle>
            <a:lvl1pPr marL="0" indent="0">
              <a:buNone/>
              <a:defRPr sz="1400">
                <a:solidFill>
                  <a:schemeClr val="bg1"/>
                </a:solidFill>
              </a:defRPr>
            </a:lvl1pPr>
          </a:lstStyle>
          <a:p>
            <a:pPr lvl="0"/>
            <a:r>
              <a:rPr lang="en-US"/>
              <a:t>Edit Master text styles</a:t>
            </a:r>
          </a:p>
        </p:txBody>
      </p:sp>
      <p:cxnSp>
        <p:nvCxnSpPr>
          <p:cNvPr id="35" name="Straight Connector 34">
            <a:extLst>
              <a:ext uri="{FF2B5EF4-FFF2-40B4-BE49-F238E27FC236}">
                <a16:creationId xmlns:a16="http://schemas.microsoft.com/office/drawing/2014/main" id="{EE65E970-E83A-0A48-9DD3-67237A2B137F}"/>
              </a:ext>
            </a:extLst>
          </p:cNvPr>
          <p:cNvCxnSpPr/>
          <p:nvPr userDrawn="1"/>
        </p:nvCxnSpPr>
        <p:spPr>
          <a:xfrm flipV="1">
            <a:off x="4196381" y="914400"/>
            <a:ext cx="0" cy="5299364"/>
          </a:xfrm>
          <a:prstGeom prst="line">
            <a:avLst/>
          </a:prstGeom>
          <a:ln w="15875" cap="rnd" cmpd="sng">
            <a:gradFill>
              <a:gsLst>
                <a:gs pos="20000">
                  <a:srgbClr val="0033A1"/>
                </a:gs>
                <a:gs pos="50000">
                  <a:srgbClr val="85C2EF"/>
                </a:gs>
                <a:gs pos="80000">
                  <a:srgbClr val="0033A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F6D77B6-B71B-DD44-BDC8-7B993EA4ACBE}"/>
              </a:ext>
            </a:extLst>
          </p:cNvPr>
          <p:cNvCxnSpPr/>
          <p:nvPr userDrawn="1"/>
        </p:nvCxnSpPr>
        <p:spPr>
          <a:xfrm flipV="1">
            <a:off x="8068126" y="914400"/>
            <a:ext cx="0" cy="5299364"/>
          </a:xfrm>
          <a:prstGeom prst="line">
            <a:avLst/>
          </a:prstGeom>
          <a:ln w="15875" cap="rnd" cmpd="sng">
            <a:gradFill>
              <a:gsLst>
                <a:gs pos="20000">
                  <a:srgbClr val="0033A1"/>
                </a:gs>
                <a:gs pos="50000">
                  <a:srgbClr val="85C2EF"/>
                </a:gs>
                <a:gs pos="80000">
                  <a:srgbClr val="0033A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38" name="Content Placeholder 2">
            <a:extLst>
              <a:ext uri="{FF2B5EF4-FFF2-40B4-BE49-F238E27FC236}">
                <a16:creationId xmlns:a16="http://schemas.microsoft.com/office/drawing/2014/main" id="{C95D660C-BBB7-2345-8873-54DEDA992667}"/>
              </a:ext>
            </a:extLst>
          </p:cNvPr>
          <p:cNvSpPr>
            <a:spLocks noGrp="1"/>
          </p:cNvSpPr>
          <p:nvPr>
            <p:ph sz="half" idx="1" hasCustomPrompt="1"/>
          </p:nvPr>
        </p:nvSpPr>
        <p:spPr>
          <a:xfrm>
            <a:off x="466628" y="1373147"/>
            <a:ext cx="3438144" cy="1477328"/>
          </a:xfrm>
        </p:spPr>
        <p:txBody>
          <a:bodyPr/>
          <a:lstStyle>
            <a:lvl1pPr marL="169863" indent="-169863">
              <a:lnSpc>
                <a:spcPct val="100000"/>
              </a:lnSpc>
              <a:buFont typeface="Wingdings" pitchFamily="2" charset="2"/>
              <a:buChar char="§"/>
              <a:defRPr sz="1800">
                <a:solidFill>
                  <a:srgbClr val="5B6770"/>
                </a:solidFill>
              </a:defRPr>
            </a:lvl1pPr>
            <a:lvl2pPr marL="376238" indent="-204788">
              <a:lnSpc>
                <a:spcPct val="100000"/>
              </a:lnSpc>
              <a:buFont typeface="Wingdings" pitchFamily="2" charset="2"/>
              <a:buChar char="§"/>
              <a:defRPr sz="1600">
                <a:solidFill>
                  <a:srgbClr val="5B6770"/>
                </a:solidFill>
              </a:defRPr>
            </a:lvl2pPr>
            <a:lvl3pPr marL="627063" indent="-185738">
              <a:lnSpc>
                <a:spcPct val="100000"/>
              </a:lnSpc>
              <a:buFont typeface="Wingdings" pitchFamily="2" charset="2"/>
              <a:buChar char="§"/>
              <a:defRPr sz="1600">
                <a:solidFill>
                  <a:srgbClr val="5B6770"/>
                </a:solidFill>
              </a:defRPr>
            </a:lvl3pPr>
            <a:lvl4pPr marL="792163" indent="-163513">
              <a:lnSpc>
                <a:spcPct val="100000"/>
              </a:lnSpc>
              <a:buFont typeface="Wingdings" pitchFamily="2" charset="2"/>
              <a:buChar char="§"/>
              <a:defRPr sz="1400">
                <a:solidFill>
                  <a:srgbClr val="5B6770"/>
                </a:solidFill>
              </a:defRPr>
            </a:lvl4pPr>
            <a:lvl5pPr marL="957263" indent="-163513">
              <a:lnSpc>
                <a:spcPct val="100000"/>
              </a:lnSpc>
              <a:buFont typeface="Wingdings" pitchFamily="2" charset="2"/>
              <a:buChar char="§"/>
              <a:defRPr sz="1400">
                <a:solidFill>
                  <a:srgbClr val="5B6770"/>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39" name="Text Placeholder 13">
            <a:extLst>
              <a:ext uri="{FF2B5EF4-FFF2-40B4-BE49-F238E27FC236}">
                <a16:creationId xmlns:a16="http://schemas.microsoft.com/office/drawing/2014/main" id="{2BE43185-3C89-FB42-9760-03D6814485C0}"/>
              </a:ext>
            </a:extLst>
          </p:cNvPr>
          <p:cNvSpPr>
            <a:spLocks noGrp="1"/>
          </p:cNvSpPr>
          <p:nvPr>
            <p:ph type="body" sz="quarter" idx="20"/>
          </p:nvPr>
        </p:nvSpPr>
        <p:spPr>
          <a:xfrm>
            <a:off x="4385421" y="964276"/>
            <a:ext cx="3438144" cy="276999"/>
          </a:xfrm>
          <a:prstGeom prst="rect">
            <a:avLst/>
          </a:prstGeom>
        </p:spPr>
        <p:txBody>
          <a:bodyPr lIns="0" tIns="0" rIns="0" bIns="0"/>
          <a:lstStyle>
            <a:lvl1pPr marL="0" indent="0">
              <a:buNone/>
              <a:defRPr sz="2000">
                <a:solidFill>
                  <a:srgbClr val="5B6770"/>
                </a:solidFill>
                <a:latin typeface="Arial" panose="020B0604020202020204" pitchFamily="34" charset="0"/>
                <a:cs typeface="Arial" panose="020B0604020202020204" pitchFamily="34" charset="0"/>
              </a:defRPr>
            </a:lvl1pPr>
            <a:lvl4pPr marL="628650" indent="0">
              <a:buNone/>
              <a:defRPr/>
            </a:lvl4pPr>
          </a:lstStyle>
          <a:p>
            <a:pPr lvl="0"/>
            <a:r>
              <a:rPr lang="en-US"/>
              <a:t>Edit Master text styles</a:t>
            </a:r>
          </a:p>
        </p:txBody>
      </p:sp>
      <p:sp>
        <p:nvSpPr>
          <p:cNvPr id="40" name="Content Placeholder 2">
            <a:extLst>
              <a:ext uri="{FF2B5EF4-FFF2-40B4-BE49-F238E27FC236}">
                <a16:creationId xmlns:a16="http://schemas.microsoft.com/office/drawing/2014/main" id="{E0F05990-D1A3-6544-B20D-9FD4BA08E06A}"/>
              </a:ext>
            </a:extLst>
          </p:cNvPr>
          <p:cNvSpPr>
            <a:spLocks noGrp="1"/>
          </p:cNvSpPr>
          <p:nvPr>
            <p:ph sz="half" idx="21" hasCustomPrompt="1"/>
          </p:nvPr>
        </p:nvSpPr>
        <p:spPr>
          <a:xfrm>
            <a:off x="4389404" y="1373147"/>
            <a:ext cx="3438144" cy="1477328"/>
          </a:xfrm>
        </p:spPr>
        <p:txBody>
          <a:bodyPr/>
          <a:lstStyle>
            <a:lvl1pPr marL="169863" indent="-169863">
              <a:lnSpc>
                <a:spcPct val="100000"/>
              </a:lnSpc>
              <a:buFont typeface="Wingdings" pitchFamily="2" charset="2"/>
              <a:buChar char="§"/>
              <a:defRPr sz="1800">
                <a:solidFill>
                  <a:srgbClr val="5B6770"/>
                </a:solidFill>
              </a:defRPr>
            </a:lvl1pPr>
            <a:lvl2pPr marL="376238" indent="-204788">
              <a:lnSpc>
                <a:spcPct val="100000"/>
              </a:lnSpc>
              <a:buFont typeface="Wingdings" pitchFamily="2" charset="2"/>
              <a:buChar char="§"/>
              <a:defRPr sz="1600">
                <a:solidFill>
                  <a:srgbClr val="5B6770"/>
                </a:solidFill>
              </a:defRPr>
            </a:lvl2pPr>
            <a:lvl3pPr marL="627063" indent="-185738">
              <a:lnSpc>
                <a:spcPct val="100000"/>
              </a:lnSpc>
              <a:buFont typeface="Wingdings" pitchFamily="2" charset="2"/>
              <a:buChar char="§"/>
              <a:defRPr sz="1600">
                <a:solidFill>
                  <a:srgbClr val="5B6770"/>
                </a:solidFill>
              </a:defRPr>
            </a:lvl3pPr>
            <a:lvl4pPr marL="792163" indent="-163513">
              <a:lnSpc>
                <a:spcPct val="100000"/>
              </a:lnSpc>
              <a:buFont typeface="Wingdings" pitchFamily="2" charset="2"/>
              <a:buChar char="§"/>
              <a:defRPr sz="1400">
                <a:solidFill>
                  <a:srgbClr val="5B6770"/>
                </a:solidFill>
              </a:defRPr>
            </a:lvl4pPr>
            <a:lvl5pPr marL="957263" indent="-163513">
              <a:lnSpc>
                <a:spcPct val="100000"/>
              </a:lnSpc>
              <a:buFont typeface="Wingdings" pitchFamily="2" charset="2"/>
              <a:buChar char="§"/>
              <a:defRPr sz="1400">
                <a:solidFill>
                  <a:srgbClr val="5B6770"/>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41" name="Text Placeholder 13">
            <a:extLst>
              <a:ext uri="{FF2B5EF4-FFF2-40B4-BE49-F238E27FC236}">
                <a16:creationId xmlns:a16="http://schemas.microsoft.com/office/drawing/2014/main" id="{B5D8FCEF-3666-5440-A2E2-89FC86F0B856}"/>
              </a:ext>
            </a:extLst>
          </p:cNvPr>
          <p:cNvSpPr>
            <a:spLocks noGrp="1"/>
          </p:cNvSpPr>
          <p:nvPr>
            <p:ph type="body" sz="quarter" idx="22"/>
          </p:nvPr>
        </p:nvSpPr>
        <p:spPr>
          <a:xfrm>
            <a:off x="8257165" y="964276"/>
            <a:ext cx="3439456" cy="276999"/>
          </a:xfrm>
          <a:prstGeom prst="rect">
            <a:avLst/>
          </a:prstGeom>
        </p:spPr>
        <p:txBody>
          <a:bodyPr lIns="0" tIns="0" rIns="0" bIns="0"/>
          <a:lstStyle>
            <a:lvl1pPr marL="0" indent="0">
              <a:buNone/>
              <a:defRPr sz="2000">
                <a:solidFill>
                  <a:srgbClr val="5B6770"/>
                </a:solidFill>
                <a:latin typeface="Arial" panose="020B0604020202020204" pitchFamily="34" charset="0"/>
                <a:cs typeface="Arial" panose="020B0604020202020204" pitchFamily="34" charset="0"/>
              </a:defRPr>
            </a:lvl1pPr>
            <a:lvl4pPr marL="628650" indent="0">
              <a:buNone/>
              <a:defRPr/>
            </a:lvl4pPr>
          </a:lstStyle>
          <a:p>
            <a:pPr lvl="0"/>
            <a:r>
              <a:rPr lang="en-US"/>
              <a:t>Edit Master text styles</a:t>
            </a:r>
          </a:p>
        </p:txBody>
      </p:sp>
      <p:sp>
        <p:nvSpPr>
          <p:cNvPr id="42" name="Content Placeholder 2">
            <a:extLst>
              <a:ext uri="{FF2B5EF4-FFF2-40B4-BE49-F238E27FC236}">
                <a16:creationId xmlns:a16="http://schemas.microsoft.com/office/drawing/2014/main" id="{B7FD94BA-73E9-234E-A8A6-17BBA9DD78CC}"/>
              </a:ext>
            </a:extLst>
          </p:cNvPr>
          <p:cNvSpPr>
            <a:spLocks noGrp="1"/>
          </p:cNvSpPr>
          <p:nvPr>
            <p:ph sz="half" idx="23" hasCustomPrompt="1"/>
          </p:nvPr>
        </p:nvSpPr>
        <p:spPr>
          <a:xfrm>
            <a:off x="8257032" y="1373147"/>
            <a:ext cx="3435552" cy="1477328"/>
          </a:xfrm>
        </p:spPr>
        <p:txBody>
          <a:bodyPr/>
          <a:lstStyle>
            <a:lvl1pPr marL="169863" indent="-169863">
              <a:lnSpc>
                <a:spcPct val="100000"/>
              </a:lnSpc>
              <a:buFont typeface="Wingdings" pitchFamily="2" charset="2"/>
              <a:buChar char="§"/>
              <a:defRPr sz="1800">
                <a:solidFill>
                  <a:srgbClr val="5B6770"/>
                </a:solidFill>
              </a:defRPr>
            </a:lvl1pPr>
            <a:lvl2pPr marL="376238" indent="-204788">
              <a:lnSpc>
                <a:spcPct val="100000"/>
              </a:lnSpc>
              <a:buFont typeface="Wingdings" pitchFamily="2" charset="2"/>
              <a:buChar char="§"/>
              <a:defRPr sz="1600">
                <a:solidFill>
                  <a:srgbClr val="5B6770"/>
                </a:solidFill>
              </a:defRPr>
            </a:lvl2pPr>
            <a:lvl3pPr marL="627063" indent="-185738">
              <a:lnSpc>
                <a:spcPct val="100000"/>
              </a:lnSpc>
              <a:buFont typeface="Wingdings" pitchFamily="2" charset="2"/>
              <a:buChar char="§"/>
              <a:defRPr sz="1600">
                <a:solidFill>
                  <a:srgbClr val="5B6770"/>
                </a:solidFill>
              </a:defRPr>
            </a:lvl3pPr>
            <a:lvl4pPr marL="792163" indent="-163513">
              <a:lnSpc>
                <a:spcPct val="100000"/>
              </a:lnSpc>
              <a:buFont typeface="Wingdings" pitchFamily="2" charset="2"/>
              <a:buChar char="§"/>
              <a:defRPr sz="1400">
                <a:solidFill>
                  <a:srgbClr val="5B6770"/>
                </a:solidFill>
              </a:defRPr>
            </a:lvl4pPr>
            <a:lvl5pPr marL="957263" indent="-163513">
              <a:lnSpc>
                <a:spcPct val="100000"/>
              </a:lnSpc>
              <a:buFont typeface="Wingdings" pitchFamily="2" charset="2"/>
              <a:buChar char="§"/>
              <a:defRPr sz="1400">
                <a:solidFill>
                  <a:srgbClr val="5B6770"/>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17" name="Text Placeholder 3">
            <a:extLst>
              <a:ext uri="{FF2B5EF4-FFF2-40B4-BE49-F238E27FC236}">
                <a16:creationId xmlns:a16="http://schemas.microsoft.com/office/drawing/2014/main" id="{1680F542-62F4-3C44-BB0C-E1A2BED9672C}"/>
              </a:ext>
            </a:extLst>
          </p:cNvPr>
          <p:cNvSpPr>
            <a:spLocks noGrp="1"/>
          </p:cNvSpPr>
          <p:nvPr>
            <p:ph type="body" sz="quarter" idx="14" hasCustomPrompt="1"/>
          </p:nvPr>
        </p:nvSpPr>
        <p:spPr>
          <a:xfrm>
            <a:off x="5672137" y="188083"/>
            <a:ext cx="6024563" cy="193899"/>
          </a:xfrm>
        </p:spPr>
        <p:txBody>
          <a:bodyPr/>
          <a:lstStyle>
            <a:lvl1pPr marL="0" indent="0" algn="r">
              <a:buNone/>
              <a:defRPr sz="1400">
                <a:solidFill>
                  <a:schemeClr val="bg1"/>
                </a:solidFill>
              </a:defRPr>
            </a:lvl1pPr>
            <a:lvl2pPr marL="171450" indent="0" algn="r">
              <a:buNone/>
              <a:defRPr/>
            </a:lvl2pPr>
            <a:lvl3pPr marL="441325" indent="0" algn="r">
              <a:buNone/>
              <a:defRPr/>
            </a:lvl3pPr>
            <a:lvl4pPr marL="628650" indent="0" algn="r">
              <a:buNone/>
              <a:defRPr/>
            </a:lvl4pPr>
            <a:lvl5pPr marL="793750" indent="0" algn="r">
              <a:buNone/>
              <a:defRPr/>
            </a:lvl5pPr>
          </a:lstStyle>
          <a:p>
            <a:pPr lvl="0"/>
            <a:r>
              <a:rPr lang="en-US"/>
              <a:t>Click to edit Organization Name</a:t>
            </a:r>
          </a:p>
        </p:txBody>
      </p:sp>
    </p:spTree>
    <p:extLst>
      <p:ext uri="{BB962C8B-B14F-4D97-AF65-F5344CB8AC3E}">
        <p14:creationId xmlns:p14="http://schemas.microsoft.com/office/powerpoint/2010/main" val="1671569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Column_2">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B7601E75-F864-5E4C-A9C2-BC3D4E952FD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533400"/>
          </a:xfrm>
          <a:prstGeom prst="rect">
            <a:avLst/>
          </a:prstGeom>
        </p:spPr>
      </p:pic>
      <p:sp>
        <p:nvSpPr>
          <p:cNvPr id="25" name="Text Placeholder 13"/>
          <p:cNvSpPr>
            <a:spLocks noGrp="1"/>
          </p:cNvSpPr>
          <p:nvPr>
            <p:ph type="body" sz="quarter" idx="19"/>
          </p:nvPr>
        </p:nvSpPr>
        <p:spPr>
          <a:xfrm>
            <a:off x="462645" y="2791845"/>
            <a:ext cx="3694802" cy="830997"/>
          </a:xfrm>
          <a:prstGeom prst="rect">
            <a:avLst/>
          </a:prstGeom>
        </p:spPr>
        <p:txBody>
          <a:bodyPr lIns="0" tIns="0" rIns="0" bIns="0"/>
          <a:lstStyle>
            <a:lvl1pPr marL="0" indent="0" algn="ctr">
              <a:buNone/>
              <a:defRPr sz="6000" b="1">
                <a:solidFill>
                  <a:srgbClr val="5B6770"/>
                </a:solidFill>
                <a:latin typeface="Arial" panose="020B0604020202020204" pitchFamily="34" charset="0"/>
                <a:cs typeface="Arial" panose="020B0604020202020204" pitchFamily="34" charset="0"/>
              </a:defRPr>
            </a:lvl1pPr>
            <a:lvl4pPr marL="628650" indent="0">
              <a:buNone/>
              <a:defRPr/>
            </a:lvl4pPr>
          </a:lstStyle>
          <a:p>
            <a:pPr lvl="0"/>
            <a:r>
              <a:rPr lang="en-US"/>
              <a:t>Edit Master text styles</a:t>
            </a:r>
          </a:p>
        </p:txBody>
      </p:sp>
      <p:sp>
        <p:nvSpPr>
          <p:cNvPr id="16" name="Slide Number Placeholder 2">
            <a:extLst>
              <a:ext uri="{FF2B5EF4-FFF2-40B4-BE49-F238E27FC236}">
                <a16:creationId xmlns:a16="http://schemas.microsoft.com/office/drawing/2014/main" id="{05E95190-3F4A-2045-929E-292D81F2EBAC}"/>
              </a:ext>
            </a:extLst>
          </p:cNvPr>
          <p:cNvSpPr>
            <a:spLocks noGrp="1"/>
          </p:cNvSpPr>
          <p:nvPr>
            <p:ph type="sldNum" sz="quarter" idx="10"/>
          </p:nvPr>
        </p:nvSpPr>
        <p:spPr>
          <a:xfrm>
            <a:off x="10142220" y="6515100"/>
            <a:ext cx="1554480" cy="91440"/>
          </a:xfrm>
        </p:spPr>
        <p:txBody>
          <a:bodyPr/>
          <a:lstStyle/>
          <a:p>
            <a:fld id="{48FFE6E1-85EB-9E42-824B-7CC9267ED8B9}" type="slidenum">
              <a:rPr lang="en-US" smtClean="0"/>
              <a:pPr/>
              <a:t>‹#›</a:t>
            </a:fld>
            <a:endParaRPr lang="en-US"/>
          </a:p>
        </p:txBody>
      </p:sp>
      <p:sp>
        <p:nvSpPr>
          <p:cNvPr id="21" name="Footer Placeholder 82">
            <a:extLst>
              <a:ext uri="{FF2B5EF4-FFF2-40B4-BE49-F238E27FC236}">
                <a16:creationId xmlns:a16="http://schemas.microsoft.com/office/drawing/2014/main" id="{79337AF9-6A73-2748-A591-1E2302E90CDC}"/>
              </a:ext>
            </a:extLst>
          </p:cNvPr>
          <p:cNvSpPr txBox="1">
            <a:spLocks/>
          </p:cNvSpPr>
          <p:nvPr userDrawn="1"/>
        </p:nvSpPr>
        <p:spPr bwMode="auto">
          <a:xfrm>
            <a:off x="3971405" y="6251768"/>
            <a:ext cx="4267200" cy="37465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a:solidFill>
                  <a:srgbClr val="A3AAAE"/>
                </a:solidFill>
              </a:rPr>
              <a:t>BOEING PROPRIETARY</a:t>
            </a:r>
          </a:p>
        </p:txBody>
      </p:sp>
      <p:sp>
        <p:nvSpPr>
          <p:cNvPr id="32" name="Text Placeholder 11">
            <a:extLst>
              <a:ext uri="{FF2B5EF4-FFF2-40B4-BE49-F238E27FC236}">
                <a16:creationId xmlns:a16="http://schemas.microsoft.com/office/drawing/2014/main" id="{87CF000F-A62C-394D-9ADC-4237E9FD0B52}"/>
              </a:ext>
            </a:extLst>
          </p:cNvPr>
          <p:cNvSpPr>
            <a:spLocks noGrp="1"/>
          </p:cNvSpPr>
          <p:nvPr>
            <p:ph type="body" sz="quarter" idx="13"/>
          </p:nvPr>
        </p:nvSpPr>
        <p:spPr>
          <a:xfrm>
            <a:off x="466628" y="188083"/>
            <a:ext cx="7772400" cy="193899"/>
          </a:xfrm>
        </p:spPr>
        <p:txBody>
          <a:bodyPr anchor="ctr" anchorCtr="0"/>
          <a:lstStyle>
            <a:lvl1pPr marL="0" indent="0">
              <a:buNone/>
              <a:defRPr sz="1400">
                <a:solidFill>
                  <a:schemeClr val="bg1"/>
                </a:solidFill>
              </a:defRPr>
            </a:lvl1pPr>
          </a:lstStyle>
          <a:p>
            <a:pPr lvl="0"/>
            <a:r>
              <a:rPr lang="en-US"/>
              <a:t>Edit Master text styles</a:t>
            </a:r>
          </a:p>
        </p:txBody>
      </p:sp>
      <p:grpSp>
        <p:nvGrpSpPr>
          <p:cNvPr id="2" name="Group 1">
            <a:extLst>
              <a:ext uri="{FF2B5EF4-FFF2-40B4-BE49-F238E27FC236}">
                <a16:creationId xmlns:a16="http://schemas.microsoft.com/office/drawing/2014/main" id="{A5A376E6-B939-5043-B18C-296BAF1908A4}"/>
              </a:ext>
            </a:extLst>
          </p:cNvPr>
          <p:cNvGrpSpPr/>
          <p:nvPr userDrawn="1"/>
        </p:nvGrpSpPr>
        <p:grpSpPr>
          <a:xfrm>
            <a:off x="4160127" y="2289810"/>
            <a:ext cx="3871745" cy="2286000"/>
            <a:chOff x="4196381" y="914400"/>
            <a:chExt cx="3871745" cy="2286000"/>
          </a:xfrm>
        </p:grpSpPr>
        <p:cxnSp>
          <p:nvCxnSpPr>
            <p:cNvPr id="35" name="Straight Connector 34">
              <a:extLst>
                <a:ext uri="{FF2B5EF4-FFF2-40B4-BE49-F238E27FC236}">
                  <a16:creationId xmlns:a16="http://schemas.microsoft.com/office/drawing/2014/main" id="{EE65E970-E83A-0A48-9DD3-67237A2B137F}"/>
                </a:ext>
              </a:extLst>
            </p:cNvPr>
            <p:cNvCxnSpPr/>
            <p:nvPr userDrawn="1"/>
          </p:nvCxnSpPr>
          <p:spPr>
            <a:xfrm flipV="1">
              <a:off x="4196381" y="914400"/>
              <a:ext cx="0" cy="2286000"/>
            </a:xfrm>
            <a:prstGeom prst="line">
              <a:avLst/>
            </a:prstGeom>
            <a:ln w="15875" cap="rnd" cmpd="sng">
              <a:gradFill>
                <a:gsLst>
                  <a:gs pos="20000">
                    <a:srgbClr val="0033A1"/>
                  </a:gs>
                  <a:gs pos="50000">
                    <a:srgbClr val="85C2EF"/>
                  </a:gs>
                  <a:gs pos="80000">
                    <a:srgbClr val="0033A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F6D77B6-B71B-DD44-BDC8-7B993EA4ACBE}"/>
                </a:ext>
              </a:extLst>
            </p:cNvPr>
            <p:cNvCxnSpPr/>
            <p:nvPr userDrawn="1"/>
          </p:nvCxnSpPr>
          <p:spPr>
            <a:xfrm flipV="1">
              <a:off x="8068126" y="914400"/>
              <a:ext cx="0" cy="2286000"/>
            </a:xfrm>
            <a:prstGeom prst="line">
              <a:avLst/>
            </a:prstGeom>
            <a:ln w="15875" cap="rnd" cmpd="sng">
              <a:gradFill>
                <a:gsLst>
                  <a:gs pos="20000">
                    <a:srgbClr val="0033A1"/>
                  </a:gs>
                  <a:gs pos="50000">
                    <a:srgbClr val="85C2EF"/>
                  </a:gs>
                  <a:gs pos="80000">
                    <a:srgbClr val="0033A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sp>
        <p:nvSpPr>
          <p:cNvPr id="38" name="Content Placeholder 2">
            <a:extLst>
              <a:ext uri="{FF2B5EF4-FFF2-40B4-BE49-F238E27FC236}">
                <a16:creationId xmlns:a16="http://schemas.microsoft.com/office/drawing/2014/main" id="{C95D660C-BBB7-2345-8873-54DEDA992667}"/>
              </a:ext>
            </a:extLst>
          </p:cNvPr>
          <p:cNvSpPr>
            <a:spLocks noGrp="1"/>
          </p:cNvSpPr>
          <p:nvPr>
            <p:ph sz="half" idx="1" hasCustomPrompt="1"/>
          </p:nvPr>
        </p:nvSpPr>
        <p:spPr>
          <a:xfrm>
            <a:off x="466628" y="3834718"/>
            <a:ext cx="3694802" cy="249299"/>
          </a:xfrm>
        </p:spPr>
        <p:txBody>
          <a:bodyPr/>
          <a:lstStyle>
            <a:lvl1pPr marL="0" indent="0" algn="ctr">
              <a:buNone/>
              <a:defRPr sz="1800">
                <a:solidFill>
                  <a:srgbClr val="5B6770"/>
                </a:solidFill>
              </a:defRPr>
            </a:lvl1pPr>
            <a:lvl2pPr marL="171450" indent="0" algn="ctr">
              <a:buNone/>
              <a:defRPr sz="1600">
                <a:solidFill>
                  <a:srgbClr val="5B6770"/>
                </a:solidFill>
              </a:defRPr>
            </a:lvl2pPr>
            <a:lvl3pPr marL="441325" indent="0" algn="ctr">
              <a:buNone/>
              <a:defRPr sz="1600">
                <a:solidFill>
                  <a:srgbClr val="5B6770"/>
                </a:solidFill>
              </a:defRPr>
            </a:lvl3pPr>
            <a:lvl4pPr marL="628650" indent="0" algn="ctr">
              <a:buNone/>
              <a:defRPr sz="1400">
                <a:solidFill>
                  <a:srgbClr val="5B6770"/>
                </a:solidFill>
              </a:defRPr>
            </a:lvl4pPr>
            <a:lvl5pPr marL="793750" indent="0" algn="ctr">
              <a:buNone/>
              <a:defRPr sz="1400">
                <a:solidFill>
                  <a:srgbClr val="5B6770"/>
                </a:solidFill>
              </a:defRPr>
            </a:lvl5pPr>
            <a:lvl6pPr>
              <a:defRPr sz="1800"/>
            </a:lvl6pPr>
            <a:lvl7pPr>
              <a:defRPr sz="1800"/>
            </a:lvl7pPr>
            <a:lvl8pPr>
              <a:defRPr sz="1800"/>
            </a:lvl8pPr>
            <a:lvl9pPr>
              <a:defRPr sz="1800"/>
            </a:lvl9pPr>
          </a:lstStyle>
          <a:p>
            <a:pPr lvl="0"/>
            <a:r>
              <a:rPr lang="en-US"/>
              <a:t>Click to edit Master text styles</a:t>
            </a:r>
          </a:p>
        </p:txBody>
      </p:sp>
      <p:sp>
        <p:nvSpPr>
          <p:cNvPr id="17" name="Text Placeholder 13">
            <a:extLst>
              <a:ext uri="{FF2B5EF4-FFF2-40B4-BE49-F238E27FC236}">
                <a16:creationId xmlns:a16="http://schemas.microsoft.com/office/drawing/2014/main" id="{BE7A69C4-3DB2-234E-8274-42E5BFE3B201}"/>
              </a:ext>
            </a:extLst>
          </p:cNvPr>
          <p:cNvSpPr>
            <a:spLocks noGrp="1"/>
          </p:cNvSpPr>
          <p:nvPr>
            <p:ph type="body" sz="quarter" idx="24"/>
          </p:nvPr>
        </p:nvSpPr>
        <p:spPr>
          <a:xfrm>
            <a:off x="4389120" y="2791845"/>
            <a:ext cx="3438144" cy="830997"/>
          </a:xfrm>
          <a:prstGeom prst="rect">
            <a:avLst/>
          </a:prstGeom>
        </p:spPr>
        <p:txBody>
          <a:bodyPr lIns="0" tIns="0" rIns="0" bIns="0"/>
          <a:lstStyle>
            <a:lvl1pPr marL="0" indent="0" algn="ctr">
              <a:buNone/>
              <a:defRPr sz="6000" b="1">
                <a:solidFill>
                  <a:srgbClr val="5B6770"/>
                </a:solidFill>
                <a:latin typeface="Arial" panose="020B0604020202020204" pitchFamily="34" charset="0"/>
                <a:cs typeface="Arial" panose="020B0604020202020204" pitchFamily="34" charset="0"/>
              </a:defRPr>
            </a:lvl1pPr>
            <a:lvl4pPr marL="628650" indent="0">
              <a:buNone/>
              <a:defRPr/>
            </a:lvl4pPr>
          </a:lstStyle>
          <a:p>
            <a:pPr lvl="0"/>
            <a:r>
              <a:rPr lang="en-US"/>
              <a:t>Edit Master text styles</a:t>
            </a:r>
          </a:p>
        </p:txBody>
      </p:sp>
      <p:sp>
        <p:nvSpPr>
          <p:cNvPr id="20" name="Content Placeholder 2">
            <a:extLst>
              <a:ext uri="{FF2B5EF4-FFF2-40B4-BE49-F238E27FC236}">
                <a16:creationId xmlns:a16="http://schemas.microsoft.com/office/drawing/2014/main" id="{723B732F-A735-7E42-B7F0-45522C18B065}"/>
              </a:ext>
            </a:extLst>
          </p:cNvPr>
          <p:cNvSpPr>
            <a:spLocks noGrp="1"/>
          </p:cNvSpPr>
          <p:nvPr>
            <p:ph sz="half" idx="25" hasCustomPrompt="1"/>
          </p:nvPr>
        </p:nvSpPr>
        <p:spPr>
          <a:xfrm>
            <a:off x="4389120" y="3834718"/>
            <a:ext cx="3438144" cy="249299"/>
          </a:xfrm>
        </p:spPr>
        <p:txBody>
          <a:bodyPr/>
          <a:lstStyle>
            <a:lvl1pPr marL="0" indent="0" algn="ctr">
              <a:buNone/>
              <a:defRPr sz="1800">
                <a:solidFill>
                  <a:srgbClr val="5B6770"/>
                </a:solidFill>
              </a:defRPr>
            </a:lvl1pPr>
            <a:lvl2pPr marL="171450" indent="0" algn="ctr">
              <a:buNone/>
              <a:defRPr sz="1600">
                <a:solidFill>
                  <a:srgbClr val="5B6770"/>
                </a:solidFill>
              </a:defRPr>
            </a:lvl2pPr>
            <a:lvl3pPr marL="441325" indent="0" algn="ctr">
              <a:buNone/>
              <a:defRPr sz="1600">
                <a:solidFill>
                  <a:srgbClr val="5B6770"/>
                </a:solidFill>
              </a:defRPr>
            </a:lvl3pPr>
            <a:lvl4pPr marL="628650" indent="0" algn="ctr">
              <a:buNone/>
              <a:defRPr sz="1400">
                <a:solidFill>
                  <a:srgbClr val="5B6770"/>
                </a:solidFill>
              </a:defRPr>
            </a:lvl4pPr>
            <a:lvl5pPr marL="793750" indent="0" algn="ctr">
              <a:buNone/>
              <a:defRPr sz="1400">
                <a:solidFill>
                  <a:srgbClr val="5B6770"/>
                </a:solidFill>
              </a:defRPr>
            </a:lvl5pPr>
            <a:lvl6pPr>
              <a:defRPr sz="1800"/>
            </a:lvl6pPr>
            <a:lvl7pPr>
              <a:defRPr sz="1800"/>
            </a:lvl7pPr>
            <a:lvl8pPr>
              <a:defRPr sz="1800"/>
            </a:lvl8pPr>
            <a:lvl9pPr>
              <a:defRPr sz="1800"/>
            </a:lvl9pPr>
          </a:lstStyle>
          <a:p>
            <a:pPr lvl="0"/>
            <a:r>
              <a:rPr lang="en-US"/>
              <a:t>Click to edit Master text styles</a:t>
            </a:r>
          </a:p>
        </p:txBody>
      </p:sp>
      <p:sp>
        <p:nvSpPr>
          <p:cNvPr id="22" name="Text Placeholder 13">
            <a:extLst>
              <a:ext uri="{FF2B5EF4-FFF2-40B4-BE49-F238E27FC236}">
                <a16:creationId xmlns:a16="http://schemas.microsoft.com/office/drawing/2014/main" id="{0CF752F2-B18E-6040-A662-85D39EAE2809}"/>
              </a:ext>
            </a:extLst>
          </p:cNvPr>
          <p:cNvSpPr>
            <a:spLocks noGrp="1"/>
          </p:cNvSpPr>
          <p:nvPr>
            <p:ph type="body" sz="quarter" idx="26"/>
          </p:nvPr>
        </p:nvSpPr>
        <p:spPr>
          <a:xfrm>
            <a:off x="8030570" y="2791845"/>
            <a:ext cx="3642619" cy="830997"/>
          </a:xfrm>
          <a:prstGeom prst="rect">
            <a:avLst/>
          </a:prstGeom>
        </p:spPr>
        <p:txBody>
          <a:bodyPr lIns="0" tIns="0" rIns="0" bIns="0"/>
          <a:lstStyle>
            <a:lvl1pPr marL="0" indent="0" algn="ctr">
              <a:buNone/>
              <a:defRPr sz="6000" b="1">
                <a:solidFill>
                  <a:srgbClr val="5B6770"/>
                </a:solidFill>
                <a:latin typeface="Arial" panose="020B0604020202020204" pitchFamily="34" charset="0"/>
                <a:cs typeface="Arial" panose="020B0604020202020204" pitchFamily="34" charset="0"/>
              </a:defRPr>
            </a:lvl1pPr>
            <a:lvl4pPr marL="628650" indent="0">
              <a:buNone/>
              <a:defRPr/>
            </a:lvl4pPr>
          </a:lstStyle>
          <a:p>
            <a:pPr lvl="0"/>
            <a:r>
              <a:rPr lang="en-US"/>
              <a:t>Edit Master text styles</a:t>
            </a:r>
          </a:p>
        </p:txBody>
      </p:sp>
      <p:sp>
        <p:nvSpPr>
          <p:cNvPr id="23" name="Content Placeholder 2">
            <a:extLst>
              <a:ext uri="{FF2B5EF4-FFF2-40B4-BE49-F238E27FC236}">
                <a16:creationId xmlns:a16="http://schemas.microsoft.com/office/drawing/2014/main" id="{92E4C90A-A6BF-A64F-BFA4-A10D4F0B68EB}"/>
              </a:ext>
            </a:extLst>
          </p:cNvPr>
          <p:cNvSpPr>
            <a:spLocks noGrp="1"/>
          </p:cNvSpPr>
          <p:nvPr>
            <p:ph sz="half" idx="27" hasCustomPrompt="1"/>
          </p:nvPr>
        </p:nvSpPr>
        <p:spPr>
          <a:xfrm>
            <a:off x="8028432" y="3834718"/>
            <a:ext cx="3642619" cy="249299"/>
          </a:xfrm>
        </p:spPr>
        <p:txBody>
          <a:bodyPr/>
          <a:lstStyle>
            <a:lvl1pPr marL="0" indent="0" algn="ctr">
              <a:buNone/>
              <a:defRPr sz="1800">
                <a:solidFill>
                  <a:srgbClr val="5B6770"/>
                </a:solidFill>
              </a:defRPr>
            </a:lvl1pPr>
            <a:lvl2pPr marL="171450" indent="0" algn="ctr">
              <a:buNone/>
              <a:defRPr sz="1600">
                <a:solidFill>
                  <a:srgbClr val="5B6770"/>
                </a:solidFill>
              </a:defRPr>
            </a:lvl2pPr>
            <a:lvl3pPr marL="441325" indent="0" algn="ctr">
              <a:buNone/>
              <a:defRPr sz="1600">
                <a:solidFill>
                  <a:srgbClr val="5B6770"/>
                </a:solidFill>
              </a:defRPr>
            </a:lvl3pPr>
            <a:lvl4pPr marL="628650" indent="0" algn="ctr">
              <a:buNone/>
              <a:defRPr sz="1400">
                <a:solidFill>
                  <a:srgbClr val="5B6770"/>
                </a:solidFill>
              </a:defRPr>
            </a:lvl4pPr>
            <a:lvl5pPr marL="793750" indent="0" algn="ctr">
              <a:buNone/>
              <a:defRPr sz="1400">
                <a:solidFill>
                  <a:srgbClr val="5B6770"/>
                </a:solidFill>
              </a:defRPr>
            </a:lvl5pPr>
            <a:lvl6pPr>
              <a:defRPr sz="1800"/>
            </a:lvl6pPr>
            <a:lvl7pPr>
              <a:defRPr sz="1800"/>
            </a:lvl7pPr>
            <a:lvl8pPr>
              <a:defRPr sz="1800"/>
            </a:lvl8pPr>
            <a:lvl9pPr>
              <a:defRPr sz="1800"/>
            </a:lvl9pPr>
          </a:lstStyle>
          <a:p>
            <a:pPr lvl="0"/>
            <a:r>
              <a:rPr lang="en-US"/>
              <a:t>Click to edit Master text styles</a:t>
            </a:r>
          </a:p>
        </p:txBody>
      </p:sp>
      <p:sp>
        <p:nvSpPr>
          <p:cNvPr id="26" name="Text Placeholder 3">
            <a:extLst>
              <a:ext uri="{FF2B5EF4-FFF2-40B4-BE49-F238E27FC236}">
                <a16:creationId xmlns:a16="http://schemas.microsoft.com/office/drawing/2014/main" id="{CE07EE3C-4FC4-5744-9B6A-E697A880EAC7}"/>
              </a:ext>
            </a:extLst>
          </p:cNvPr>
          <p:cNvSpPr>
            <a:spLocks noGrp="1"/>
          </p:cNvSpPr>
          <p:nvPr>
            <p:ph type="body" sz="quarter" idx="14" hasCustomPrompt="1"/>
          </p:nvPr>
        </p:nvSpPr>
        <p:spPr>
          <a:xfrm>
            <a:off x="5672137" y="188083"/>
            <a:ext cx="6024563" cy="193899"/>
          </a:xfrm>
        </p:spPr>
        <p:txBody>
          <a:bodyPr/>
          <a:lstStyle>
            <a:lvl1pPr marL="0" indent="0" algn="r">
              <a:buNone/>
              <a:defRPr sz="1400">
                <a:solidFill>
                  <a:schemeClr val="bg1"/>
                </a:solidFill>
              </a:defRPr>
            </a:lvl1pPr>
            <a:lvl2pPr marL="171450" indent="0" algn="r">
              <a:buNone/>
              <a:defRPr/>
            </a:lvl2pPr>
            <a:lvl3pPr marL="441325" indent="0" algn="r">
              <a:buNone/>
              <a:defRPr/>
            </a:lvl3pPr>
            <a:lvl4pPr marL="628650" indent="0" algn="r">
              <a:buNone/>
              <a:defRPr/>
            </a:lvl4pPr>
            <a:lvl5pPr marL="793750" indent="0" algn="r">
              <a:buNone/>
              <a:defRPr/>
            </a:lvl5pPr>
          </a:lstStyle>
          <a:p>
            <a:pPr lvl="0"/>
            <a:r>
              <a:rPr lang="en-US"/>
              <a:t>Click to edit Organization Name</a:t>
            </a:r>
          </a:p>
        </p:txBody>
      </p:sp>
    </p:spTree>
    <p:extLst>
      <p:ext uri="{BB962C8B-B14F-4D97-AF65-F5344CB8AC3E}">
        <p14:creationId xmlns:p14="http://schemas.microsoft.com/office/powerpoint/2010/main" val="28375552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Inside_Page_Header_Bar">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324600"/>
            <a:ext cx="12192000" cy="533400"/>
          </a:xfrm>
          <a:prstGeom prst="rect">
            <a:avLst/>
          </a:prstGeom>
        </p:spPr>
      </p:pic>
      <p:sp>
        <p:nvSpPr>
          <p:cNvPr id="3" name="Slide Number Placeholder 2"/>
          <p:cNvSpPr>
            <a:spLocks noGrp="1"/>
          </p:cNvSpPr>
          <p:nvPr>
            <p:ph type="sldNum" sz="quarter" idx="10"/>
          </p:nvPr>
        </p:nvSpPr>
        <p:spPr/>
        <p:txBody>
          <a:bodyPr/>
          <a:lstStyle/>
          <a:p>
            <a:fld id="{48FFE6E1-85EB-9E42-824B-7CC9267ED8B9}" type="slidenum">
              <a:rPr lang="en-US" smtClean="0"/>
              <a:pPr/>
              <a:t>‹#›</a:t>
            </a:fld>
            <a:endParaRPr lang="en-US"/>
          </a:p>
        </p:txBody>
      </p:sp>
      <p:pic>
        <p:nvPicPr>
          <p:cNvPr id="4" name="Picture 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533400"/>
          </a:xfrm>
          <a:prstGeom prst="rect">
            <a:avLst/>
          </a:prstGeom>
        </p:spPr>
      </p:pic>
      <p:sp>
        <p:nvSpPr>
          <p:cNvPr id="7" name="Rectangle 5"/>
          <p:cNvSpPr>
            <a:spLocks noChangeArrowheads="1"/>
          </p:cNvSpPr>
          <p:nvPr userDrawn="1"/>
        </p:nvSpPr>
        <p:spPr bwMode="auto">
          <a:xfrm>
            <a:off x="4719108" y="6484648"/>
            <a:ext cx="2753783" cy="141577"/>
          </a:xfrm>
          <a:prstGeom prst="rect">
            <a:avLst/>
          </a:prstGeom>
          <a:noFill/>
          <a:ln w="12700">
            <a:noFill/>
            <a:miter lim="800000"/>
            <a:headEnd type="none" w="sm" len="sm"/>
            <a:tailEnd type="none" w="sm" len="sm"/>
          </a:ln>
          <a:effectLst/>
        </p:spPr>
        <p:txBody>
          <a:bodyPr lIns="9144" tIns="9144" rIns="9144" bIns="9144" anchor="b">
            <a:spAutoFit/>
          </a:bodyPr>
          <a:lstStyle/>
          <a:p>
            <a:pPr algn="ctr" defTabSz="820738" eaLnBrk="0" hangingPunct="0"/>
            <a:r>
              <a:rPr lang="en-US" sz="800" b="1">
                <a:solidFill>
                  <a:srgbClr val="A3AAAE"/>
                </a:solidFill>
              </a:rPr>
              <a:t>BOEING PROPRIETARY</a:t>
            </a:r>
          </a:p>
        </p:txBody>
      </p:sp>
      <p:sp>
        <p:nvSpPr>
          <p:cNvPr id="10" name="Text Placeholder 11">
            <a:extLst>
              <a:ext uri="{FF2B5EF4-FFF2-40B4-BE49-F238E27FC236}">
                <a16:creationId xmlns:a16="http://schemas.microsoft.com/office/drawing/2014/main" id="{8EF87193-C373-294B-B8B1-E6A2C6337BD7}"/>
              </a:ext>
            </a:extLst>
          </p:cNvPr>
          <p:cNvSpPr>
            <a:spLocks noGrp="1"/>
          </p:cNvSpPr>
          <p:nvPr>
            <p:ph type="body" sz="quarter" idx="13"/>
          </p:nvPr>
        </p:nvSpPr>
        <p:spPr>
          <a:xfrm>
            <a:off x="466628" y="188083"/>
            <a:ext cx="7772400" cy="193899"/>
          </a:xfrm>
        </p:spPr>
        <p:txBody>
          <a:bodyPr anchor="ctr" anchorCtr="0"/>
          <a:lstStyle>
            <a:lvl1pPr marL="0" indent="0">
              <a:buNone/>
              <a:defRPr sz="1400">
                <a:solidFill>
                  <a:schemeClr val="bg1"/>
                </a:solidFill>
              </a:defRPr>
            </a:lvl1pPr>
          </a:lstStyle>
          <a:p>
            <a:pPr lvl="0"/>
            <a:r>
              <a:rPr lang="en-US"/>
              <a:t>Edit Master text styles</a:t>
            </a:r>
          </a:p>
        </p:txBody>
      </p:sp>
      <p:sp>
        <p:nvSpPr>
          <p:cNvPr id="11" name="Title 1">
            <a:extLst>
              <a:ext uri="{FF2B5EF4-FFF2-40B4-BE49-F238E27FC236}">
                <a16:creationId xmlns:a16="http://schemas.microsoft.com/office/drawing/2014/main" id="{C5991321-AE61-4349-9E0B-5F5B59E1AD8B}"/>
              </a:ext>
            </a:extLst>
          </p:cNvPr>
          <p:cNvSpPr>
            <a:spLocks noGrp="1"/>
          </p:cNvSpPr>
          <p:nvPr>
            <p:ph type="title"/>
          </p:nvPr>
        </p:nvSpPr>
        <p:spPr>
          <a:xfrm>
            <a:off x="466628" y="952500"/>
            <a:ext cx="10976889" cy="304699"/>
          </a:xfrm>
        </p:spPr>
        <p:txBody>
          <a:bodyPr/>
          <a:lstStyle>
            <a:lvl1pPr>
              <a:defRPr sz="2200">
                <a:solidFill>
                  <a:srgbClr val="5B6770"/>
                </a:solidFill>
              </a:defRPr>
            </a:lvl1pPr>
          </a:lstStyle>
          <a:p>
            <a:r>
              <a:rPr lang="en-US"/>
              <a:t>Click to edit Master title style</a:t>
            </a:r>
          </a:p>
        </p:txBody>
      </p:sp>
      <p:sp>
        <p:nvSpPr>
          <p:cNvPr id="12" name="Text Placeholder 3">
            <a:extLst>
              <a:ext uri="{FF2B5EF4-FFF2-40B4-BE49-F238E27FC236}">
                <a16:creationId xmlns:a16="http://schemas.microsoft.com/office/drawing/2014/main" id="{F8027E8E-2997-9E40-B102-D4A9F5D8B227}"/>
              </a:ext>
            </a:extLst>
          </p:cNvPr>
          <p:cNvSpPr>
            <a:spLocks noGrp="1"/>
          </p:cNvSpPr>
          <p:nvPr>
            <p:ph type="body" sz="quarter" idx="14" hasCustomPrompt="1"/>
          </p:nvPr>
        </p:nvSpPr>
        <p:spPr>
          <a:xfrm>
            <a:off x="5672137" y="188083"/>
            <a:ext cx="6024563" cy="193899"/>
          </a:xfrm>
        </p:spPr>
        <p:txBody>
          <a:bodyPr/>
          <a:lstStyle>
            <a:lvl1pPr marL="0" indent="0" algn="r">
              <a:buNone/>
              <a:defRPr sz="1400">
                <a:solidFill>
                  <a:schemeClr val="bg1"/>
                </a:solidFill>
              </a:defRPr>
            </a:lvl1pPr>
            <a:lvl2pPr marL="171450" indent="0" algn="r">
              <a:buNone/>
              <a:defRPr/>
            </a:lvl2pPr>
            <a:lvl3pPr marL="441325" indent="0" algn="r">
              <a:buNone/>
              <a:defRPr/>
            </a:lvl3pPr>
            <a:lvl4pPr marL="628650" indent="0" algn="r">
              <a:buNone/>
              <a:defRPr/>
            </a:lvl4pPr>
            <a:lvl5pPr marL="793750" indent="0" algn="r">
              <a:buNone/>
              <a:defRPr/>
            </a:lvl5pPr>
          </a:lstStyle>
          <a:p>
            <a:pPr lvl="0"/>
            <a:r>
              <a:rPr lang="en-US"/>
              <a:t>Click to edit Organization Name</a:t>
            </a:r>
          </a:p>
        </p:txBody>
      </p:sp>
      <p:sp>
        <p:nvSpPr>
          <p:cNvPr id="6" name="Rectangle 5"/>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rgbClr val="A3AAAE"/>
                </a:solidFill>
              </a:rPr>
              <a:t>Copyright © 2024 Boeing. All rights reserved.</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losing_LivingBlue">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t="15625"/>
          <a:stretch/>
        </p:blipFill>
        <p:spPr>
          <a:xfrm rot="10800000">
            <a:off x="0" y="0"/>
            <a:ext cx="12192000" cy="6858000"/>
          </a:xfrm>
          <a:prstGeom prst="rect">
            <a:avLst/>
          </a:prstGeom>
        </p:spPr>
      </p:pic>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862793" y="2907323"/>
            <a:ext cx="4466414" cy="1043354"/>
          </a:xfrm>
          <a:prstGeom prst="rect">
            <a:avLst/>
          </a:prstGeom>
        </p:spPr>
      </p:pic>
      <p:sp>
        <p:nvSpPr>
          <p:cNvPr id="6" name="Rectangle 5"/>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chemeClr val="bg1"/>
                </a:solidFill>
              </a:rPr>
              <a:t>Copyright © 2024 Boeing. All rights reserved.</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_Slide_LivingBlue_1">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l="34252" t="64728" r="23943" b="13"/>
          <a:stretch/>
        </p:blipFill>
        <p:spPr>
          <a:xfrm>
            <a:off x="-1" y="0"/>
            <a:ext cx="12192001" cy="6855590"/>
          </a:xfrm>
          <a:prstGeom prst="rect">
            <a:avLst/>
          </a:prstGeom>
        </p:spPr>
      </p:pic>
      <p:sp>
        <p:nvSpPr>
          <p:cNvPr id="66" name="Title 1"/>
          <p:cNvSpPr>
            <a:spLocks noGrp="1"/>
          </p:cNvSpPr>
          <p:nvPr>
            <p:ph type="ctrTitle" sz="quarter"/>
          </p:nvPr>
        </p:nvSpPr>
        <p:spPr>
          <a:xfrm>
            <a:off x="522465" y="3024186"/>
            <a:ext cx="11002433" cy="498598"/>
          </a:xfrm>
          <a:prstGeom prst="rect">
            <a:avLst/>
          </a:prstGeom>
        </p:spPr>
        <p:txBody>
          <a:bodyPr/>
          <a:lstStyle>
            <a:lvl1pPr>
              <a:defRPr sz="3600" b="0">
                <a:solidFill>
                  <a:schemeClr val="bg1"/>
                </a:solidFill>
                <a:latin typeface="Arial" charset="0"/>
                <a:ea typeface="Arial" charset="0"/>
                <a:cs typeface="Arial" charset="0"/>
              </a:defRPr>
            </a:lvl1pPr>
          </a:lstStyle>
          <a:p>
            <a:r>
              <a:rPr lang="en-US"/>
              <a:t>Click to edit Master title style</a:t>
            </a:r>
          </a:p>
        </p:txBody>
      </p:sp>
      <p:sp>
        <p:nvSpPr>
          <p:cNvPr id="58" name="Rectangle 10"/>
          <p:cNvSpPr>
            <a:spLocks noGrp="1" noChangeArrowheads="1"/>
          </p:cNvSpPr>
          <p:nvPr>
            <p:ph type="subTitle" idx="1"/>
          </p:nvPr>
        </p:nvSpPr>
        <p:spPr>
          <a:xfrm>
            <a:off x="522465" y="3725801"/>
            <a:ext cx="10993967" cy="249299"/>
          </a:xfrm>
        </p:spPr>
        <p:txBody>
          <a:bodyPr/>
          <a:lstStyle>
            <a:lvl1pPr marL="0" indent="0">
              <a:spcBef>
                <a:spcPct val="0"/>
              </a:spcBef>
              <a:buFont typeface="Wingdings" pitchFamily="2" charset="2"/>
              <a:buNone/>
              <a:defRPr sz="1800" b="0">
                <a:solidFill>
                  <a:schemeClr val="bg1"/>
                </a:solidFill>
                <a:latin typeface="Arial" charset="0"/>
                <a:ea typeface="Arial" charset="0"/>
                <a:cs typeface="Arial" charset="0"/>
              </a:defRPr>
            </a:lvl1pPr>
          </a:lstStyle>
          <a:p>
            <a:r>
              <a:rPr lang="en-US"/>
              <a:t>Click to edit Master subtitle style</a:t>
            </a:r>
          </a:p>
        </p:txBody>
      </p:sp>
      <p:sp>
        <p:nvSpPr>
          <p:cNvPr id="7" name="Rectangle 5"/>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chemeClr val="bg1">
                    <a:alpha val="50000"/>
                  </a:schemeClr>
                </a:solidFill>
              </a:rPr>
              <a:t>Copyright © 2024 Boeing. All rights reserved.</a:t>
            </a:r>
          </a:p>
        </p:txBody>
      </p:sp>
      <p:pic>
        <p:nvPicPr>
          <p:cNvPr id="8" name="Picture 47" descr="Boeing_white_standard">
            <a:extLst>
              <a:ext uri="{FF2B5EF4-FFF2-40B4-BE49-F238E27FC236}">
                <a16:creationId xmlns:a16="http://schemas.microsoft.com/office/drawing/2014/main" id="{A0DFB473-9A5B-2949-8859-D54F0245A3B7}"/>
              </a:ext>
            </a:extLst>
          </p:cNvPr>
          <p:cNvPicPr>
            <a:picLocks noChangeAspect="1" noChangeArrowheads="1"/>
          </p:cNvPicPr>
          <p:nvPr userDrawn="1"/>
        </p:nvPicPr>
        <p:blipFill>
          <a:blip r:embed="rId3" cstate="print"/>
          <a:srcRect/>
          <a:stretch>
            <a:fillRect/>
          </a:stretch>
        </p:blipFill>
        <p:spPr bwMode="auto">
          <a:xfrm>
            <a:off x="457200" y="395226"/>
            <a:ext cx="1855788" cy="447675"/>
          </a:xfrm>
          <a:prstGeom prst="rect">
            <a:avLst/>
          </a:prstGeom>
          <a:noFill/>
        </p:spPr>
      </p:pic>
      <p:pic>
        <p:nvPicPr>
          <p:cNvPr id="10" name="Picture 9">
            <a:extLst>
              <a:ext uri="{FF2B5EF4-FFF2-40B4-BE49-F238E27FC236}">
                <a16:creationId xmlns:a16="http://schemas.microsoft.com/office/drawing/2014/main" id="{BED63366-278C-47FA-BE36-186DC000CB80}"/>
              </a:ext>
            </a:extLst>
          </p:cNvPr>
          <p:cNvPicPr>
            <a:picLocks noChangeAspect="1"/>
          </p:cNvPicPr>
          <p:nvPr userDrawn="1"/>
        </p:nvPicPr>
        <p:blipFill>
          <a:blip r:embed="rId4"/>
          <a:stretch>
            <a:fillRect/>
          </a:stretch>
        </p:blipFill>
        <p:spPr>
          <a:xfrm>
            <a:off x="5715000" y="404123"/>
            <a:ext cx="6127011" cy="377985"/>
          </a:xfrm>
          <a:prstGeom prst="rect">
            <a:avLst/>
          </a:prstGeom>
        </p:spPr>
      </p:pic>
    </p:spTree>
    <p:extLst>
      <p:ext uri="{BB962C8B-B14F-4D97-AF65-F5344CB8AC3E}">
        <p14:creationId xmlns:p14="http://schemas.microsoft.com/office/powerpoint/2010/main" val="2243088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_Slide_LivingBlue_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1069269-3964-4743-8C8F-6000A3DCAFB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34" t="63615" r="54643" b="1"/>
          <a:stretch/>
        </p:blipFill>
        <p:spPr>
          <a:xfrm rot="10800000">
            <a:off x="0" y="0"/>
            <a:ext cx="12192000" cy="6858000"/>
          </a:xfrm>
          <a:prstGeom prst="rect">
            <a:avLst/>
          </a:prstGeom>
        </p:spPr>
      </p:pic>
      <p:sp>
        <p:nvSpPr>
          <p:cNvPr id="66" name="Title 1"/>
          <p:cNvSpPr>
            <a:spLocks noGrp="1"/>
          </p:cNvSpPr>
          <p:nvPr>
            <p:ph type="ctrTitle" sz="quarter"/>
          </p:nvPr>
        </p:nvSpPr>
        <p:spPr>
          <a:xfrm>
            <a:off x="522465" y="3024186"/>
            <a:ext cx="11002433" cy="498598"/>
          </a:xfrm>
          <a:prstGeom prst="rect">
            <a:avLst/>
          </a:prstGeom>
        </p:spPr>
        <p:txBody>
          <a:bodyPr/>
          <a:lstStyle>
            <a:lvl1pPr>
              <a:defRPr sz="3600" b="0">
                <a:solidFill>
                  <a:schemeClr val="bg1"/>
                </a:solidFill>
                <a:latin typeface="Arial" charset="0"/>
                <a:ea typeface="Arial" charset="0"/>
                <a:cs typeface="Arial" charset="0"/>
              </a:defRPr>
            </a:lvl1pPr>
          </a:lstStyle>
          <a:p>
            <a:r>
              <a:rPr lang="en-US"/>
              <a:t>Click to edit Master title style</a:t>
            </a:r>
          </a:p>
        </p:txBody>
      </p:sp>
      <p:sp>
        <p:nvSpPr>
          <p:cNvPr id="58" name="Rectangle 10"/>
          <p:cNvSpPr>
            <a:spLocks noGrp="1" noChangeArrowheads="1"/>
          </p:cNvSpPr>
          <p:nvPr>
            <p:ph type="subTitle" idx="1"/>
          </p:nvPr>
        </p:nvSpPr>
        <p:spPr>
          <a:xfrm>
            <a:off x="522465" y="3725801"/>
            <a:ext cx="10993967" cy="249299"/>
          </a:xfrm>
        </p:spPr>
        <p:txBody>
          <a:bodyPr/>
          <a:lstStyle>
            <a:lvl1pPr marL="0" indent="0">
              <a:spcBef>
                <a:spcPct val="0"/>
              </a:spcBef>
              <a:buFont typeface="Wingdings" pitchFamily="2" charset="2"/>
              <a:buNone/>
              <a:defRPr sz="1800" b="0">
                <a:solidFill>
                  <a:schemeClr val="bg1"/>
                </a:solidFill>
                <a:latin typeface="Arial" charset="0"/>
                <a:ea typeface="Arial" charset="0"/>
                <a:cs typeface="Arial" charset="0"/>
              </a:defRPr>
            </a:lvl1pPr>
          </a:lstStyle>
          <a:p>
            <a:r>
              <a:rPr lang="en-US"/>
              <a:t>Click to edit Master subtitle style</a:t>
            </a:r>
          </a:p>
        </p:txBody>
      </p:sp>
      <p:sp>
        <p:nvSpPr>
          <p:cNvPr id="7" name="Rectangle 5"/>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chemeClr val="bg1">
                    <a:alpha val="50000"/>
                  </a:schemeClr>
                </a:solidFill>
              </a:rPr>
              <a:t>Copyright © 2024 Boeing. All rights reserved.</a:t>
            </a:r>
          </a:p>
        </p:txBody>
      </p:sp>
      <p:pic>
        <p:nvPicPr>
          <p:cNvPr id="9" name="Picture 47" descr="Boeing_white_standard">
            <a:extLst>
              <a:ext uri="{FF2B5EF4-FFF2-40B4-BE49-F238E27FC236}">
                <a16:creationId xmlns:a16="http://schemas.microsoft.com/office/drawing/2014/main" id="{601B7DB9-31F1-0749-BC63-F523FC6A5552}"/>
              </a:ext>
            </a:extLst>
          </p:cNvPr>
          <p:cNvPicPr>
            <a:picLocks noChangeAspect="1" noChangeArrowheads="1"/>
          </p:cNvPicPr>
          <p:nvPr userDrawn="1"/>
        </p:nvPicPr>
        <p:blipFill>
          <a:blip r:embed="rId3" cstate="print"/>
          <a:srcRect/>
          <a:stretch>
            <a:fillRect/>
          </a:stretch>
        </p:blipFill>
        <p:spPr bwMode="auto">
          <a:xfrm>
            <a:off x="457200" y="395226"/>
            <a:ext cx="1855788" cy="447675"/>
          </a:xfrm>
          <a:prstGeom prst="rect">
            <a:avLst/>
          </a:prstGeom>
          <a:noFill/>
        </p:spPr>
      </p:pic>
      <p:pic>
        <p:nvPicPr>
          <p:cNvPr id="11" name="Picture 10">
            <a:extLst>
              <a:ext uri="{FF2B5EF4-FFF2-40B4-BE49-F238E27FC236}">
                <a16:creationId xmlns:a16="http://schemas.microsoft.com/office/drawing/2014/main" id="{5060BA36-62CA-4EB4-BC5F-D728EBF392E9}"/>
              </a:ext>
            </a:extLst>
          </p:cNvPr>
          <p:cNvPicPr>
            <a:picLocks noChangeAspect="1"/>
          </p:cNvPicPr>
          <p:nvPr userDrawn="1"/>
        </p:nvPicPr>
        <p:blipFill>
          <a:blip r:embed="rId4"/>
          <a:stretch>
            <a:fillRect/>
          </a:stretch>
        </p:blipFill>
        <p:spPr>
          <a:xfrm>
            <a:off x="5715000" y="404123"/>
            <a:ext cx="6127011" cy="377985"/>
          </a:xfrm>
          <a:prstGeom prst="rect">
            <a:avLst/>
          </a:prstGeom>
        </p:spPr>
      </p:pic>
    </p:spTree>
    <p:extLst>
      <p:ext uri="{BB962C8B-B14F-4D97-AF65-F5344CB8AC3E}">
        <p14:creationId xmlns:p14="http://schemas.microsoft.com/office/powerpoint/2010/main" val="37417177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ivingBlue_BG_Only_3">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5D677E-EB9B-2345-9B11-068682EA64B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4252" t="64728" r="23943" b="13"/>
          <a:stretch/>
        </p:blipFill>
        <p:spPr>
          <a:xfrm>
            <a:off x="-1" y="0"/>
            <a:ext cx="12192001" cy="6855590"/>
          </a:xfrm>
          <a:prstGeom prst="rect">
            <a:avLst/>
          </a:prstGeom>
        </p:spPr>
      </p:pic>
    </p:spTree>
    <p:extLst>
      <p:ext uri="{BB962C8B-B14F-4D97-AF65-F5344CB8AC3E}">
        <p14:creationId xmlns:p14="http://schemas.microsoft.com/office/powerpoint/2010/main" val="32873439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ivingBlue_BG_Only_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E7862A-2D29-6F47-97BC-457AB4A4D4E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34" t="63615" r="54643" b="1"/>
          <a:stretch/>
        </p:blipFill>
        <p:spPr>
          <a:xfrm rot="10800000">
            <a:off x="0" y="0"/>
            <a:ext cx="12192000" cy="6858000"/>
          </a:xfrm>
          <a:prstGeom prst="rect">
            <a:avLst/>
          </a:prstGeom>
        </p:spPr>
      </p:pic>
    </p:spTree>
    <p:extLst>
      <p:ext uri="{BB962C8B-B14F-4D97-AF65-F5344CB8AC3E}">
        <p14:creationId xmlns:p14="http://schemas.microsoft.com/office/powerpoint/2010/main" val="31101100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age_Divider_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0BEEA5-8E01-B64C-9ADF-6D580C3B0F4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34" t="63615" r="54643" b="1"/>
          <a:stretch/>
        </p:blipFill>
        <p:spPr>
          <a:xfrm rot="10800000">
            <a:off x="0" y="0"/>
            <a:ext cx="12192000" cy="6858000"/>
          </a:xfrm>
          <a:prstGeom prst="rect">
            <a:avLst/>
          </a:prstGeom>
        </p:spPr>
      </p:pic>
      <p:sp>
        <p:nvSpPr>
          <p:cNvPr id="2" name="Title 1"/>
          <p:cNvSpPr>
            <a:spLocks noGrp="1"/>
          </p:cNvSpPr>
          <p:nvPr>
            <p:ph type="title"/>
          </p:nvPr>
        </p:nvSpPr>
        <p:spPr>
          <a:xfrm>
            <a:off x="457200" y="3117376"/>
            <a:ext cx="11239500" cy="623248"/>
          </a:xfrm>
          <a:prstGeom prst="rect">
            <a:avLst/>
          </a:prstGeom>
        </p:spPr>
        <p:txBody>
          <a:bodyPr/>
          <a:lstStyle>
            <a:lvl1pPr algn="ctr">
              <a:defRPr sz="4500" b="1">
                <a:solidFill>
                  <a:schemeClr val="bg1"/>
                </a:solidFill>
              </a:defRPr>
            </a:lvl1pPr>
          </a:lstStyle>
          <a:p>
            <a:r>
              <a:rPr lang="en-US"/>
              <a:t>Click to edit Master title style</a:t>
            </a:r>
          </a:p>
        </p:txBody>
      </p:sp>
    </p:spTree>
    <p:extLst>
      <p:ext uri="{BB962C8B-B14F-4D97-AF65-F5344CB8AC3E}">
        <p14:creationId xmlns:p14="http://schemas.microsoft.com/office/powerpoint/2010/main" val="19359446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side_Page_Header_Bar">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2655093F-2A6A-CD48-B216-7BC623D5446F}"/>
              </a:ext>
            </a:extLst>
          </p:cNvPr>
          <p:cNvGrpSpPr/>
          <p:nvPr userDrawn="1"/>
        </p:nvGrpSpPr>
        <p:grpSpPr>
          <a:xfrm>
            <a:off x="-1" y="0"/>
            <a:ext cx="12192001" cy="6858000"/>
            <a:chOff x="-1" y="0"/>
            <a:chExt cx="12192001" cy="6858000"/>
          </a:xfrm>
        </p:grpSpPr>
        <p:pic>
          <p:nvPicPr>
            <p:cNvPr id="23" name="Picture 22">
              <a:extLst>
                <a:ext uri="{FF2B5EF4-FFF2-40B4-BE49-F238E27FC236}">
                  <a16:creationId xmlns:a16="http://schemas.microsoft.com/office/drawing/2014/main" id="{47587D12-EB46-774B-B598-092C13B1D85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609" t="87015" r="7268" b="10155"/>
            <a:stretch/>
          </p:blipFill>
          <p:spPr>
            <a:xfrm rot="10800000">
              <a:off x="0" y="0"/>
              <a:ext cx="12192000" cy="6858000"/>
            </a:xfrm>
            <a:prstGeom prst="rect">
              <a:avLst/>
            </a:prstGeom>
          </p:spPr>
        </p:pic>
        <p:cxnSp>
          <p:nvCxnSpPr>
            <p:cNvPr id="24" name="Straight Connector 23">
              <a:extLst>
                <a:ext uri="{FF2B5EF4-FFF2-40B4-BE49-F238E27FC236}">
                  <a16:creationId xmlns:a16="http://schemas.microsoft.com/office/drawing/2014/main" id="{A73990BE-157D-E04D-966C-1D03E45C4704}"/>
                </a:ext>
              </a:extLst>
            </p:cNvPr>
            <p:cNvCxnSpPr>
              <a:cxnSpLocks/>
            </p:cNvCxnSpPr>
            <p:nvPr userDrawn="1"/>
          </p:nvCxnSpPr>
          <p:spPr>
            <a:xfrm>
              <a:off x="-1" y="599782"/>
              <a:ext cx="12192000" cy="0"/>
            </a:xfrm>
            <a:prstGeom prst="line">
              <a:avLst/>
            </a:prstGeom>
            <a:ln w="20320">
              <a:gradFill>
                <a:gsLst>
                  <a:gs pos="50000">
                    <a:srgbClr val="85C2EF"/>
                  </a:gs>
                  <a:gs pos="80000">
                    <a:srgbClr val="0033A1"/>
                  </a:gs>
                  <a:gs pos="20000">
                    <a:srgbClr val="0033A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3" name="Slide Number Placeholder 2"/>
          <p:cNvSpPr>
            <a:spLocks noGrp="1"/>
          </p:cNvSpPr>
          <p:nvPr>
            <p:ph type="sldNum" sz="quarter" idx="10"/>
          </p:nvPr>
        </p:nvSpPr>
        <p:spPr/>
        <p:txBody>
          <a:bodyPr/>
          <a:lstStyle>
            <a:lvl1pPr>
              <a:defRPr>
                <a:solidFill>
                  <a:srgbClr val="A3AAAE">
                    <a:alpha val="50000"/>
                  </a:srgbClr>
                </a:solidFill>
              </a:defRPr>
            </a:lvl1pPr>
          </a:lstStyle>
          <a:p>
            <a:fld id="{48FFE6E1-85EB-9E42-824B-7CC9267ED8B9}" type="slidenum">
              <a:rPr lang="en-US" smtClean="0"/>
              <a:pPr/>
              <a:t>‹#›</a:t>
            </a:fld>
            <a:endParaRPr lang="en-US"/>
          </a:p>
        </p:txBody>
      </p:sp>
      <p:sp>
        <p:nvSpPr>
          <p:cNvPr id="12" name="Text Placeholder 11"/>
          <p:cNvSpPr>
            <a:spLocks noGrp="1"/>
          </p:cNvSpPr>
          <p:nvPr>
            <p:ph type="body" sz="quarter" idx="13"/>
          </p:nvPr>
        </p:nvSpPr>
        <p:spPr>
          <a:xfrm>
            <a:off x="466627" y="192024"/>
            <a:ext cx="7772400" cy="193899"/>
          </a:xfrm>
        </p:spPr>
        <p:txBody>
          <a:bodyPr anchor="ctr" anchorCtr="0"/>
          <a:lstStyle>
            <a:lvl1pPr marL="0" indent="0">
              <a:buNone/>
              <a:defRPr sz="1400">
                <a:solidFill>
                  <a:schemeClr val="bg1"/>
                </a:solidFill>
              </a:defRPr>
            </a:lvl1pPr>
          </a:lstStyle>
          <a:p>
            <a:pPr lvl="0"/>
            <a:r>
              <a:rPr lang="en-US"/>
              <a:t>Click to edit Master text styles</a:t>
            </a:r>
          </a:p>
        </p:txBody>
      </p:sp>
      <p:sp>
        <p:nvSpPr>
          <p:cNvPr id="6" name="Rectangle 5"/>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rgbClr val="A3AAAE">
                    <a:alpha val="50000"/>
                  </a:srgbClr>
                </a:solidFill>
              </a:rPr>
              <a:t>Copyright © 2024 Boeing. All rights reserved.</a:t>
            </a:r>
          </a:p>
        </p:txBody>
      </p:sp>
      <p:sp>
        <p:nvSpPr>
          <p:cNvPr id="8" name="Footer Placeholder 82">
            <a:extLst>
              <a:ext uri="{FF2B5EF4-FFF2-40B4-BE49-F238E27FC236}">
                <a16:creationId xmlns:a16="http://schemas.microsoft.com/office/drawing/2014/main" id="{E14DACB7-6934-474B-A533-D4469DADD0A5}"/>
              </a:ext>
            </a:extLst>
          </p:cNvPr>
          <p:cNvSpPr txBox="1">
            <a:spLocks/>
          </p:cNvSpPr>
          <p:nvPr userDrawn="1"/>
        </p:nvSpPr>
        <p:spPr bwMode="auto">
          <a:xfrm>
            <a:off x="3971405" y="6251768"/>
            <a:ext cx="4267200" cy="37465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a:solidFill>
                  <a:srgbClr val="A3AAAE">
                    <a:alpha val="50000"/>
                  </a:srgbClr>
                </a:solidFill>
              </a:rPr>
              <a:t>BOEING PROPRIETARY</a:t>
            </a:r>
          </a:p>
        </p:txBody>
      </p:sp>
      <p:sp>
        <p:nvSpPr>
          <p:cNvPr id="14" name="Title 1">
            <a:extLst>
              <a:ext uri="{FF2B5EF4-FFF2-40B4-BE49-F238E27FC236}">
                <a16:creationId xmlns:a16="http://schemas.microsoft.com/office/drawing/2014/main" id="{AE9C8113-DF5C-AA45-8F89-3495A53E3CAE}"/>
              </a:ext>
            </a:extLst>
          </p:cNvPr>
          <p:cNvSpPr>
            <a:spLocks noGrp="1"/>
          </p:cNvSpPr>
          <p:nvPr>
            <p:ph type="title"/>
          </p:nvPr>
        </p:nvSpPr>
        <p:spPr>
          <a:xfrm>
            <a:off x="466628" y="952500"/>
            <a:ext cx="10976889" cy="304699"/>
          </a:xfrm>
          <a:prstGeom prst="rect">
            <a:avLst/>
          </a:prstGeom>
        </p:spPr>
        <p:txBody>
          <a:bodyPr/>
          <a:lstStyle>
            <a:lvl1pPr>
              <a:defRPr sz="2200">
                <a:solidFill>
                  <a:schemeClr val="bg1"/>
                </a:solidFill>
              </a:defRPr>
            </a:lvl1pPr>
          </a:lstStyle>
          <a:p>
            <a:r>
              <a:rPr lang="en-US"/>
              <a:t>Click to edit Master title style</a:t>
            </a:r>
          </a:p>
        </p:txBody>
      </p:sp>
      <p:sp>
        <p:nvSpPr>
          <p:cNvPr id="10" name="Text Placeholder 3">
            <a:extLst>
              <a:ext uri="{FF2B5EF4-FFF2-40B4-BE49-F238E27FC236}">
                <a16:creationId xmlns:a16="http://schemas.microsoft.com/office/drawing/2014/main" id="{2C20F803-7997-A54D-9F01-DE6AA08859FE}"/>
              </a:ext>
            </a:extLst>
          </p:cNvPr>
          <p:cNvSpPr>
            <a:spLocks noGrp="1"/>
          </p:cNvSpPr>
          <p:nvPr>
            <p:ph type="body" sz="quarter" idx="14" hasCustomPrompt="1"/>
          </p:nvPr>
        </p:nvSpPr>
        <p:spPr>
          <a:xfrm>
            <a:off x="5672137" y="192024"/>
            <a:ext cx="6024563" cy="195951"/>
          </a:xfrm>
        </p:spPr>
        <p:txBody>
          <a:bodyPr/>
          <a:lstStyle>
            <a:lvl1pPr marL="0" indent="0" algn="r">
              <a:buNone/>
              <a:defRPr sz="1400">
                <a:solidFill>
                  <a:schemeClr val="bg1"/>
                </a:solidFill>
              </a:defRPr>
            </a:lvl1pPr>
            <a:lvl2pPr marL="171450" indent="0" algn="r">
              <a:buNone/>
              <a:defRPr/>
            </a:lvl2pPr>
            <a:lvl3pPr marL="441325" indent="0" algn="r">
              <a:buNone/>
              <a:defRPr/>
            </a:lvl3pPr>
            <a:lvl4pPr marL="628650" indent="0" algn="r">
              <a:buNone/>
              <a:defRPr/>
            </a:lvl4pPr>
            <a:lvl5pPr marL="793750" indent="0" algn="r">
              <a:buNone/>
              <a:defRPr/>
            </a:lvl5pPr>
          </a:lstStyle>
          <a:p>
            <a:pPr lvl="0"/>
            <a:r>
              <a:rPr lang="en-US"/>
              <a:t>Click to edit Organization Name</a:t>
            </a:r>
          </a:p>
        </p:txBody>
      </p:sp>
    </p:spTree>
    <p:extLst>
      <p:ext uri="{BB962C8B-B14F-4D97-AF65-F5344CB8AC3E}">
        <p14:creationId xmlns:p14="http://schemas.microsoft.com/office/powerpoint/2010/main" val="24627632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nside_Page_HeaderBar_1Content">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B45F4419-8A54-D949-AEAA-9E1B5C239431}"/>
              </a:ext>
            </a:extLst>
          </p:cNvPr>
          <p:cNvGrpSpPr/>
          <p:nvPr userDrawn="1"/>
        </p:nvGrpSpPr>
        <p:grpSpPr>
          <a:xfrm>
            <a:off x="-1" y="0"/>
            <a:ext cx="12192001" cy="6858000"/>
            <a:chOff x="-1" y="0"/>
            <a:chExt cx="12192001" cy="6858000"/>
          </a:xfrm>
        </p:grpSpPr>
        <p:pic>
          <p:nvPicPr>
            <p:cNvPr id="15" name="Picture 14">
              <a:extLst>
                <a:ext uri="{FF2B5EF4-FFF2-40B4-BE49-F238E27FC236}">
                  <a16:creationId xmlns:a16="http://schemas.microsoft.com/office/drawing/2014/main" id="{598110D9-AC1D-D741-86FB-D57BD3931D4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609" t="87015" r="7268" b="10155"/>
            <a:stretch/>
          </p:blipFill>
          <p:spPr>
            <a:xfrm rot="10800000">
              <a:off x="0" y="0"/>
              <a:ext cx="12192000" cy="6858000"/>
            </a:xfrm>
            <a:prstGeom prst="rect">
              <a:avLst/>
            </a:prstGeom>
          </p:spPr>
        </p:pic>
        <p:cxnSp>
          <p:nvCxnSpPr>
            <p:cNvPr id="16" name="Straight Connector 15">
              <a:extLst>
                <a:ext uri="{FF2B5EF4-FFF2-40B4-BE49-F238E27FC236}">
                  <a16:creationId xmlns:a16="http://schemas.microsoft.com/office/drawing/2014/main" id="{AD5411D6-C0E0-CD42-B997-F0B88ABB9022}"/>
                </a:ext>
              </a:extLst>
            </p:cNvPr>
            <p:cNvCxnSpPr>
              <a:cxnSpLocks/>
            </p:cNvCxnSpPr>
            <p:nvPr userDrawn="1"/>
          </p:nvCxnSpPr>
          <p:spPr>
            <a:xfrm>
              <a:off x="-1" y="599782"/>
              <a:ext cx="12192000" cy="0"/>
            </a:xfrm>
            <a:prstGeom prst="line">
              <a:avLst/>
            </a:prstGeom>
            <a:ln w="20320">
              <a:gradFill>
                <a:gsLst>
                  <a:gs pos="50000">
                    <a:srgbClr val="85C2EF"/>
                  </a:gs>
                  <a:gs pos="80000">
                    <a:srgbClr val="0033A1"/>
                  </a:gs>
                  <a:gs pos="20000">
                    <a:srgbClr val="0033A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3" name="Slide Number Placeholder 2"/>
          <p:cNvSpPr>
            <a:spLocks noGrp="1"/>
          </p:cNvSpPr>
          <p:nvPr>
            <p:ph type="sldNum" sz="quarter" idx="10"/>
          </p:nvPr>
        </p:nvSpPr>
        <p:spPr/>
        <p:txBody>
          <a:bodyPr/>
          <a:lstStyle>
            <a:lvl1pPr>
              <a:defRPr>
                <a:solidFill>
                  <a:srgbClr val="A3AAAE">
                    <a:alpha val="50000"/>
                  </a:srgbClr>
                </a:solidFill>
              </a:defRPr>
            </a:lvl1pPr>
          </a:lstStyle>
          <a:p>
            <a:fld id="{48FFE6E1-85EB-9E42-824B-7CC9267ED8B9}" type="slidenum">
              <a:rPr lang="en-US" smtClean="0"/>
              <a:pPr/>
              <a:t>‹#›</a:t>
            </a:fld>
            <a:endParaRPr lang="en-US"/>
          </a:p>
        </p:txBody>
      </p:sp>
      <p:sp>
        <p:nvSpPr>
          <p:cNvPr id="6" name="Rectangle 5"/>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rgbClr val="A3AAAE">
                    <a:alpha val="50000"/>
                  </a:srgbClr>
                </a:solidFill>
              </a:rPr>
              <a:t>Copyright © 2024 Boeing. All rights reserved.</a:t>
            </a:r>
          </a:p>
        </p:txBody>
      </p:sp>
      <p:sp>
        <p:nvSpPr>
          <p:cNvPr id="7" name="Content Placeholder 2">
            <a:extLst>
              <a:ext uri="{FF2B5EF4-FFF2-40B4-BE49-F238E27FC236}">
                <a16:creationId xmlns:a16="http://schemas.microsoft.com/office/drawing/2014/main" id="{BA49E8DD-FF81-1940-903D-167F491627D1}"/>
              </a:ext>
            </a:extLst>
          </p:cNvPr>
          <p:cNvSpPr>
            <a:spLocks noGrp="1"/>
          </p:cNvSpPr>
          <p:nvPr>
            <p:ph idx="1" hasCustomPrompt="1"/>
          </p:nvPr>
        </p:nvSpPr>
        <p:spPr>
          <a:xfrm>
            <a:off x="466627" y="1435608"/>
            <a:ext cx="10980835" cy="1477328"/>
          </a:xfrm>
        </p:spPr>
        <p:txBody>
          <a:bodyPr/>
          <a:lstStyle>
            <a:lvl1pPr marL="169863" indent="-169863">
              <a:lnSpc>
                <a:spcPct val="100000"/>
              </a:lnSpc>
              <a:buClr>
                <a:srgbClr val="009BDF"/>
              </a:buClr>
              <a:buFont typeface="Wingdings" pitchFamily="2" charset="2"/>
              <a:buChar char="§"/>
              <a:defRPr sz="1800">
                <a:solidFill>
                  <a:schemeClr val="bg1"/>
                </a:solidFill>
              </a:defRPr>
            </a:lvl1pPr>
            <a:lvl2pPr marL="376238" indent="-204788">
              <a:lnSpc>
                <a:spcPct val="100000"/>
              </a:lnSpc>
              <a:buClr>
                <a:srgbClr val="009BDF"/>
              </a:buClr>
              <a:buFont typeface="Wingdings" pitchFamily="2" charset="2"/>
              <a:buChar char="§"/>
              <a:defRPr sz="1600">
                <a:solidFill>
                  <a:schemeClr val="bg1"/>
                </a:solidFill>
              </a:defRPr>
            </a:lvl2pPr>
            <a:lvl3pPr marL="627063" indent="-185738">
              <a:lnSpc>
                <a:spcPct val="100000"/>
              </a:lnSpc>
              <a:buClr>
                <a:srgbClr val="009BDF"/>
              </a:buClr>
              <a:buFont typeface="Wingdings" pitchFamily="2" charset="2"/>
              <a:buChar char="§"/>
              <a:defRPr sz="1600">
                <a:solidFill>
                  <a:schemeClr val="bg1"/>
                </a:solidFill>
              </a:defRPr>
            </a:lvl3pPr>
            <a:lvl4pPr marL="792163" indent="-163513">
              <a:lnSpc>
                <a:spcPct val="100000"/>
              </a:lnSpc>
              <a:buClr>
                <a:srgbClr val="009BDF"/>
              </a:buClr>
              <a:buFont typeface="Wingdings" pitchFamily="2" charset="2"/>
              <a:buChar char="§"/>
              <a:defRPr sz="1400">
                <a:solidFill>
                  <a:schemeClr val="bg1"/>
                </a:solidFill>
              </a:defRPr>
            </a:lvl4pPr>
            <a:lvl5pPr marL="957263" indent="-163513">
              <a:lnSpc>
                <a:spcPct val="100000"/>
              </a:lnSpc>
              <a:buClr>
                <a:srgbClr val="009BDF"/>
              </a:buClr>
              <a:buFont typeface="Wingdings" pitchFamily="2" charset="2"/>
              <a:buChar char="§"/>
              <a:defRPr sz="1400">
                <a:solidFill>
                  <a:schemeClr val="bg1"/>
                </a:solidFill>
              </a:defRPr>
            </a:lvl5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8" name="Footer Placeholder 82">
            <a:extLst>
              <a:ext uri="{FF2B5EF4-FFF2-40B4-BE49-F238E27FC236}">
                <a16:creationId xmlns:a16="http://schemas.microsoft.com/office/drawing/2014/main" id="{C68FC903-7584-354B-BEBC-16207367C765}"/>
              </a:ext>
            </a:extLst>
          </p:cNvPr>
          <p:cNvSpPr txBox="1">
            <a:spLocks/>
          </p:cNvSpPr>
          <p:nvPr userDrawn="1"/>
        </p:nvSpPr>
        <p:spPr bwMode="auto">
          <a:xfrm>
            <a:off x="3971405" y="6251768"/>
            <a:ext cx="4267200" cy="37465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a:solidFill>
                  <a:srgbClr val="A3AAAE">
                    <a:alpha val="50000"/>
                  </a:srgbClr>
                </a:solidFill>
              </a:rPr>
              <a:t>BOEING PROPRIETARY</a:t>
            </a:r>
          </a:p>
        </p:txBody>
      </p:sp>
      <p:sp>
        <p:nvSpPr>
          <p:cNvPr id="11" name="Text Placeholder 11">
            <a:extLst>
              <a:ext uri="{FF2B5EF4-FFF2-40B4-BE49-F238E27FC236}">
                <a16:creationId xmlns:a16="http://schemas.microsoft.com/office/drawing/2014/main" id="{50050983-E59D-724D-95D3-9F68FB2446F9}"/>
              </a:ext>
            </a:extLst>
          </p:cNvPr>
          <p:cNvSpPr>
            <a:spLocks noGrp="1"/>
          </p:cNvSpPr>
          <p:nvPr>
            <p:ph type="body" sz="quarter" idx="13"/>
          </p:nvPr>
        </p:nvSpPr>
        <p:spPr>
          <a:xfrm>
            <a:off x="466627" y="192024"/>
            <a:ext cx="7772400" cy="193899"/>
          </a:xfrm>
        </p:spPr>
        <p:txBody>
          <a:bodyPr anchor="ctr" anchorCtr="0"/>
          <a:lstStyle>
            <a:lvl1pPr marL="0" indent="0">
              <a:buNone/>
              <a:defRPr sz="1400">
                <a:solidFill>
                  <a:schemeClr val="bg1"/>
                </a:solidFill>
              </a:defRPr>
            </a:lvl1pPr>
          </a:lstStyle>
          <a:p>
            <a:pPr lvl="0"/>
            <a:r>
              <a:rPr lang="en-US"/>
              <a:t>Click to edit Master text styles</a:t>
            </a:r>
          </a:p>
        </p:txBody>
      </p:sp>
      <p:sp>
        <p:nvSpPr>
          <p:cNvPr id="12" name="Title 1">
            <a:extLst>
              <a:ext uri="{FF2B5EF4-FFF2-40B4-BE49-F238E27FC236}">
                <a16:creationId xmlns:a16="http://schemas.microsoft.com/office/drawing/2014/main" id="{512BA636-6C34-5E4B-BFB0-9E043A67D368}"/>
              </a:ext>
            </a:extLst>
          </p:cNvPr>
          <p:cNvSpPr>
            <a:spLocks noGrp="1"/>
          </p:cNvSpPr>
          <p:nvPr>
            <p:ph type="title"/>
          </p:nvPr>
        </p:nvSpPr>
        <p:spPr>
          <a:xfrm>
            <a:off x="466628" y="952500"/>
            <a:ext cx="10976889" cy="304699"/>
          </a:xfrm>
          <a:prstGeom prst="rect">
            <a:avLst/>
          </a:prstGeom>
        </p:spPr>
        <p:txBody>
          <a:bodyPr/>
          <a:lstStyle>
            <a:lvl1pPr>
              <a:defRPr sz="2200">
                <a:solidFill>
                  <a:schemeClr val="bg1"/>
                </a:solidFill>
              </a:defRPr>
            </a:lvl1pPr>
          </a:lstStyle>
          <a:p>
            <a:r>
              <a:rPr lang="en-US"/>
              <a:t>Click to edit Master title style</a:t>
            </a:r>
          </a:p>
        </p:txBody>
      </p:sp>
      <p:sp>
        <p:nvSpPr>
          <p:cNvPr id="17" name="Text Placeholder 3">
            <a:extLst>
              <a:ext uri="{FF2B5EF4-FFF2-40B4-BE49-F238E27FC236}">
                <a16:creationId xmlns:a16="http://schemas.microsoft.com/office/drawing/2014/main" id="{0D01FB25-3A6D-3243-87F3-D1DF9BE3F86B}"/>
              </a:ext>
            </a:extLst>
          </p:cNvPr>
          <p:cNvSpPr>
            <a:spLocks noGrp="1"/>
          </p:cNvSpPr>
          <p:nvPr>
            <p:ph type="body" sz="quarter" idx="14" hasCustomPrompt="1"/>
          </p:nvPr>
        </p:nvSpPr>
        <p:spPr>
          <a:xfrm>
            <a:off x="5672137" y="192024"/>
            <a:ext cx="6024563" cy="195951"/>
          </a:xfrm>
        </p:spPr>
        <p:txBody>
          <a:bodyPr/>
          <a:lstStyle>
            <a:lvl1pPr marL="0" indent="0" algn="r">
              <a:buNone/>
              <a:defRPr sz="1400">
                <a:solidFill>
                  <a:schemeClr val="bg1"/>
                </a:solidFill>
              </a:defRPr>
            </a:lvl1pPr>
            <a:lvl2pPr marL="171450" indent="0" algn="r">
              <a:buNone/>
              <a:defRPr/>
            </a:lvl2pPr>
            <a:lvl3pPr marL="441325" indent="0" algn="r">
              <a:buNone/>
              <a:defRPr/>
            </a:lvl3pPr>
            <a:lvl4pPr marL="628650" indent="0" algn="r">
              <a:buNone/>
              <a:defRPr/>
            </a:lvl4pPr>
            <a:lvl5pPr marL="793750" indent="0" algn="r">
              <a:buNone/>
              <a:defRPr/>
            </a:lvl5pPr>
          </a:lstStyle>
          <a:p>
            <a:pPr lvl="0"/>
            <a:r>
              <a:rPr lang="en-US"/>
              <a:t>Click to edit Organization Name</a:t>
            </a:r>
          </a:p>
        </p:txBody>
      </p:sp>
    </p:spTree>
    <p:extLst>
      <p:ext uri="{BB962C8B-B14F-4D97-AF65-F5344CB8AC3E}">
        <p14:creationId xmlns:p14="http://schemas.microsoft.com/office/powerpoint/2010/main" val="6488477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nside_Page_HeaderBar_2Content">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D9A2E19E-10B1-7D45-8834-CFC308B56F6F}"/>
              </a:ext>
            </a:extLst>
          </p:cNvPr>
          <p:cNvGrpSpPr/>
          <p:nvPr userDrawn="1"/>
        </p:nvGrpSpPr>
        <p:grpSpPr>
          <a:xfrm>
            <a:off x="-1" y="0"/>
            <a:ext cx="12192001" cy="6858000"/>
            <a:chOff x="-1" y="0"/>
            <a:chExt cx="12192001" cy="6858000"/>
          </a:xfrm>
        </p:grpSpPr>
        <p:pic>
          <p:nvPicPr>
            <p:cNvPr id="11" name="Picture 10">
              <a:extLst>
                <a:ext uri="{FF2B5EF4-FFF2-40B4-BE49-F238E27FC236}">
                  <a16:creationId xmlns:a16="http://schemas.microsoft.com/office/drawing/2014/main" id="{CCCC7390-F976-864F-926F-81161612C9E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609" t="87015" r="7268" b="10155"/>
            <a:stretch/>
          </p:blipFill>
          <p:spPr>
            <a:xfrm rot="10800000">
              <a:off x="0" y="0"/>
              <a:ext cx="12192000" cy="6858000"/>
            </a:xfrm>
            <a:prstGeom prst="rect">
              <a:avLst/>
            </a:prstGeom>
          </p:spPr>
        </p:pic>
        <p:cxnSp>
          <p:nvCxnSpPr>
            <p:cNvPr id="15" name="Straight Connector 14">
              <a:extLst>
                <a:ext uri="{FF2B5EF4-FFF2-40B4-BE49-F238E27FC236}">
                  <a16:creationId xmlns:a16="http://schemas.microsoft.com/office/drawing/2014/main" id="{0C29905E-0DAB-8547-A0F2-83E163EB11DB}"/>
                </a:ext>
              </a:extLst>
            </p:cNvPr>
            <p:cNvCxnSpPr>
              <a:cxnSpLocks/>
            </p:cNvCxnSpPr>
            <p:nvPr userDrawn="1"/>
          </p:nvCxnSpPr>
          <p:spPr>
            <a:xfrm>
              <a:off x="-1" y="599782"/>
              <a:ext cx="12192000" cy="0"/>
            </a:xfrm>
            <a:prstGeom prst="line">
              <a:avLst/>
            </a:prstGeom>
            <a:ln w="20320">
              <a:gradFill>
                <a:gsLst>
                  <a:gs pos="50000">
                    <a:srgbClr val="85C2EF"/>
                  </a:gs>
                  <a:gs pos="80000">
                    <a:srgbClr val="0033A1"/>
                  </a:gs>
                  <a:gs pos="20000">
                    <a:srgbClr val="0033A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3" name="Slide Number Placeholder 2"/>
          <p:cNvSpPr>
            <a:spLocks noGrp="1"/>
          </p:cNvSpPr>
          <p:nvPr>
            <p:ph type="sldNum" sz="quarter" idx="10"/>
          </p:nvPr>
        </p:nvSpPr>
        <p:spPr/>
        <p:txBody>
          <a:bodyPr/>
          <a:lstStyle>
            <a:lvl1pPr>
              <a:defRPr>
                <a:solidFill>
                  <a:srgbClr val="A3AAAE">
                    <a:alpha val="50000"/>
                  </a:srgbClr>
                </a:solidFill>
              </a:defRPr>
            </a:lvl1pPr>
          </a:lstStyle>
          <a:p>
            <a:fld id="{48FFE6E1-85EB-9E42-824B-7CC9267ED8B9}" type="slidenum">
              <a:rPr lang="en-US" smtClean="0"/>
              <a:pPr/>
              <a:t>‹#›</a:t>
            </a:fld>
            <a:endParaRPr lang="en-US"/>
          </a:p>
        </p:txBody>
      </p:sp>
      <p:sp>
        <p:nvSpPr>
          <p:cNvPr id="6" name="Rectangle 5"/>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rgbClr val="A3AAAE">
                    <a:alpha val="50000"/>
                  </a:srgbClr>
                </a:solidFill>
              </a:rPr>
              <a:t>Copyright © 2024 Boeing. All rights reserved.</a:t>
            </a:r>
          </a:p>
        </p:txBody>
      </p:sp>
      <p:sp>
        <p:nvSpPr>
          <p:cNvPr id="7" name="Content Placeholder 2">
            <a:extLst>
              <a:ext uri="{FF2B5EF4-FFF2-40B4-BE49-F238E27FC236}">
                <a16:creationId xmlns:a16="http://schemas.microsoft.com/office/drawing/2014/main" id="{669AB1A9-3101-5446-B86B-B4A8D581A97E}"/>
              </a:ext>
            </a:extLst>
          </p:cNvPr>
          <p:cNvSpPr>
            <a:spLocks noGrp="1"/>
          </p:cNvSpPr>
          <p:nvPr>
            <p:ph sz="half" idx="1" hasCustomPrompt="1"/>
          </p:nvPr>
        </p:nvSpPr>
        <p:spPr>
          <a:xfrm>
            <a:off x="466627" y="1435608"/>
            <a:ext cx="5431367" cy="1477328"/>
          </a:xfrm>
        </p:spPr>
        <p:txBody>
          <a:bodyPr/>
          <a:lstStyle>
            <a:lvl1pPr marL="169863" indent="-169863">
              <a:lnSpc>
                <a:spcPct val="100000"/>
              </a:lnSpc>
              <a:buClr>
                <a:srgbClr val="009BDF"/>
              </a:buClr>
              <a:buFont typeface="Wingdings" pitchFamily="2" charset="2"/>
              <a:buChar char="§"/>
              <a:defRPr sz="1800">
                <a:solidFill>
                  <a:schemeClr val="bg1"/>
                </a:solidFill>
              </a:defRPr>
            </a:lvl1pPr>
            <a:lvl2pPr marL="376238" indent="-204788">
              <a:lnSpc>
                <a:spcPct val="100000"/>
              </a:lnSpc>
              <a:buClr>
                <a:srgbClr val="009BDF"/>
              </a:buClr>
              <a:buFont typeface="Wingdings" pitchFamily="2" charset="2"/>
              <a:buChar char="§"/>
              <a:defRPr sz="1600">
                <a:solidFill>
                  <a:schemeClr val="bg1"/>
                </a:solidFill>
              </a:defRPr>
            </a:lvl2pPr>
            <a:lvl3pPr marL="627063" indent="-185738">
              <a:lnSpc>
                <a:spcPct val="100000"/>
              </a:lnSpc>
              <a:buClr>
                <a:srgbClr val="009BDF"/>
              </a:buClr>
              <a:buFont typeface="Wingdings" pitchFamily="2" charset="2"/>
              <a:buChar char="§"/>
              <a:defRPr sz="1600">
                <a:solidFill>
                  <a:schemeClr val="bg1"/>
                </a:solidFill>
              </a:defRPr>
            </a:lvl3pPr>
            <a:lvl4pPr marL="792163" indent="-163513">
              <a:lnSpc>
                <a:spcPct val="100000"/>
              </a:lnSpc>
              <a:buClr>
                <a:srgbClr val="009BDF"/>
              </a:buClr>
              <a:buFont typeface="Wingdings" pitchFamily="2" charset="2"/>
              <a:buChar char="§"/>
              <a:defRPr sz="1400">
                <a:solidFill>
                  <a:schemeClr val="bg1"/>
                </a:solidFill>
              </a:defRPr>
            </a:lvl4pPr>
            <a:lvl5pPr marL="957263" indent="-163513">
              <a:lnSpc>
                <a:spcPct val="100000"/>
              </a:lnSpc>
              <a:buClr>
                <a:srgbClr val="009BDF"/>
              </a:buClr>
              <a:buFont typeface="Wingdings" pitchFamily="2" charset="2"/>
              <a:buChar char="§"/>
              <a:defRPr sz="14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8" name="Content Placeholder 3">
            <a:extLst>
              <a:ext uri="{FF2B5EF4-FFF2-40B4-BE49-F238E27FC236}">
                <a16:creationId xmlns:a16="http://schemas.microsoft.com/office/drawing/2014/main" id="{230F0798-937A-0F4F-BC3E-58C03146BDAC}"/>
              </a:ext>
            </a:extLst>
          </p:cNvPr>
          <p:cNvSpPr>
            <a:spLocks noGrp="1"/>
          </p:cNvSpPr>
          <p:nvPr>
            <p:ph sz="half" idx="2" hasCustomPrompt="1"/>
          </p:nvPr>
        </p:nvSpPr>
        <p:spPr>
          <a:xfrm>
            <a:off x="6099048" y="1435608"/>
            <a:ext cx="5433483" cy="1477328"/>
          </a:xfrm>
        </p:spPr>
        <p:txBody>
          <a:bodyPr/>
          <a:lstStyle>
            <a:lvl1pPr marL="169863" indent="-169863">
              <a:lnSpc>
                <a:spcPct val="100000"/>
              </a:lnSpc>
              <a:buClr>
                <a:srgbClr val="009BDF"/>
              </a:buClr>
              <a:buFont typeface="Wingdings" pitchFamily="2" charset="2"/>
              <a:buChar char="§"/>
              <a:defRPr sz="1800">
                <a:solidFill>
                  <a:schemeClr val="bg1"/>
                </a:solidFill>
              </a:defRPr>
            </a:lvl1pPr>
            <a:lvl2pPr marL="376238" indent="-204788">
              <a:lnSpc>
                <a:spcPct val="100000"/>
              </a:lnSpc>
              <a:buClr>
                <a:srgbClr val="009BDF"/>
              </a:buClr>
              <a:buFont typeface="Wingdings" pitchFamily="2" charset="2"/>
              <a:buChar char="§"/>
              <a:defRPr sz="1600">
                <a:solidFill>
                  <a:schemeClr val="bg1"/>
                </a:solidFill>
              </a:defRPr>
            </a:lvl2pPr>
            <a:lvl3pPr marL="627063" indent="-185738">
              <a:lnSpc>
                <a:spcPct val="100000"/>
              </a:lnSpc>
              <a:buClr>
                <a:srgbClr val="009BDF"/>
              </a:buClr>
              <a:buFont typeface="Wingdings" pitchFamily="2" charset="2"/>
              <a:buChar char="§"/>
              <a:defRPr sz="1600">
                <a:solidFill>
                  <a:schemeClr val="bg1"/>
                </a:solidFill>
              </a:defRPr>
            </a:lvl3pPr>
            <a:lvl4pPr marL="792163" indent="-163513">
              <a:lnSpc>
                <a:spcPct val="100000"/>
              </a:lnSpc>
              <a:buClr>
                <a:srgbClr val="009BDF"/>
              </a:buClr>
              <a:buFont typeface="Wingdings" pitchFamily="2" charset="2"/>
              <a:buChar char="§"/>
              <a:defRPr sz="1400">
                <a:solidFill>
                  <a:schemeClr val="bg1"/>
                </a:solidFill>
              </a:defRPr>
            </a:lvl4pPr>
            <a:lvl5pPr marL="957263" indent="-163513">
              <a:lnSpc>
                <a:spcPct val="100000"/>
              </a:lnSpc>
              <a:buClr>
                <a:srgbClr val="009BDF"/>
              </a:buClr>
              <a:buFont typeface="Wingdings" pitchFamily="2" charset="2"/>
              <a:buChar char="§"/>
              <a:defRPr sz="14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10" name="Footer Placeholder 82">
            <a:extLst>
              <a:ext uri="{FF2B5EF4-FFF2-40B4-BE49-F238E27FC236}">
                <a16:creationId xmlns:a16="http://schemas.microsoft.com/office/drawing/2014/main" id="{6B832A1C-FD80-1C46-A52A-8382D7322B5A}"/>
              </a:ext>
            </a:extLst>
          </p:cNvPr>
          <p:cNvSpPr txBox="1">
            <a:spLocks/>
          </p:cNvSpPr>
          <p:nvPr userDrawn="1"/>
        </p:nvSpPr>
        <p:spPr bwMode="auto">
          <a:xfrm>
            <a:off x="3971405" y="6251768"/>
            <a:ext cx="4267200" cy="37465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a:solidFill>
                  <a:srgbClr val="A3AAAE">
                    <a:alpha val="50000"/>
                  </a:srgbClr>
                </a:solidFill>
              </a:rPr>
              <a:t>BOEING PROPRIETARY</a:t>
            </a:r>
          </a:p>
        </p:txBody>
      </p:sp>
      <p:sp>
        <p:nvSpPr>
          <p:cNvPr id="13" name="Text Placeholder 11">
            <a:extLst>
              <a:ext uri="{FF2B5EF4-FFF2-40B4-BE49-F238E27FC236}">
                <a16:creationId xmlns:a16="http://schemas.microsoft.com/office/drawing/2014/main" id="{30578351-4FF5-B34F-AAF7-D2C32B254460}"/>
              </a:ext>
            </a:extLst>
          </p:cNvPr>
          <p:cNvSpPr>
            <a:spLocks noGrp="1"/>
          </p:cNvSpPr>
          <p:nvPr>
            <p:ph type="body" sz="quarter" idx="13"/>
          </p:nvPr>
        </p:nvSpPr>
        <p:spPr>
          <a:xfrm>
            <a:off x="466627" y="192024"/>
            <a:ext cx="7772400" cy="193899"/>
          </a:xfrm>
        </p:spPr>
        <p:txBody>
          <a:bodyPr anchor="ctr" anchorCtr="0"/>
          <a:lstStyle>
            <a:lvl1pPr marL="0" indent="0">
              <a:buNone/>
              <a:defRPr sz="1400">
                <a:solidFill>
                  <a:schemeClr val="bg1"/>
                </a:solidFill>
              </a:defRPr>
            </a:lvl1pPr>
          </a:lstStyle>
          <a:p>
            <a:pPr lvl="0"/>
            <a:r>
              <a:rPr lang="en-US"/>
              <a:t>Click to edit Master text styles</a:t>
            </a:r>
          </a:p>
        </p:txBody>
      </p:sp>
      <p:sp>
        <p:nvSpPr>
          <p:cNvPr id="14" name="Title 1">
            <a:extLst>
              <a:ext uri="{FF2B5EF4-FFF2-40B4-BE49-F238E27FC236}">
                <a16:creationId xmlns:a16="http://schemas.microsoft.com/office/drawing/2014/main" id="{02E54027-8E3C-BA44-84BD-1573264548B8}"/>
              </a:ext>
            </a:extLst>
          </p:cNvPr>
          <p:cNvSpPr>
            <a:spLocks noGrp="1"/>
          </p:cNvSpPr>
          <p:nvPr>
            <p:ph type="title"/>
          </p:nvPr>
        </p:nvSpPr>
        <p:spPr>
          <a:xfrm>
            <a:off x="466628" y="952500"/>
            <a:ext cx="10976889" cy="304699"/>
          </a:xfrm>
          <a:prstGeom prst="rect">
            <a:avLst/>
          </a:prstGeom>
        </p:spPr>
        <p:txBody>
          <a:bodyPr/>
          <a:lstStyle>
            <a:lvl1pPr>
              <a:defRPr sz="2200">
                <a:solidFill>
                  <a:schemeClr val="bg1"/>
                </a:solidFill>
              </a:defRPr>
            </a:lvl1pPr>
          </a:lstStyle>
          <a:p>
            <a:r>
              <a:rPr lang="en-US"/>
              <a:t>Click to edit Master title style</a:t>
            </a:r>
          </a:p>
        </p:txBody>
      </p:sp>
      <p:sp>
        <p:nvSpPr>
          <p:cNvPr id="16" name="Text Placeholder 3">
            <a:extLst>
              <a:ext uri="{FF2B5EF4-FFF2-40B4-BE49-F238E27FC236}">
                <a16:creationId xmlns:a16="http://schemas.microsoft.com/office/drawing/2014/main" id="{90190A8E-F6B7-5A46-9D28-D3EB9DA279BE}"/>
              </a:ext>
            </a:extLst>
          </p:cNvPr>
          <p:cNvSpPr>
            <a:spLocks noGrp="1"/>
          </p:cNvSpPr>
          <p:nvPr>
            <p:ph type="body" sz="quarter" idx="14" hasCustomPrompt="1"/>
          </p:nvPr>
        </p:nvSpPr>
        <p:spPr>
          <a:xfrm>
            <a:off x="5672137" y="192024"/>
            <a:ext cx="6024563" cy="195951"/>
          </a:xfrm>
        </p:spPr>
        <p:txBody>
          <a:bodyPr/>
          <a:lstStyle>
            <a:lvl1pPr marL="0" indent="0" algn="r">
              <a:buNone/>
              <a:defRPr sz="1400">
                <a:solidFill>
                  <a:schemeClr val="bg1"/>
                </a:solidFill>
              </a:defRPr>
            </a:lvl1pPr>
            <a:lvl2pPr marL="171450" indent="0" algn="r">
              <a:buNone/>
              <a:defRPr/>
            </a:lvl2pPr>
            <a:lvl3pPr marL="441325" indent="0" algn="r">
              <a:buNone/>
              <a:defRPr/>
            </a:lvl3pPr>
            <a:lvl4pPr marL="628650" indent="0" algn="r">
              <a:buNone/>
              <a:defRPr/>
            </a:lvl4pPr>
            <a:lvl5pPr marL="793750" indent="0" algn="r">
              <a:buNone/>
              <a:defRPr/>
            </a:lvl5pPr>
          </a:lstStyle>
          <a:p>
            <a:pPr lvl="0"/>
            <a:r>
              <a:rPr lang="en-US"/>
              <a:t>Click to edit Organization Name</a:t>
            </a:r>
          </a:p>
        </p:txBody>
      </p:sp>
    </p:spTree>
    <p:extLst>
      <p:ext uri="{BB962C8B-B14F-4D97-AF65-F5344CB8AC3E}">
        <p14:creationId xmlns:p14="http://schemas.microsoft.com/office/powerpoint/2010/main" val="38799220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nside_Page_HeaderBar_2Content_w/Title">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201D1BA8-A153-BB48-BA93-0ADD5009204E}"/>
              </a:ext>
            </a:extLst>
          </p:cNvPr>
          <p:cNvGrpSpPr/>
          <p:nvPr userDrawn="1"/>
        </p:nvGrpSpPr>
        <p:grpSpPr>
          <a:xfrm>
            <a:off x="-1" y="0"/>
            <a:ext cx="12192001" cy="6858000"/>
            <a:chOff x="-1" y="0"/>
            <a:chExt cx="12192001" cy="6858000"/>
          </a:xfrm>
        </p:grpSpPr>
        <p:pic>
          <p:nvPicPr>
            <p:cNvPr id="17" name="Picture 16">
              <a:extLst>
                <a:ext uri="{FF2B5EF4-FFF2-40B4-BE49-F238E27FC236}">
                  <a16:creationId xmlns:a16="http://schemas.microsoft.com/office/drawing/2014/main" id="{DF48EC8C-BDF6-CE4F-8D1F-8E766671336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609" t="87015" r="7268" b="10155"/>
            <a:stretch/>
          </p:blipFill>
          <p:spPr>
            <a:xfrm rot="10800000">
              <a:off x="0" y="0"/>
              <a:ext cx="12192000" cy="6858000"/>
            </a:xfrm>
            <a:prstGeom prst="rect">
              <a:avLst/>
            </a:prstGeom>
          </p:spPr>
        </p:pic>
        <p:cxnSp>
          <p:nvCxnSpPr>
            <p:cNvPr id="18" name="Straight Connector 17">
              <a:extLst>
                <a:ext uri="{FF2B5EF4-FFF2-40B4-BE49-F238E27FC236}">
                  <a16:creationId xmlns:a16="http://schemas.microsoft.com/office/drawing/2014/main" id="{739AEC07-6368-B441-B918-79FB964A6A84}"/>
                </a:ext>
              </a:extLst>
            </p:cNvPr>
            <p:cNvCxnSpPr>
              <a:cxnSpLocks/>
            </p:cNvCxnSpPr>
            <p:nvPr userDrawn="1"/>
          </p:nvCxnSpPr>
          <p:spPr>
            <a:xfrm>
              <a:off x="-1" y="599782"/>
              <a:ext cx="12192000" cy="0"/>
            </a:xfrm>
            <a:prstGeom prst="line">
              <a:avLst/>
            </a:prstGeom>
            <a:ln w="20320">
              <a:gradFill>
                <a:gsLst>
                  <a:gs pos="50000">
                    <a:srgbClr val="85C2EF"/>
                  </a:gs>
                  <a:gs pos="80000">
                    <a:srgbClr val="0033A1"/>
                  </a:gs>
                  <a:gs pos="20000">
                    <a:srgbClr val="0033A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466628" y="952500"/>
            <a:ext cx="10976889" cy="304699"/>
          </a:xfrm>
          <a:prstGeom prst="rect">
            <a:avLst/>
          </a:prstGeom>
        </p:spPr>
        <p:txBody>
          <a:bodyPr/>
          <a:lstStyle>
            <a:lvl1pPr>
              <a:defRPr sz="2200">
                <a:solidFill>
                  <a:schemeClr val="bg1"/>
                </a:solidFill>
              </a:defRPr>
            </a:lvl1pPr>
          </a:lstStyle>
          <a:p>
            <a:r>
              <a:rPr lang="en-US"/>
              <a:t>Click to edit Master title style</a:t>
            </a:r>
          </a:p>
        </p:txBody>
      </p:sp>
      <p:sp>
        <p:nvSpPr>
          <p:cNvPr id="3" name="Slide Number Placeholder 2"/>
          <p:cNvSpPr>
            <a:spLocks noGrp="1"/>
          </p:cNvSpPr>
          <p:nvPr>
            <p:ph type="sldNum" sz="quarter" idx="10"/>
          </p:nvPr>
        </p:nvSpPr>
        <p:spPr/>
        <p:txBody>
          <a:bodyPr/>
          <a:lstStyle>
            <a:lvl1pPr>
              <a:defRPr>
                <a:solidFill>
                  <a:srgbClr val="A3AAAE">
                    <a:alpha val="50000"/>
                  </a:srgbClr>
                </a:solidFill>
              </a:defRPr>
            </a:lvl1pPr>
          </a:lstStyle>
          <a:p>
            <a:fld id="{48FFE6E1-85EB-9E42-824B-7CC9267ED8B9}" type="slidenum">
              <a:rPr lang="en-US" smtClean="0"/>
              <a:pPr/>
              <a:t>‹#›</a:t>
            </a:fld>
            <a:endParaRPr lang="en-US"/>
          </a:p>
        </p:txBody>
      </p:sp>
      <p:sp>
        <p:nvSpPr>
          <p:cNvPr id="6" name="Rectangle 5"/>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rgbClr val="A3AAAE">
                    <a:alpha val="50000"/>
                  </a:srgbClr>
                </a:solidFill>
              </a:rPr>
              <a:t>Copyright © 2024 Boeing. All rights reserved.</a:t>
            </a:r>
          </a:p>
        </p:txBody>
      </p:sp>
      <p:sp>
        <p:nvSpPr>
          <p:cNvPr id="9" name="Text Placeholder 2">
            <a:extLst>
              <a:ext uri="{FF2B5EF4-FFF2-40B4-BE49-F238E27FC236}">
                <a16:creationId xmlns:a16="http://schemas.microsoft.com/office/drawing/2014/main" id="{F74F7367-5BBA-514E-99CC-4BC56B9FD3A1}"/>
              </a:ext>
            </a:extLst>
          </p:cNvPr>
          <p:cNvSpPr>
            <a:spLocks noGrp="1"/>
          </p:cNvSpPr>
          <p:nvPr>
            <p:ph type="body" idx="1"/>
          </p:nvPr>
        </p:nvSpPr>
        <p:spPr>
          <a:xfrm>
            <a:off x="457200" y="1435608"/>
            <a:ext cx="5386917" cy="304699"/>
          </a:xfrm>
          <a:prstGeom prst="rect">
            <a:avLst/>
          </a:prstGeom>
        </p:spPr>
        <p:txBody>
          <a:bodyPr anchor="b"/>
          <a:lstStyle>
            <a:lvl1pPr marL="0" indent="0">
              <a:buNone/>
              <a:defRPr sz="2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12260942-4AA0-E141-8289-9B265CA8DC4E}"/>
              </a:ext>
            </a:extLst>
          </p:cNvPr>
          <p:cNvSpPr>
            <a:spLocks noGrp="1"/>
          </p:cNvSpPr>
          <p:nvPr>
            <p:ph sz="half" idx="2"/>
          </p:nvPr>
        </p:nvSpPr>
        <p:spPr>
          <a:xfrm>
            <a:off x="466344" y="1946835"/>
            <a:ext cx="5386917" cy="1477328"/>
          </a:xfrm>
          <a:prstGeom prst="rect">
            <a:avLst/>
          </a:prstGeom>
        </p:spPr>
        <p:txBody>
          <a:bodyPr/>
          <a:lstStyle>
            <a:lvl1pPr marL="169863" indent="-169863">
              <a:lnSpc>
                <a:spcPct val="100000"/>
              </a:lnSpc>
              <a:buClr>
                <a:srgbClr val="009BDF"/>
              </a:buClr>
              <a:buFont typeface="Wingdings" pitchFamily="2" charset="2"/>
              <a:buChar char="§"/>
              <a:defRPr sz="1800">
                <a:solidFill>
                  <a:schemeClr val="bg1"/>
                </a:solidFill>
              </a:defRPr>
            </a:lvl1pPr>
            <a:lvl2pPr marL="376238" indent="-204788">
              <a:lnSpc>
                <a:spcPct val="100000"/>
              </a:lnSpc>
              <a:buClr>
                <a:srgbClr val="009BDF"/>
              </a:buClr>
              <a:buFont typeface="Wingdings" pitchFamily="2" charset="2"/>
              <a:buChar char="§"/>
              <a:defRPr sz="1600">
                <a:solidFill>
                  <a:schemeClr val="bg1"/>
                </a:solidFill>
              </a:defRPr>
            </a:lvl2pPr>
            <a:lvl3pPr marL="627063" indent="-185738">
              <a:lnSpc>
                <a:spcPct val="100000"/>
              </a:lnSpc>
              <a:buClr>
                <a:srgbClr val="009BDF"/>
              </a:buClr>
              <a:buFont typeface="Wingdings" pitchFamily="2" charset="2"/>
              <a:buChar char="§"/>
              <a:defRPr sz="1600">
                <a:solidFill>
                  <a:schemeClr val="bg1"/>
                </a:solidFill>
              </a:defRPr>
            </a:lvl3pPr>
            <a:lvl4pPr marL="792163" indent="-163513">
              <a:lnSpc>
                <a:spcPct val="100000"/>
              </a:lnSpc>
              <a:buClr>
                <a:srgbClr val="009BDF"/>
              </a:buClr>
              <a:buFont typeface="Wingdings" pitchFamily="2" charset="2"/>
              <a:buChar char="§"/>
              <a:defRPr sz="1400">
                <a:solidFill>
                  <a:schemeClr val="bg1"/>
                </a:solidFill>
              </a:defRPr>
            </a:lvl4pPr>
            <a:lvl5pPr marL="957263" indent="-163513">
              <a:lnSpc>
                <a:spcPct val="100000"/>
              </a:lnSpc>
              <a:buClr>
                <a:srgbClr val="009BDF"/>
              </a:buClr>
              <a:buFont typeface="Wingdings" pitchFamily="2" charset="2"/>
              <a:buChar char="§"/>
              <a:defRPr sz="1400">
                <a:solidFill>
                  <a:schemeClr val="bg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32234CDA-553A-AA45-8EAD-77E05EC2E3AA}"/>
              </a:ext>
            </a:extLst>
          </p:cNvPr>
          <p:cNvSpPr>
            <a:spLocks noGrp="1"/>
          </p:cNvSpPr>
          <p:nvPr>
            <p:ph type="body" sz="quarter" idx="3"/>
          </p:nvPr>
        </p:nvSpPr>
        <p:spPr>
          <a:xfrm>
            <a:off x="6099048" y="1435608"/>
            <a:ext cx="5389033" cy="304699"/>
          </a:xfrm>
          <a:prstGeom prst="rect">
            <a:avLst/>
          </a:prstGeom>
        </p:spPr>
        <p:txBody>
          <a:bodyPr anchor="b"/>
          <a:lstStyle>
            <a:lvl1pPr marL="0" indent="0">
              <a:buNone/>
              <a:defRPr sz="2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89680ECA-6127-E14C-9E8C-6D7CD20FAA89}"/>
              </a:ext>
            </a:extLst>
          </p:cNvPr>
          <p:cNvSpPr>
            <a:spLocks noGrp="1"/>
          </p:cNvSpPr>
          <p:nvPr>
            <p:ph sz="quarter" idx="4"/>
          </p:nvPr>
        </p:nvSpPr>
        <p:spPr>
          <a:xfrm>
            <a:off x="6099048" y="1946797"/>
            <a:ext cx="5389033" cy="1477328"/>
          </a:xfrm>
          <a:prstGeom prst="rect">
            <a:avLst/>
          </a:prstGeom>
        </p:spPr>
        <p:txBody>
          <a:bodyPr/>
          <a:lstStyle>
            <a:lvl1pPr marL="169863" indent="-169863">
              <a:lnSpc>
                <a:spcPct val="100000"/>
              </a:lnSpc>
              <a:buClr>
                <a:srgbClr val="009BDF"/>
              </a:buClr>
              <a:buFont typeface="Wingdings" pitchFamily="2" charset="2"/>
              <a:buChar char="§"/>
              <a:defRPr sz="1800">
                <a:solidFill>
                  <a:schemeClr val="bg1"/>
                </a:solidFill>
              </a:defRPr>
            </a:lvl1pPr>
            <a:lvl2pPr marL="376238" indent="-204788">
              <a:lnSpc>
                <a:spcPct val="100000"/>
              </a:lnSpc>
              <a:buClr>
                <a:srgbClr val="009BDF"/>
              </a:buClr>
              <a:buFont typeface="Wingdings" pitchFamily="2" charset="2"/>
              <a:buChar char="§"/>
              <a:defRPr sz="1600">
                <a:solidFill>
                  <a:schemeClr val="bg1"/>
                </a:solidFill>
              </a:defRPr>
            </a:lvl2pPr>
            <a:lvl3pPr marL="627063" indent="-185738">
              <a:lnSpc>
                <a:spcPct val="100000"/>
              </a:lnSpc>
              <a:buClr>
                <a:srgbClr val="009BDF"/>
              </a:buClr>
              <a:buFont typeface="Wingdings" pitchFamily="2" charset="2"/>
              <a:buChar char="§"/>
              <a:defRPr sz="1600">
                <a:solidFill>
                  <a:schemeClr val="bg1"/>
                </a:solidFill>
              </a:defRPr>
            </a:lvl3pPr>
            <a:lvl4pPr marL="792163" indent="-163513">
              <a:lnSpc>
                <a:spcPct val="100000"/>
              </a:lnSpc>
              <a:buClr>
                <a:srgbClr val="009BDF"/>
              </a:buClr>
              <a:buFont typeface="Wingdings" pitchFamily="2" charset="2"/>
              <a:buChar char="§"/>
              <a:defRPr sz="1400">
                <a:solidFill>
                  <a:schemeClr val="bg1"/>
                </a:solidFill>
              </a:defRPr>
            </a:lvl4pPr>
            <a:lvl5pPr marL="957263" indent="-163513">
              <a:lnSpc>
                <a:spcPct val="100000"/>
              </a:lnSpc>
              <a:buClr>
                <a:srgbClr val="009BDF"/>
              </a:buClr>
              <a:buFont typeface="Wingdings" pitchFamily="2" charset="2"/>
              <a:buChar char="§"/>
              <a:defRPr sz="1400">
                <a:solidFill>
                  <a:schemeClr val="bg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82">
            <a:extLst>
              <a:ext uri="{FF2B5EF4-FFF2-40B4-BE49-F238E27FC236}">
                <a16:creationId xmlns:a16="http://schemas.microsoft.com/office/drawing/2014/main" id="{C22583EE-EBAA-3744-A615-6144D88DD455}"/>
              </a:ext>
            </a:extLst>
          </p:cNvPr>
          <p:cNvSpPr txBox="1">
            <a:spLocks/>
          </p:cNvSpPr>
          <p:nvPr userDrawn="1"/>
        </p:nvSpPr>
        <p:spPr bwMode="auto">
          <a:xfrm>
            <a:off x="3971405" y="6251768"/>
            <a:ext cx="4267200" cy="37465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a:solidFill>
                  <a:srgbClr val="A3AAAE">
                    <a:alpha val="50000"/>
                  </a:srgbClr>
                </a:solidFill>
              </a:rPr>
              <a:t>BOEING PROPRIETARY</a:t>
            </a:r>
          </a:p>
        </p:txBody>
      </p:sp>
      <p:sp>
        <p:nvSpPr>
          <p:cNvPr id="19" name="Text Placeholder 11">
            <a:extLst>
              <a:ext uri="{FF2B5EF4-FFF2-40B4-BE49-F238E27FC236}">
                <a16:creationId xmlns:a16="http://schemas.microsoft.com/office/drawing/2014/main" id="{ABD23B03-4C34-D449-8FBD-7A4A0CF5C7A6}"/>
              </a:ext>
            </a:extLst>
          </p:cNvPr>
          <p:cNvSpPr>
            <a:spLocks noGrp="1"/>
          </p:cNvSpPr>
          <p:nvPr>
            <p:ph type="body" sz="quarter" idx="13"/>
          </p:nvPr>
        </p:nvSpPr>
        <p:spPr>
          <a:xfrm>
            <a:off x="466627" y="192024"/>
            <a:ext cx="7772400" cy="193899"/>
          </a:xfrm>
        </p:spPr>
        <p:txBody>
          <a:bodyPr anchor="ctr" anchorCtr="0"/>
          <a:lstStyle>
            <a:lvl1pPr marL="0" indent="0">
              <a:buNone/>
              <a:defRPr sz="1400">
                <a:solidFill>
                  <a:schemeClr val="bg1"/>
                </a:solidFill>
              </a:defRPr>
            </a:lvl1pPr>
          </a:lstStyle>
          <a:p>
            <a:pPr lvl="0"/>
            <a:r>
              <a:rPr lang="en-US"/>
              <a:t>Click to edit Master text styles</a:t>
            </a:r>
          </a:p>
        </p:txBody>
      </p:sp>
      <p:sp>
        <p:nvSpPr>
          <p:cNvPr id="20" name="Text Placeholder 3">
            <a:extLst>
              <a:ext uri="{FF2B5EF4-FFF2-40B4-BE49-F238E27FC236}">
                <a16:creationId xmlns:a16="http://schemas.microsoft.com/office/drawing/2014/main" id="{AFBD9A23-95CD-4A4A-B90F-C55EA825ACC2}"/>
              </a:ext>
            </a:extLst>
          </p:cNvPr>
          <p:cNvSpPr>
            <a:spLocks noGrp="1"/>
          </p:cNvSpPr>
          <p:nvPr>
            <p:ph type="body" sz="quarter" idx="14" hasCustomPrompt="1"/>
          </p:nvPr>
        </p:nvSpPr>
        <p:spPr>
          <a:xfrm>
            <a:off x="5672137" y="192024"/>
            <a:ext cx="6024563" cy="195951"/>
          </a:xfrm>
        </p:spPr>
        <p:txBody>
          <a:bodyPr/>
          <a:lstStyle>
            <a:lvl1pPr marL="0" indent="0" algn="r">
              <a:buNone/>
              <a:defRPr sz="1400">
                <a:solidFill>
                  <a:schemeClr val="bg1"/>
                </a:solidFill>
              </a:defRPr>
            </a:lvl1pPr>
            <a:lvl2pPr marL="171450" indent="0" algn="r">
              <a:buNone/>
              <a:defRPr/>
            </a:lvl2pPr>
            <a:lvl3pPr marL="441325" indent="0" algn="r">
              <a:buNone/>
              <a:defRPr/>
            </a:lvl3pPr>
            <a:lvl4pPr marL="628650" indent="0" algn="r">
              <a:buNone/>
              <a:defRPr/>
            </a:lvl4pPr>
            <a:lvl5pPr marL="793750" indent="0" algn="r">
              <a:buNone/>
              <a:defRPr/>
            </a:lvl5pPr>
          </a:lstStyle>
          <a:p>
            <a:pPr lvl="0"/>
            <a:r>
              <a:rPr lang="en-US"/>
              <a:t>Click to edit Organization Name</a:t>
            </a:r>
          </a:p>
        </p:txBody>
      </p:sp>
    </p:spTree>
    <p:extLst>
      <p:ext uri="{BB962C8B-B14F-4D97-AF65-F5344CB8AC3E}">
        <p14:creationId xmlns:p14="http://schemas.microsoft.com/office/powerpoint/2010/main" val="29299655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nsert_Picture_Media">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7A4F6DCE-52F2-4D48-A9EA-9CC8B3400BE2}"/>
              </a:ext>
            </a:extLst>
          </p:cNvPr>
          <p:cNvGrpSpPr/>
          <p:nvPr userDrawn="1"/>
        </p:nvGrpSpPr>
        <p:grpSpPr>
          <a:xfrm>
            <a:off x="0" y="0"/>
            <a:ext cx="12192001" cy="6858000"/>
            <a:chOff x="-1" y="0"/>
            <a:chExt cx="12192001" cy="6858000"/>
          </a:xfrm>
        </p:grpSpPr>
        <p:pic>
          <p:nvPicPr>
            <p:cNvPr id="16" name="Picture 15">
              <a:extLst>
                <a:ext uri="{FF2B5EF4-FFF2-40B4-BE49-F238E27FC236}">
                  <a16:creationId xmlns:a16="http://schemas.microsoft.com/office/drawing/2014/main" id="{76558056-D66A-0F45-8D81-D131E334798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609" t="87015" r="7268" b="10155"/>
            <a:stretch/>
          </p:blipFill>
          <p:spPr>
            <a:xfrm rot="10800000">
              <a:off x="0" y="0"/>
              <a:ext cx="12192000" cy="6858000"/>
            </a:xfrm>
            <a:prstGeom prst="rect">
              <a:avLst/>
            </a:prstGeom>
          </p:spPr>
        </p:pic>
        <p:cxnSp>
          <p:nvCxnSpPr>
            <p:cNvPr id="17" name="Straight Connector 16">
              <a:extLst>
                <a:ext uri="{FF2B5EF4-FFF2-40B4-BE49-F238E27FC236}">
                  <a16:creationId xmlns:a16="http://schemas.microsoft.com/office/drawing/2014/main" id="{2200EAB0-AF51-674A-B714-72738EE643F7}"/>
                </a:ext>
              </a:extLst>
            </p:cNvPr>
            <p:cNvCxnSpPr>
              <a:cxnSpLocks/>
            </p:cNvCxnSpPr>
            <p:nvPr userDrawn="1"/>
          </p:nvCxnSpPr>
          <p:spPr>
            <a:xfrm>
              <a:off x="-1" y="599782"/>
              <a:ext cx="12192000" cy="0"/>
            </a:xfrm>
            <a:prstGeom prst="line">
              <a:avLst/>
            </a:prstGeom>
            <a:ln w="20320">
              <a:gradFill>
                <a:gsLst>
                  <a:gs pos="50000">
                    <a:srgbClr val="85C2EF"/>
                  </a:gs>
                  <a:gs pos="80000">
                    <a:srgbClr val="0033A1"/>
                  </a:gs>
                  <a:gs pos="20000">
                    <a:srgbClr val="0033A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3" name="Slide Number Placeholder 2"/>
          <p:cNvSpPr>
            <a:spLocks noGrp="1"/>
          </p:cNvSpPr>
          <p:nvPr>
            <p:ph type="sldNum" sz="quarter" idx="10"/>
          </p:nvPr>
        </p:nvSpPr>
        <p:spPr/>
        <p:txBody>
          <a:bodyPr/>
          <a:lstStyle>
            <a:lvl1pPr>
              <a:defRPr>
                <a:solidFill>
                  <a:srgbClr val="A3AAAE">
                    <a:alpha val="50000"/>
                  </a:srgbClr>
                </a:solidFill>
              </a:defRPr>
            </a:lvl1pPr>
          </a:lstStyle>
          <a:p>
            <a:fld id="{48FFE6E1-85EB-9E42-824B-7CC9267ED8B9}" type="slidenum">
              <a:rPr lang="en-US" smtClean="0"/>
              <a:pPr/>
              <a:t>‹#›</a:t>
            </a:fld>
            <a:endParaRPr lang="en-US"/>
          </a:p>
        </p:txBody>
      </p:sp>
      <p:sp>
        <p:nvSpPr>
          <p:cNvPr id="6" name="Rectangle 5"/>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rgbClr val="A3AAAE">
                    <a:alpha val="50000"/>
                  </a:srgbClr>
                </a:solidFill>
              </a:rPr>
              <a:t>Copyright © 2024 Boeing. All rights reserved.</a:t>
            </a:r>
          </a:p>
        </p:txBody>
      </p:sp>
      <p:sp>
        <p:nvSpPr>
          <p:cNvPr id="10" name="Title 1">
            <a:extLst>
              <a:ext uri="{FF2B5EF4-FFF2-40B4-BE49-F238E27FC236}">
                <a16:creationId xmlns:a16="http://schemas.microsoft.com/office/drawing/2014/main" id="{0BF219F5-F627-DE43-9CE5-F3DAD8488EC8}"/>
              </a:ext>
            </a:extLst>
          </p:cNvPr>
          <p:cNvSpPr>
            <a:spLocks noGrp="1"/>
          </p:cNvSpPr>
          <p:nvPr>
            <p:ph type="title"/>
          </p:nvPr>
        </p:nvSpPr>
        <p:spPr>
          <a:xfrm>
            <a:off x="466628" y="954331"/>
            <a:ext cx="10976889" cy="304699"/>
          </a:xfrm>
          <a:prstGeom prst="rect">
            <a:avLst/>
          </a:prstGeom>
        </p:spPr>
        <p:txBody>
          <a:bodyPr/>
          <a:lstStyle>
            <a:lvl1pPr>
              <a:defRPr sz="2200">
                <a:solidFill>
                  <a:schemeClr val="bg1"/>
                </a:solidFill>
              </a:defRPr>
            </a:lvl1pPr>
          </a:lstStyle>
          <a:p>
            <a:r>
              <a:rPr lang="en-US"/>
              <a:t>Click to edit Master title style</a:t>
            </a:r>
          </a:p>
        </p:txBody>
      </p:sp>
      <p:sp>
        <p:nvSpPr>
          <p:cNvPr id="13" name="Footer Placeholder 82">
            <a:extLst>
              <a:ext uri="{FF2B5EF4-FFF2-40B4-BE49-F238E27FC236}">
                <a16:creationId xmlns:a16="http://schemas.microsoft.com/office/drawing/2014/main" id="{37B0ABB4-3B4D-AD4C-A169-B7CC260A12A4}"/>
              </a:ext>
            </a:extLst>
          </p:cNvPr>
          <p:cNvSpPr txBox="1">
            <a:spLocks/>
          </p:cNvSpPr>
          <p:nvPr userDrawn="1"/>
        </p:nvSpPr>
        <p:spPr bwMode="auto">
          <a:xfrm>
            <a:off x="3971405" y="6251768"/>
            <a:ext cx="4267200" cy="37465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a:solidFill>
                  <a:srgbClr val="A3AAAE">
                    <a:alpha val="50000"/>
                  </a:srgbClr>
                </a:solidFill>
              </a:rPr>
              <a:t>BOEING PROPRIETARY</a:t>
            </a:r>
          </a:p>
        </p:txBody>
      </p:sp>
      <p:sp>
        <p:nvSpPr>
          <p:cNvPr id="14" name="Text Placeholder 11">
            <a:extLst>
              <a:ext uri="{FF2B5EF4-FFF2-40B4-BE49-F238E27FC236}">
                <a16:creationId xmlns:a16="http://schemas.microsoft.com/office/drawing/2014/main" id="{447D4937-570D-054C-8595-4F69BD89A7F7}"/>
              </a:ext>
            </a:extLst>
          </p:cNvPr>
          <p:cNvSpPr>
            <a:spLocks noGrp="1"/>
          </p:cNvSpPr>
          <p:nvPr>
            <p:ph type="body" sz="quarter" idx="13"/>
          </p:nvPr>
        </p:nvSpPr>
        <p:spPr>
          <a:xfrm>
            <a:off x="466627" y="192024"/>
            <a:ext cx="7772400" cy="193899"/>
          </a:xfrm>
        </p:spPr>
        <p:txBody>
          <a:bodyPr anchor="ctr" anchorCtr="0"/>
          <a:lstStyle>
            <a:lvl1pPr marL="0" indent="0">
              <a:buNone/>
              <a:defRPr sz="1400">
                <a:solidFill>
                  <a:schemeClr val="bg1"/>
                </a:solidFill>
              </a:defRPr>
            </a:lvl1pPr>
          </a:lstStyle>
          <a:p>
            <a:pPr lvl="0"/>
            <a:r>
              <a:rPr lang="en-US"/>
              <a:t>Click to edit Master text styles</a:t>
            </a:r>
          </a:p>
        </p:txBody>
      </p:sp>
      <p:sp>
        <p:nvSpPr>
          <p:cNvPr id="18" name="Picture Placeholder 2">
            <a:extLst>
              <a:ext uri="{FF2B5EF4-FFF2-40B4-BE49-F238E27FC236}">
                <a16:creationId xmlns:a16="http://schemas.microsoft.com/office/drawing/2014/main" id="{DE1A8DB2-7C37-B540-A72E-F98D4385F2C7}"/>
              </a:ext>
            </a:extLst>
          </p:cNvPr>
          <p:cNvSpPr>
            <a:spLocks noGrp="1"/>
          </p:cNvSpPr>
          <p:nvPr>
            <p:ph type="pic" idx="14"/>
          </p:nvPr>
        </p:nvSpPr>
        <p:spPr>
          <a:xfrm>
            <a:off x="466627" y="1577083"/>
            <a:ext cx="4833239" cy="4114800"/>
          </a:xfrm>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9" name="Text Placeholder 3">
            <a:extLst>
              <a:ext uri="{FF2B5EF4-FFF2-40B4-BE49-F238E27FC236}">
                <a16:creationId xmlns:a16="http://schemas.microsoft.com/office/drawing/2014/main" id="{1882BA32-D92F-FB4D-BF88-EBC69EA8C018}"/>
              </a:ext>
            </a:extLst>
          </p:cNvPr>
          <p:cNvSpPr>
            <a:spLocks noGrp="1"/>
          </p:cNvSpPr>
          <p:nvPr>
            <p:ph type="body" sz="quarter" idx="17" hasCustomPrompt="1"/>
          </p:nvPr>
        </p:nvSpPr>
        <p:spPr>
          <a:xfrm>
            <a:off x="5672137" y="192024"/>
            <a:ext cx="6024563" cy="195951"/>
          </a:xfrm>
        </p:spPr>
        <p:txBody>
          <a:bodyPr/>
          <a:lstStyle>
            <a:lvl1pPr marL="0" indent="0" algn="r">
              <a:buNone/>
              <a:defRPr sz="1400">
                <a:solidFill>
                  <a:schemeClr val="bg1"/>
                </a:solidFill>
              </a:defRPr>
            </a:lvl1pPr>
            <a:lvl2pPr marL="171450" indent="0" algn="r">
              <a:buNone/>
              <a:defRPr/>
            </a:lvl2pPr>
            <a:lvl3pPr marL="441325" indent="0" algn="r">
              <a:buNone/>
              <a:defRPr/>
            </a:lvl3pPr>
            <a:lvl4pPr marL="628650" indent="0" algn="r">
              <a:buNone/>
              <a:defRPr/>
            </a:lvl4pPr>
            <a:lvl5pPr marL="793750" indent="0" algn="r">
              <a:buNone/>
              <a:defRPr/>
            </a:lvl5pPr>
          </a:lstStyle>
          <a:p>
            <a:pPr lvl="0"/>
            <a:r>
              <a:rPr lang="en-US"/>
              <a:t>Click to edit Organization Name</a:t>
            </a:r>
          </a:p>
        </p:txBody>
      </p:sp>
      <p:sp>
        <p:nvSpPr>
          <p:cNvPr id="21" name="Picture Placeholder 2">
            <a:extLst>
              <a:ext uri="{FF2B5EF4-FFF2-40B4-BE49-F238E27FC236}">
                <a16:creationId xmlns:a16="http://schemas.microsoft.com/office/drawing/2014/main" id="{D092D33D-2625-4AB3-B434-8E73707BD228}"/>
              </a:ext>
            </a:extLst>
          </p:cNvPr>
          <p:cNvSpPr>
            <a:spLocks noGrp="1"/>
          </p:cNvSpPr>
          <p:nvPr>
            <p:ph type="pic" idx="18"/>
          </p:nvPr>
        </p:nvSpPr>
        <p:spPr>
          <a:xfrm>
            <a:off x="6610278" y="1580936"/>
            <a:ext cx="4833239" cy="4114800"/>
          </a:xfrm>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Tree>
    <p:extLst>
      <p:ext uri="{BB962C8B-B14F-4D97-AF65-F5344CB8AC3E}">
        <p14:creationId xmlns:p14="http://schemas.microsoft.com/office/powerpoint/2010/main" val="1865989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Sqaure_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7D1C505-1541-9B43-9538-C4D36645D0A5}"/>
              </a:ext>
            </a:extLst>
          </p:cNvPr>
          <p:cNvGrpSpPr/>
          <p:nvPr userDrawn="1"/>
        </p:nvGrpSpPr>
        <p:grpSpPr>
          <a:xfrm>
            <a:off x="-1" y="0"/>
            <a:ext cx="12192001" cy="6858000"/>
            <a:chOff x="-1" y="0"/>
            <a:chExt cx="12192001" cy="6858000"/>
          </a:xfrm>
        </p:grpSpPr>
        <p:pic>
          <p:nvPicPr>
            <p:cNvPr id="21" name="Picture 20">
              <a:extLst>
                <a:ext uri="{FF2B5EF4-FFF2-40B4-BE49-F238E27FC236}">
                  <a16:creationId xmlns:a16="http://schemas.microsoft.com/office/drawing/2014/main" id="{5BFA52FB-7C2B-3849-985C-4FAB9F5C6AB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609" t="87015" r="7268" b="10155"/>
            <a:stretch/>
          </p:blipFill>
          <p:spPr>
            <a:xfrm rot="10800000">
              <a:off x="0" y="0"/>
              <a:ext cx="12192000" cy="6858000"/>
            </a:xfrm>
            <a:prstGeom prst="rect">
              <a:avLst/>
            </a:prstGeom>
          </p:spPr>
        </p:pic>
        <p:cxnSp>
          <p:nvCxnSpPr>
            <p:cNvPr id="32" name="Straight Connector 31">
              <a:extLst>
                <a:ext uri="{FF2B5EF4-FFF2-40B4-BE49-F238E27FC236}">
                  <a16:creationId xmlns:a16="http://schemas.microsoft.com/office/drawing/2014/main" id="{796BAF14-559E-154D-83F4-F1D604010DD2}"/>
                </a:ext>
              </a:extLst>
            </p:cNvPr>
            <p:cNvCxnSpPr>
              <a:cxnSpLocks/>
            </p:cNvCxnSpPr>
            <p:nvPr userDrawn="1"/>
          </p:nvCxnSpPr>
          <p:spPr>
            <a:xfrm>
              <a:off x="-1" y="599782"/>
              <a:ext cx="12192000" cy="0"/>
            </a:xfrm>
            <a:prstGeom prst="line">
              <a:avLst/>
            </a:prstGeom>
            <a:ln w="20320">
              <a:gradFill>
                <a:gsLst>
                  <a:gs pos="50000">
                    <a:srgbClr val="85C2EF"/>
                  </a:gs>
                  <a:gs pos="80000">
                    <a:srgbClr val="0033A1"/>
                  </a:gs>
                  <a:gs pos="20000">
                    <a:srgbClr val="0033A1"/>
                  </a:gs>
                </a:gsLst>
                <a:lin ang="0" scaled="0"/>
              </a:gradFill>
            </a:ln>
          </p:spPr>
          <p:style>
            <a:lnRef idx="1">
              <a:schemeClr val="accent1"/>
            </a:lnRef>
            <a:fillRef idx="0">
              <a:schemeClr val="accent1"/>
            </a:fillRef>
            <a:effectRef idx="0">
              <a:schemeClr val="accent1"/>
            </a:effectRef>
            <a:fontRef idx="minor">
              <a:schemeClr val="tx1"/>
            </a:fontRef>
          </p:style>
        </p:cxnSp>
      </p:grpSp>
      <p:cxnSp>
        <p:nvCxnSpPr>
          <p:cNvPr id="22" name="Straight Connector 21"/>
          <p:cNvCxnSpPr/>
          <p:nvPr userDrawn="1"/>
        </p:nvCxnSpPr>
        <p:spPr>
          <a:xfrm flipV="1">
            <a:off x="6096000" y="964276"/>
            <a:ext cx="0" cy="5299364"/>
          </a:xfrm>
          <a:prstGeom prst="line">
            <a:avLst/>
          </a:prstGeom>
          <a:ln w="15875" cap="rnd" cmpd="sng">
            <a:gradFill>
              <a:gsLst>
                <a:gs pos="20000">
                  <a:srgbClr val="00369D"/>
                </a:gs>
                <a:gs pos="50000">
                  <a:srgbClr val="85C2EF"/>
                </a:gs>
                <a:gs pos="80000">
                  <a:srgbClr val="00369D"/>
                </a:gs>
              </a:gsLst>
              <a:lin ang="5400000" scaled="1"/>
            </a:gradFill>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p:cNvCxnSpPr>
          <p:nvPr userDrawn="1"/>
        </p:nvCxnSpPr>
        <p:spPr>
          <a:xfrm flipH="1">
            <a:off x="457201" y="3584863"/>
            <a:ext cx="11239499" cy="1"/>
          </a:xfrm>
          <a:prstGeom prst="line">
            <a:avLst/>
          </a:prstGeom>
          <a:ln w="15875" cap="rnd" cmpd="sng">
            <a:gradFill>
              <a:gsLst>
                <a:gs pos="50000">
                  <a:srgbClr val="85C2EF"/>
                </a:gs>
                <a:gs pos="20000">
                  <a:srgbClr val="00369D"/>
                </a:gs>
                <a:gs pos="80000">
                  <a:srgbClr val="00369D"/>
                </a:gs>
              </a:gsLst>
              <a:lin ang="0" scaled="0"/>
            </a:gradFill>
            <a:prstDash val="sys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ED6B13-A369-0D42-90A2-FA69C71E990A}"/>
              </a:ext>
            </a:extLst>
          </p:cNvPr>
          <p:cNvCxnSpPr>
            <a:cxnSpLocks/>
          </p:cNvCxnSpPr>
          <p:nvPr userDrawn="1"/>
        </p:nvCxnSpPr>
        <p:spPr>
          <a:xfrm>
            <a:off x="-1" y="599782"/>
            <a:ext cx="12192000" cy="0"/>
          </a:xfrm>
          <a:prstGeom prst="line">
            <a:avLst/>
          </a:prstGeom>
          <a:ln w="20320">
            <a:gradFill>
              <a:gsLst>
                <a:gs pos="50000">
                  <a:srgbClr val="85C2EF"/>
                </a:gs>
                <a:gs pos="80000">
                  <a:srgbClr val="0033A1"/>
                </a:gs>
                <a:gs pos="20000">
                  <a:srgbClr val="0033A1"/>
                </a:gs>
              </a:gsLst>
              <a:lin ang="0" scaled="0"/>
            </a:gradFill>
          </a:ln>
        </p:spPr>
        <p:style>
          <a:lnRef idx="1">
            <a:schemeClr val="accent1"/>
          </a:lnRef>
          <a:fillRef idx="0">
            <a:schemeClr val="accent1"/>
          </a:fillRef>
          <a:effectRef idx="0">
            <a:schemeClr val="accent1"/>
          </a:effectRef>
          <a:fontRef idx="minor">
            <a:schemeClr val="tx1"/>
          </a:fontRef>
        </p:style>
      </p:cxnSp>
      <p:sp>
        <p:nvSpPr>
          <p:cNvPr id="33" name="Text Placeholder 11">
            <a:extLst>
              <a:ext uri="{FF2B5EF4-FFF2-40B4-BE49-F238E27FC236}">
                <a16:creationId xmlns:a16="http://schemas.microsoft.com/office/drawing/2014/main" id="{0B48476E-D185-EE48-B224-EBE8C62D62A4}"/>
              </a:ext>
            </a:extLst>
          </p:cNvPr>
          <p:cNvSpPr>
            <a:spLocks noGrp="1"/>
          </p:cNvSpPr>
          <p:nvPr>
            <p:ph type="body" sz="quarter" idx="13"/>
          </p:nvPr>
        </p:nvSpPr>
        <p:spPr>
          <a:xfrm>
            <a:off x="466627" y="192024"/>
            <a:ext cx="7772400" cy="193899"/>
          </a:xfrm>
        </p:spPr>
        <p:txBody>
          <a:bodyPr anchor="ctr" anchorCtr="0"/>
          <a:lstStyle>
            <a:lvl1pPr marL="0" indent="0">
              <a:buNone/>
              <a:defRPr sz="1400">
                <a:solidFill>
                  <a:schemeClr val="bg1"/>
                </a:solidFill>
              </a:defRPr>
            </a:lvl1pPr>
          </a:lstStyle>
          <a:p>
            <a:pPr lvl="0"/>
            <a:r>
              <a:rPr lang="en-US"/>
              <a:t>Click to edit Master text styles</a:t>
            </a:r>
          </a:p>
        </p:txBody>
      </p:sp>
      <p:sp>
        <p:nvSpPr>
          <p:cNvPr id="36" name="Text Placeholder 13">
            <a:extLst>
              <a:ext uri="{FF2B5EF4-FFF2-40B4-BE49-F238E27FC236}">
                <a16:creationId xmlns:a16="http://schemas.microsoft.com/office/drawing/2014/main" id="{8151C326-8BF7-2147-B8B1-8B4C34FD287C}"/>
              </a:ext>
            </a:extLst>
          </p:cNvPr>
          <p:cNvSpPr>
            <a:spLocks noGrp="1"/>
          </p:cNvSpPr>
          <p:nvPr>
            <p:ph type="body" sz="quarter" idx="19"/>
          </p:nvPr>
        </p:nvSpPr>
        <p:spPr>
          <a:xfrm>
            <a:off x="462645" y="964275"/>
            <a:ext cx="5259170" cy="310896"/>
          </a:xfrm>
          <a:prstGeom prst="rect">
            <a:avLst/>
          </a:prstGeom>
        </p:spPr>
        <p:txBody>
          <a:bodyPr lIns="0" tIns="0" rIns="0" bIns="0"/>
          <a:lstStyle>
            <a:lvl1pPr marL="0" indent="0">
              <a:buNone/>
              <a:defRPr sz="2000">
                <a:solidFill>
                  <a:schemeClr val="bg1"/>
                </a:solidFill>
                <a:latin typeface="Arial" panose="020B0604020202020204" pitchFamily="34" charset="0"/>
                <a:cs typeface="Arial" panose="020B0604020202020204" pitchFamily="34" charset="0"/>
              </a:defRPr>
            </a:lvl1pPr>
            <a:lvl4pPr marL="628650" indent="0">
              <a:buNone/>
              <a:defRPr/>
            </a:lvl4pPr>
          </a:lstStyle>
          <a:p>
            <a:pPr lvl="0"/>
            <a:r>
              <a:rPr lang="en-US"/>
              <a:t>Click to edit Master</a:t>
            </a:r>
          </a:p>
        </p:txBody>
      </p:sp>
      <p:sp>
        <p:nvSpPr>
          <p:cNvPr id="38" name="Text Placeholder 13">
            <a:extLst>
              <a:ext uri="{FF2B5EF4-FFF2-40B4-BE49-F238E27FC236}">
                <a16:creationId xmlns:a16="http://schemas.microsoft.com/office/drawing/2014/main" id="{35E66A04-12F1-A94F-89B5-B12CB8DEB628}"/>
              </a:ext>
            </a:extLst>
          </p:cNvPr>
          <p:cNvSpPr>
            <a:spLocks noGrp="1"/>
          </p:cNvSpPr>
          <p:nvPr>
            <p:ph type="body" sz="quarter" idx="21"/>
          </p:nvPr>
        </p:nvSpPr>
        <p:spPr>
          <a:xfrm>
            <a:off x="6437530" y="964275"/>
            <a:ext cx="5259170" cy="310896"/>
          </a:xfrm>
          <a:prstGeom prst="rect">
            <a:avLst/>
          </a:prstGeom>
        </p:spPr>
        <p:txBody>
          <a:bodyPr lIns="0" tIns="0" rIns="0" bIns="0"/>
          <a:lstStyle>
            <a:lvl1pPr marL="0" indent="0">
              <a:buNone/>
              <a:defRPr sz="2000">
                <a:solidFill>
                  <a:schemeClr val="bg1"/>
                </a:solidFill>
                <a:latin typeface="Arial" panose="020B0604020202020204" pitchFamily="34" charset="0"/>
                <a:cs typeface="Arial" panose="020B0604020202020204" pitchFamily="34" charset="0"/>
              </a:defRPr>
            </a:lvl1pPr>
            <a:lvl4pPr marL="628650" indent="0">
              <a:buNone/>
              <a:defRPr/>
            </a:lvl4pPr>
          </a:lstStyle>
          <a:p>
            <a:pPr lvl="0"/>
            <a:r>
              <a:rPr lang="en-US"/>
              <a:t>Click to edit Master</a:t>
            </a:r>
          </a:p>
        </p:txBody>
      </p:sp>
      <p:sp>
        <p:nvSpPr>
          <p:cNvPr id="40" name="Text Placeholder 13">
            <a:extLst>
              <a:ext uri="{FF2B5EF4-FFF2-40B4-BE49-F238E27FC236}">
                <a16:creationId xmlns:a16="http://schemas.microsoft.com/office/drawing/2014/main" id="{1E193B8B-AFE2-B844-A8B9-7734FDF9B5E0}"/>
              </a:ext>
            </a:extLst>
          </p:cNvPr>
          <p:cNvSpPr>
            <a:spLocks noGrp="1"/>
          </p:cNvSpPr>
          <p:nvPr>
            <p:ph type="body" sz="quarter" idx="23"/>
          </p:nvPr>
        </p:nvSpPr>
        <p:spPr>
          <a:xfrm>
            <a:off x="469379" y="3822191"/>
            <a:ext cx="5259170" cy="310896"/>
          </a:xfrm>
          <a:prstGeom prst="rect">
            <a:avLst/>
          </a:prstGeom>
        </p:spPr>
        <p:txBody>
          <a:bodyPr lIns="0" tIns="0" rIns="0" bIns="0"/>
          <a:lstStyle>
            <a:lvl1pPr marL="0" indent="0">
              <a:buNone/>
              <a:defRPr sz="2000">
                <a:solidFill>
                  <a:schemeClr val="bg1"/>
                </a:solidFill>
                <a:latin typeface="Arial" panose="020B0604020202020204" pitchFamily="34" charset="0"/>
                <a:cs typeface="Arial" panose="020B0604020202020204" pitchFamily="34" charset="0"/>
              </a:defRPr>
            </a:lvl1pPr>
            <a:lvl4pPr marL="628650" indent="0">
              <a:buNone/>
              <a:defRPr/>
            </a:lvl4pPr>
          </a:lstStyle>
          <a:p>
            <a:pPr lvl="0"/>
            <a:r>
              <a:rPr lang="en-US"/>
              <a:t>Click to edit Master</a:t>
            </a:r>
          </a:p>
        </p:txBody>
      </p:sp>
      <p:sp>
        <p:nvSpPr>
          <p:cNvPr id="42" name="Text Placeholder 13">
            <a:extLst>
              <a:ext uri="{FF2B5EF4-FFF2-40B4-BE49-F238E27FC236}">
                <a16:creationId xmlns:a16="http://schemas.microsoft.com/office/drawing/2014/main" id="{B0CECE50-6837-AD4B-8747-BB264B07F0C9}"/>
              </a:ext>
            </a:extLst>
          </p:cNvPr>
          <p:cNvSpPr>
            <a:spLocks noGrp="1"/>
          </p:cNvSpPr>
          <p:nvPr>
            <p:ph type="body" sz="quarter" idx="25"/>
          </p:nvPr>
        </p:nvSpPr>
        <p:spPr>
          <a:xfrm>
            <a:off x="6437530" y="3822191"/>
            <a:ext cx="5259170" cy="310896"/>
          </a:xfrm>
          <a:prstGeom prst="rect">
            <a:avLst/>
          </a:prstGeom>
        </p:spPr>
        <p:txBody>
          <a:bodyPr lIns="0" tIns="0" rIns="0" bIns="0"/>
          <a:lstStyle>
            <a:lvl1pPr marL="0" indent="0">
              <a:buNone/>
              <a:defRPr sz="2000">
                <a:solidFill>
                  <a:schemeClr val="bg1"/>
                </a:solidFill>
                <a:latin typeface="Arial" panose="020B0604020202020204" pitchFamily="34" charset="0"/>
                <a:cs typeface="Arial" panose="020B0604020202020204" pitchFamily="34" charset="0"/>
              </a:defRPr>
            </a:lvl1pPr>
            <a:lvl4pPr marL="628650" indent="0">
              <a:buNone/>
              <a:defRPr/>
            </a:lvl4pPr>
          </a:lstStyle>
          <a:p>
            <a:pPr lvl="0"/>
            <a:r>
              <a:rPr lang="en-US"/>
              <a:t>Click to edit Master</a:t>
            </a:r>
          </a:p>
        </p:txBody>
      </p:sp>
      <p:sp>
        <p:nvSpPr>
          <p:cNvPr id="24" name="Content Placeholder 2">
            <a:extLst>
              <a:ext uri="{FF2B5EF4-FFF2-40B4-BE49-F238E27FC236}">
                <a16:creationId xmlns:a16="http://schemas.microsoft.com/office/drawing/2014/main" id="{76B0BDE6-16B4-F141-B881-8938715DF459}"/>
              </a:ext>
            </a:extLst>
          </p:cNvPr>
          <p:cNvSpPr>
            <a:spLocks noGrp="1"/>
          </p:cNvSpPr>
          <p:nvPr>
            <p:ph sz="half" idx="1" hasCustomPrompt="1"/>
          </p:nvPr>
        </p:nvSpPr>
        <p:spPr>
          <a:xfrm>
            <a:off x="466628" y="1371600"/>
            <a:ext cx="5255187" cy="1477328"/>
          </a:xfrm>
        </p:spPr>
        <p:txBody>
          <a:bodyPr/>
          <a:lstStyle>
            <a:lvl1pPr>
              <a:lnSpc>
                <a:spcPct val="100000"/>
              </a:lnSpc>
              <a:buClr>
                <a:srgbClr val="009BDF"/>
              </a:buClr>
              <a:defRPr sz="1800">
                <a:solidFill>
                  <a:schemeClr val="bg1"/>
                </a:solidFill>
              </a:defRPr>
            </a:lvl1pPr>
            <a:lvl2pPr>
              <a:lnSpc>
                <a:spcPct val="100000"/>
              </a:lnSpc>
              <a:buClr>
                <a:srgbClr val="009BDF"/>
              </a:buClr>
              <a:defRPr sz="1600">
                <a:solidFill>
                  <a:schemeClr val="bg1"/>
                </a:solidFill>
              </a:defRPr>
            </a:lvl2pPr>
            <a:lvl3pPr>
              <a:lnSpc>
                <a:spcPct val="100000"/>
              </a:lnSpc>
              <a:buClr>
                <a:srgbClr val="009BDF"/>
              </a:buClr>
              <a:defRPr sz="1600">
                <a:solidFill>
                  <a:schemeClr val="bg1"/>
                </a:solidFill>
              </a:defRPr>
            </a:lvl3pPr>
            <a:lvl4pPr>
              <a:lnSpc>
                <a:spcPct val="100000"/>
              </a:lnSpc>
              <a:buClr>
                <a:srgbClr val="009BDF"/>
              </a:buClr>
              <a:defRPr sz="1400">
                <a:solidFill>
                  <a:schemeClr val="bg1"/>
                </a:solidFill>
              </a:defRPr>
            </a:lvl4pPr>
            <a:lvl5pPr>
              <a:lnSpc>
                <a:spcPct val="100000"/>
              </a:lnSpc>
              <a:buClr>
                <a:srgbClr val="009BDF"/>
              </a:buClr>
              <a:defRPr sz="14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26" name="Content Placeholder 2">
            <a:extLst>
              <a:ext uri="{FF2B5EF4-FFF2-40B4-BE49-F238E27FC236}">
                <a16:creationId xmlns:a16="http://schemas.microsoft.com/office/drawing/2014/main" id="{CAB19AB9-7D9B-0B44-A4D0-92C885EE2503}"/>
              </a:ext>
            </a:extLst>
          </p:cNvPr>
          <p:cNvSpPr>
            <a:spLocks noGrp="1"/>
          </p:cNvSpPr>
          <p:nvPr>
            <p:ph sz="half" idx="26" hasCustomPrompt="1"/>
          </p:nvPr>
        </p:nvSpPr>
        <p:spPr>
          <a:xfrm>
            <a:off x="6437376" y="1371600"/>
            <a:ext cx="5249744" cy="1477328"/>
          </a:xfrm>
        </p:spPr>
        <p:txBody>
          <a:bodyPr/>
          <a:lstStyle>
            <a:lvl1pPr>
              <a:lnSpc>
                <a:spcPct val="100000"/>
              </a:lnSpc>
              <a:buClr>
                <a:srgbClr val="009BDF"/>
              </a:buClr>
              <a:defRPr sz="1800">
                <a:solidFill>
                  <a:schemeClr val="bg1"/>
                </a:solidFill>
              </a:defRPr>
            </a:lvl1pPr>
            <a:lvl2pPr>
              <a:lnSpc>
                <a:spcPct val="100000"/>
              </a:lnSpc>
              <a:buClr>
                <a:srgbClr val="009BDF"/>
              </a:buClr>
              <a:defRPr sz="1600">
                <a:solidFill>
                  <a:schemeClr val="bg1"/>
                </a:solidFill>
              </a:defRPr>
            </a:lvl2pPr>
            <a:lvl3pPr>
              <a:lnSpc>
                <a:spcPct val="100000"/>
              </a:lnSpc>
              <a:buClr>
                <a:srgbClr val="009BDF"/>
              </a:buClr>
              <a:defRPr sz="1600">
                <a:solidFill>
                  <a:schemeClr val="bg1"/>
                </a:solidFill>
              </a:defRPr>
            </a:lvl3pPr>
            <a:lvl4pPr>
              <a:lnSpc>
                <a:spcPct val="100000"/>
              </a:lnSpc>
              <a:buClr>
                <a:srgbClr val="009BDF"/>
              </a:buClr>
              <a:defRPr sz="1400">
                <a:solidFill>
                  <a:schemeClr val="bg1"/>
                </a:solidFill>
              </a:defRPr>
            </a:lvl4pPr>
            <a:lvl5pPr>
              <a:lnSpc>
                <a:spcPct val="100000"/>
              </a:lnSpc>
              <a:buClr>
                <a:srgbClr val="009BDF"/>
              </a:buClr>
              <a:defRPr sz="14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28" name="Content Placeholder 2">
            <a:extLst>
              <a:ext uri="{FF2B5EF4-FFF2-40B4-BE49-F238E27FC236}">
                <a16:creationId xmlns:a16="http://schemas.microsoft.com/office/drawing/2014/main" id="{8FDC37C7-A53B-474E-A7B4-75782A69A927}"/>
              </a:ext>
            </a:extLst>
          </p:cNvPr>
          <p:cNvSpPr>
            <a:spLocks noGrp="1"/>
          </p:cNvSpPr>
          <p:nvPr>
            <p:ph sz="half" idx="27" hasCustomPrompt="1"/>
          </p:nvPr>
        </p:nvSpPr>
        <p:spPr>
          <a:xfrm>
            <a:off x="466344" y="4224528"/>
            <a:ext cx="5255187" cy="1477328"/>
          </a:xfrm>
        </p:spPr>
        <p:txBody>
          <a:bodyPr/>
          <a:lstStyle>
            <a:lvl1pPr>
              <a:lnSpc>
                <a:spcPct val="100000"/>
              </a:lnSpc>
              <a:buClr>
                <a:srgbClr val="009BDF"/>
              </a:buClr>
              <a:defRPr sz="1800">
                <a:solidFill>
                  <a:schemeClr val="bg1"/>
                </a:solidFill>
              </a:defRPr>
            </a:lvl1pPr>
            <a:lvl2pPr>
              <a:lnSpc>
                <a:spcPct val="100000"/>
              </a:lnSpc>
              <a:buClr>
                <a:srgbClr val="009BDF"/>
              </a:buClr>
              <a:defRPr sz="1600">
                <a:solidFill>
                  <a:schemeClr val="bg1"/>
                </a:solidFill>
              </a:defRPr>
            </a:lvl2pPr>
            <a:lvl3pPr>
              <a:lnSpc>
                <a:spcPct val="100000"/>
              </a:lnSpc>
              <a:buClr>
                <a:srgbClr val="009BDF"/>
              </a:buClr>
              <a:defRPr sz="1600">
                <a:solidFill>
                  <a:schemeClr val="bg1"/>
                </a:solidFill>
              </a:defRPr>
            </a:lvl3pPr>
            <a:lvl4pPr>
              <a:lnSpc>
                <a:spcPct val="100000"/>
              </a:lnSpc>
              <a:buClr>
                <a:srgbClr val="009BDF"/>
              </a:buClr>
              <a:defRPr sz="1400">
                <a:solidFill>
                  <a:schemeClr val="bg1"/>
                </a:solidFill>
              </a:defRPr>
            </a:lvl4pPr>
            <a:lvl5pPr>
              <a:lnSpc>
                <a:spcPct val="100000"/>
              </a:lnSpc>
              <a:buClr>
                <a:srgbClr val="009BDF"/>
              </a:buClr>
              <a:defRPr sz="14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30" name="Content Placeholder 2">
            <a:extLst>
              <a:ext uri="{FF2B5EF4-FFF2-40B4-BE49-F238E27FC236}">
                <a16:creationId xmlns:a16="http://schemas.microsoft.com/office/drawing/2014/main" id="{96632140-4324-3846-B3C5-E34D3DFCD5E2}"/>
              </a:ext>
            </a:extLst>
          </p:cNvPr>
          <p:cNvSpPr>
            <a:spLocks noGrp="1"/>
          </p:cNvSpPr>
          <p:nvPr>
            <p:ph sz="half" idx="28" hasCustomPrompt="1"/>
          </p:nvPr>
        </p:nvSpPr>
        <p:spPr>
          <a:xfrm>
            <a:off x="6437530" y="4224528"/>
            <a:ext cx="5255187" cy="1477328"/>
          </a:xfrm>
        </p:spPr>
        <p:txBody>
          <a:bodyPr/>
          <a:lstStyle>
            <a:lvl1pPr>
              <a:lnSpc>
                <a:spcPct val="100000"/>
              </a:lnSpc>
              <a:buClr>
                <a:srgbClr val="009BDF"/>
              </a:buClr>
              <a:defRPr sz="1800">
                <a:solidFill>
                  <a:schemeClr val="bg1"/>
                </a:solidFill>
              </a:defRPr>
            </a:lvl1pPr>
            <a:lvl2pPr>
              <a:lnSpc>
                <a:spcPct val="100000"/>
              </a:lnSpc>
              <a:buClr>
                <a:srgbClr val="009BDF"/>
              </a:buClr>
              <a:defRPr sz="1600">
                <a:solidFill>
                  <a:schemeClr val="bg1"/>
                </a:solidFill>
              </a:defRPr>
            </a:lvl2pPr>
            <a:lvl3pPr>
              <a:lnSpc>
                <a:spcPct val="100000"/>
              </a:lnSpc>
              <a:buClr>
                <a:srgbClr val="009BDF"/>
              </a:buClr>
              <a:defRPr sz="1600">
                <a:solidFill>
                  <a:schemeClr val="bg1"/>
                </a:solidFill>
              </a:defRPr>
            </a:lvl3pPr>
            <a:lvl4pPr>
              <a:lnSpc>
                <a:spcPct val="100000"/>
              </a:lnSpc>
              <a:buClr>
                <a:srgbClr val="009BDF"/>
              </a:buClr>
              <a:defRPr sz="1400">
                <a:solidFill>
                  <a:schemeClr val="bg1"/>
                </a:solidFill>
              </a:defRPr>
            </a:lvl4pPr>
            <a:lvl5pPr>
              <a:lnSpc>
                <a:spcPct val="100000"/>
              </a:lnSpc>
              <a:buClr>
                <a:srgbClr val="009BDF"/>
              </a:buClr>
              <a:defRPr sz="14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31" name="Slide Number Placeholder 2">
            <a:extLst>
              <a:ext uri="{FF2B5EF4-FFF2-40B4-BE49-F238E27FC236}">
                <a16:creationId xmlns:a16="http://schemas.microsoft.com/office/drawing/2014/main" id="{4046E1B0-5AB0-B745-87FF-1C5A20F37E10}"/>
              </a:ext>
            </a:extLst>
          </p:cNvPr>
          <p:cNvSpPr>
            <a:spLocks noGrp="1"/>
          </p:cNvSpPr>
          <p:nvPr>
            <p:ph type="sldNum" sz="quarter" idx="10"/>
          </p:nvPr>
        </p:nvSpPr>
        <p:spPr>
          <a:xfrm>
            <a:off x="10142220" y="6515100"/>
            <a:ext cx="1554480" cy="91440"/>
          </a:xfrm>
        </p:spPr>
        <p:txBody>
          <a:bodyPr/>
          <a:lstStyle>
            <a:lvl1pPr>
              <a:defRPr>
                <a:solidFill>
                  <a:srgbClr val="A3AAAE">
                    <a:alpha val="50000"/>
                  </a:srgbClr>
                </a:solidFill>
              </a:defRPr>
            </a:lvl1pPr>
          </a:lstStyle>
          <a:p>
            <a:fld id="{48FFE6E1-85EB-9E42-824B-7CC9267ED8B9}" type="slidenum">
              <a:rPr lang="en-US" smtClean="0"/>
              <a:pPr/>
              <a:t>‹#›</a:t>
            </a:fld>
            <a:endParaRPr lang="en-US"/>
          </a:p>
        </p:txBody>
      </p:sp>
      <p:sp>
        <p:nvSpPr>
          <p:cNvPr id="34" name="Rectangle 33">
            <a:extLst>
              <a:ext uri="{FF2B5EF4-FFF2-40B4-BE49-F238E27FC236}">
                <a16:creationId xmlns:a16="http://schemas.microsoft.com/office/drawing/2014/main" id="{42B0A9D4-6529-B949-A7E3-2DCDDF944983}"/>
              </a:ext>
            </a:extLst>
          </p:cNvPr>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rgbClr val="A3AAAE">
                    <a:alpha val="50000"/>
                  </a:srgbClr>
                </a:solidFill>
              </a:rPr>
              <a:t>Copyright © 2024 Boeing. All rights reserved.</a:t>
            </a:r>
          </a:p>
        </p:txBody>
      </p:sp>
      <p:sp>
        <p:nvSpPr>
          <p:cNvPr id="44" name="Footer Placeholder 82">
            <a:extLst>
              <a:ext uri="{FF2B5EF4-FFF2-40B4-BE49-F238E27FC236}">
                <a16:creationId xmlns:a16="http://schemas.microsoft.com/office/drawing/2014/main" id="{A49341B2-67A5-1E43-A834-746205F9F60B}"/>
              </a:ext>
            </a:extLst>
          </p:cNvPr>
          <p:cNvSpPr txBox="1">
            <a:spLocks/>
          </p:cNvSpPr>
          <p:nvPr userDrawn="1"/>
        </p:nvSpPr>
        <p:spPr bwMode="auto">
          <a:xfrm>
            <a:off x="3971405" y="6251768"/>
            <a:ext cx="4267200" cy="37465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a:solidFill>
                  <a:srgbClr val="A3AAAE">
                    <a:alpha val="50000"/>
                  </a:srgbClr>
                </a:solidFill>
              </a:rPr>
              <a:t>BOEING PROPRIETARY</a:t>
            </a:r>
          </a:p>
        </p:txBody>
      </p:sp>
      <p:sp>
        <p:nvSpPr>
          <p:cNvPr id="25" name="Text Placeholder 3">
            <a:extLst>
              <a:ext uri="{FF2B5EF4-FFF2-40B4-BE49-F238E27FC236}">
                <a16:creationId xmlns:a16="http://schemas.microsoft.com/office/drawing/2014/main" id="{8ADC75DF-E3A6-2D42-BBCC-1CCC81E9C359}"/>
              </a:ext>
            </a:extLst>
          </p:cNvPr>
          <p:cNvSpPr>
            <a:spLocks noGrp="1"/>
          </p:cNvSpPr>
          <p:nvPr>
            <p:ph type="body" sz="quarter" idx="14" hasCustomPrompt="1"/>
          </p:nvPr>
        </p:nvSpPr>
        <p:spPr>
          <a:xfrm>
            <a:off x="5672137" y="192024"/>
            <a:ext cx="6024563" cy="195951"/>
          </a:xfrm>
        </p:spPr>
        <p:txBody>
          <a:bodyPr/>
          <a:lstStyle>
            <a:lvl1pPr marL="0" indent="0" algn="r">
              <a:buNone/>
              <a:defRPr sz="1400">
                <a:solidFill>
                  <a:schemeClr val="bg1"/>
                </a:solidFill>
              </a:defRPr>
            </a:lvl1pPr>
            <a:lvl2pPr marL="171450" indent="0" algn="r">
              <a:buNone/>
              <a:defRPr/>
            </a:lvl2pPr>
            <a:lvl3pPr marL="441325" indent="0" algn="r">
              <a:buNone/>
              <a:defRPr/>
            </a:lvl3pPr>
            <a:lvl4pPr marL="628650" indent="0" algn="r">
              <a:buNone/>
              <a:defRPr/>
            </a:lvl4pPr>
            <a:lvl5pPr marL="793750" indent="0" algn="r">
              <a:buNone/>
              <a:defRPr/>
            </a:lvl5pPr>
          </a:lstStyle>
          <a:p>
            <a:pPr lvl="0"/>
            <a:r>
              <a:rPr lang="en-US"/>
              <a:t>Click to edit Organization Name</a:t>
            </a:r>
          </a:p>
        </p:txBody>
      </p:sp>
    </p:spTree>
    <p:extLst>
      <p:ext uri="{BB962C8B-B14F-4D97-AF65-F5344CB8AC3E}">
        <p14:creationId xmlns:p14="http://schemas.microsoft.com/office/powerpoint/2010/main" val="28025778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Square_2">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7D1C505-1541-9B43-9538-C4D36645D0A5}"/>
              </a:ext>
            </a:extLst>
          </p:cNvPr>
          <p:cNvGrpSpPr/>
          <p:nvPr userDrawn="1"/>
        </p:nvGrpSpPr>
        <p:grpSpPr>
          <a:xfrm>
            <a:off x="0" y="0"/>
            <a:ext cx="12192001" cy="6858000"/>
            <a:chOff x="-1" y="0"/>
            <a:chExt cx="12192001" cy="6858000"/>
          </a:xfrm>
        </p:grpSpPr>
        <p:pic>
          <p:nvPicPr>
            <p:cNvPr id="21" name="Picture 20">
              <a:extLst>
                <a:ext uri="{FF2B5EF4-FFF2-40B4-BE49-F238E27FC236}">
                  <a16:creationId xmlns:a16="http://schemas.microsoft.com/office/drawing/2014/main" id="{5BFA52FB-7C2B-3849-985C-4FAB9F5C6AB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609" t="87015" r="7268" b="10155"/>
            <a:stretch/>
          </p:blipFill>
          <p:spPr>
            <a:xfrm rot="10800000">
              <a:off x="0" y="0"/>
              <a:ext cx="12192000" cy="6858000"/>
            </a:xfrm>
            <a:prstGeom prst="rect">
              <a:avLst/>
            </a:prstGeom>
          </p:spPr>
        </p:pic>
        <p:cxnSp>
          <p:nvCxnSpPr>
            <p:cNvPr id="32" name="Straight Connector 31">
              <a:extLst>
                <a:ext uri="{FF2B5EF4-FFF2-40B4-BE49-F238E27FC236}">
                  <a16:creationId xmlns:a16="http://schemas.microsoft.com/office/drawing/2014/main" id="{796BAF14-559E-154D-83F4-F1D604010DD2}"/>
                </a:ext>
              </a:extLst>
            </p:cNvPr>
            <p:cNvCxnSpPr>
              <a:cxnSpLocks/>
            </p:cNvCxnSpPr>
            <p:nvPr userDrawn="1"/>
          </p:nvCxnSpPr>
          <p:spPr>
            <a:xfrm>
              <a:off x="-1" y="599782"/>
              <a:ext cx="12192000" cy="0"/>
            </a:xfrm>
            <a:prstGeom prst="line">
              <a:avLst/>
            </a:prstGeom>
            <a:ln w="20320">
              <a:gradFill>
                <a:gsLst>
                  <a:gs pos="50000">
                    <a:srgbClr val="85C2EF"/>
                  </a:gs>
                  <a:gs pos="80000">
                    <a:srgbClr val="0033A1"/>
                  </a:gs>
                  <a:gs pos="20000">
                    <a:srgbClr val="0033A1"/>
                  </a:gs>
                </a:gsLst>
                <a:lin ang="0" scaled="0"/>
              </a:gradFill>
            </a:ln>
          </p:spPr>
          <p:style>
            <a:lnRef idx="1">
              <a:schemeClr val="accent1"/>
            </a:lnRef>
            <a:fillRef idx="0">
              <a:schemeClr val="accent1"/>
            </a:fillRef>
            <a:effectRef idx="0">
              <a:schemeClr val="accent1"/>
            </a:effectRef>
            <a:fontRef idx="minor">
              <a:schemeClr val="tx1"/>
            </a:fontRef>
          </p:style>
        </p:cxnSp>
      </p:grpSp>
      <p:cxnSp>
        <p:nvCxnSpPr>
          <p:cNvPr id="22" name="Straight Connector 21"/>
          <p:cNvCxnSpPr/>
          <p:nvPr userDrawn="1"/>
        </p:nvCxnSpPr>
        <p:spPr>
          <a:xfrm flipV="1">
            <a:off x="6096000" y="964276"/>
            <a:ext cx="0" cy="5299364"/>
          </a:xfrm>
          <a:prstGeom prst="line">
            <a:avLst/>
          </a:prstGeom>
          <a:ln w="15875" cap="rnd" cmpd="sng">
            <a:gradFill>
              <a:gsLst>
                <a:gs pos="20000">
                  <a:srgbClr val="00369D"/>
                </a:gs>
                <a:gs pos="50000">
                  <a:srgbClr val="85C2EF"/>
                </a:gs>
                <a:gs pos="80000">
                  <a:srgbClr val="00369D"/>
                </a:gs>
              </a:gsLst>
              <a:lin ang="5400000" scaled="1"/>
            </a:gradFill>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p:cNvCxnSpPr>
          <p:nvPr userDrawn="1"/>
        </p:nvCxnSpPr>
        <p:spPr>
          <a:xfrm flipH="1">
            <a:off x="457201" y="3584863"/>
            <a:ext cx="11239499" cy="1"/>
          </a:xfrm>
          <a:prstGeom prst="line">
            <a:avLst/>
          </a:prstGeom>
          <a:ln w="15875" cap="rnd" cmpd="sng">
            <a:gradFill>
              <a:gsLst>
                <a:gs pos="50000">
                  <a:srgbClr val="85C2EF"/>
                </a:gs>
                <a:gs pos="20000">
                  <a:srgbClr val="00369D"/>
                </a:gs>
                <a:gs pos="80000">
                  <a:srgbClr val="00369D"/>
                </a:gs>
              </a:gsLst>
              <a:lin ang="0" scaled="0"/>
            </a:gradFill>
            <a:prstDash val="sys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ED6B13-A369-0D42-90A2-FA69C71E990A}"/>
              </a:ext>
            </a:extLst>
          </p:cNvPr>
          <p:cNvCxnSpPr>
            <a:cxnSpLocks/>
          </p:cNvCxnSpPr>
          <p:nvPr userDrawn="1"/>
        </p:nvCxnSpPr>
        <p:spPr>
          <a:xfrm>
            <a:off x="-1" y="599782"/>
            <a:ext cx="12192000" cy="0"/>
          </a:xfrm>
          <a:prstGeom prst="line">
            <a:avLst/>
          </a:prstGeom>
          <a:ln w="20320">
            <a:gradFill>
              <a:gsLst>
                <a:gs pos="50000">
                  <a:srgbClr val="85C2EF"/>
                </a:gs>
                <a:gs pos="80000">
                  <a:srgbClr val="0033A1"/>
                </a:gs>
                <a:gs pos="20000">
                  <a:srgbClr val="0033A1"/>
                </a:gs>
              </a:gsLst>
              <a:lin ang="0" scaled="0"/>
            </a:gradFill>
          </a:ln>
        </p:spPr>
        <p:style>
          <a:lnRef idx="1">
            <a:schemeClr val="accent1"/>
          </a:lnRef>
          <a:fillRef idx="0">
            <a:schemeClr val="accent1"/>
          </a:fillRef>
          <a:effectRef idx="0">
            <a:schemeClr val="accent1"/>
          </a:effectRef>
          <a:fontRef idx="minor">
            <a:schemeClr val="tx1"/>
          </a:fontRef>
        </p:style>
      </p:cxnSp>
      <p:sp>
        <p:nvSpPr>
          <p:cNvPr id="33" name="Text Placeholder 11">
            <a:extLst>
              <a:ext uri="{FF2B5EF4-FFF2-40B4-BE49-F238E27FC236}">
                <a16:creationId xmlns:a16="http://schemas.microsoft.com/office/drawing/2014/main" id="{0B48476E-D185-EE48-B224-EBE8C62D62A4}"/>
              </a:ext>
            </a:extLst>
          </p:cNvPr>
          <p:cNvSpPr>
            <a:spLocks noGrp="1"/>
          </p:cNvSpPr>
          <p:nvPr>
            <p:ph type="body" sz="quarter" idx="13"/>
          </p:nvPr>
        </p:nvSpPr>
        <p:spPr>
          <a:xfrm>
            <a:off x="466627" y="192024"/>
            <a:ext cx="7772400" cy="193899"/>
          </a:xfrm>
        </p:spPr>
        <p:txBody>
          <a:bodyPr anchor="ctr" anchorCtr="0"/>
          <a:lstStyle>
            <a:lvl1pPr marL="0" indent="0">
              <a:buNone/>
              <a:defRPr sz="1400">
                <a:solidFill>
                  <a:schemeClr val="bg1"/>
                </a:solidFill>
              </a:defRPr>
            </a:lvl1pPr>
          </a:lstStyle>
          <a:p>
            <a:pPr lvl="0"/>
            <a:r>
              <a:rPr lang="en-US"/>
              <a:t>Click to edit Master text styles</a:t>
            </a:r>
          </a:p>
        </p:txBody>
      </p:sp>
      <p:sp>
        <p:nvSpPr>
          <p:cNvPr id="31" name="Slide Number Placeholder 2">
            <a:extLst>
              <a:ext uri="{FF2B5EF4-FFF2-40B4-BE49-F238E27FC236}">
                <a16:creationId xmlns:a16="http://schemas.microsoft.com/office/drawing/2014/main" id="{4046E1B0-5AB0-B745-87FF-1C5A20F37E10}"/>
              </a:ext>
            </a:extLst>
          </p:cNvPr>
          <p:cNvSpPr>
            <a:spLocks noGrp="1"/>
          </p:cNvSpPr>
          <p:nvPr>
            <p:ph type="sldNum" sz="quarter" idx="10"/>
          </p:nvPr>
        </p:nvSpPr>
        <p:spPr>
          <a:xfrm>
            <a:off x="10142220" y="6515100"/>
            <a:ext cx="1554480" cy="91440"/>
          </a:xfrm>
        </p:spPr>
        <p:txBody>
          <a:bodyPr/>
          <a:lstStyle>
            <a:lvl1pPr>
              <a:defRPr>
                <a:solidFill>
                  <a:srgbClr val="A3AAAE">
                    <a:alpha val="50000"/>
                  </a:srgbClr>
                </a:solidFill>
              </a:defRPr>
            </a:lvl1pPr>
          </a:lstStyle>
          <a:p>
            <a:fld id="{48FFE6E1-85EB-9E42-824B-7CC9267ED8B9}" type="slidenum">
              <a:rPr lang="en-US" smtClean="0"/>
              <a:pPr/>
              <a:t>‹#›</a:t>
            </a:fld>
            <a:endParaRPr lang="en-US"/>
          </a:p>
        </p:txBody>
      </p:sp>
      <p:sp>
        <p:nvSpPr>
          <p:cNvPr id="34" name="Rectangle 33">
            <a:extLst>
              <a:ext uri="{FF2B5EF4-FFF2-40B4-BE49-F238E27FC236}">
                <a16:creationId xmlns:a16="http://schemas.microsoft.com/office/drawing/2014/main" id="{42B0A9D4-6529-B949-A7E3-2DCDDF944983}"/>
              </a:ext>
            </a:extLst>
          </p:cNvPr>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rgbClr val="A3AAAE">
                    <a:alpha val="50000"/>
                  </a:srgbClr>
                </a:solidFill>
              </a:rPr>
              <a:t>Copyright © 2024 Boeing. All rights reserved.</a:t>
            </a:r>
          </a:p>
        </p:txBody>
      </p:sp>
      <p:sp>
        <p:nvSpPr>
          <p:cNvPr id="44" name="Footer Placeholder 82">
            <a:extLst>
              <a:ext uri="{FF2B5EF4-FFF2-40B4-BE49-F238E27FC236}">
                <a16:creationId xmlns:a16="http://schemas.microsoft.com/office/drawing/2014/main" id="{A49341B2-67A5-1E43-A834-746205F9F60B}"/>
              </a:ext>
            </a:extLst>
          </p:cNvPr>
          <p:cNvSpPr txBox="1">
            <a:spLocks/>
          </p:cNvSpPr>
          <p:nvPr userDrawn="1"/>
        </p:nvSpPr>
        <p:spPr bwMode="auto">
          <a:xfrm>
            <a:off x="3971405" y="6251768"/>
            <a:ext cx="4267200" cy="37465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a:solidFill>
                  <a:srgbClr val="A3AAAE">
                    <a:alpha val="50000"/>
                  </a:srgbClr>
                </a:solidFill>
              </a:rPr>
              <a:t>BOEING PROPRIETARY</a:t>
            </a:r>
          </a:p>
        </p:txBody>
      </p:sp>
      <p:sp>
        <p:nvSpPr>
          <p:cNvPr id="62" name="Text Placeholder 13">
            <a:extLst>
              <a:ext uri="{FF2B5EF4-FFF2-40B4-BE49-F238E27FC236}">
                <a16:creationId xmlns:a16="http://schemas.microsoft.com/office/drawing/2014/main" id="{3639F285-C50A-F84C-9858-C74F90B82096}"/>
              </a:ext>
            </a:extLst>
          </p:cNvPr>
          <p:cNvSpPr>
            <a:spLocks noGrp="1"/>
          </p:cNvSpPr>
          <p:nvPr>
            <p:ph type="body" sz="quarter" idx="29" hasCustomPrompt="1"/>
          </p:nvPr>
        </p:nvSpPr>
        <p:spPr>
          <a:xfrm>
            <a:off x="462645" y="969264"/>
            <a:ext cx="5259170" cy="310896"/>
          </a:xfrm>
          <a:prstGeom prst="rect">
            <a:avLst/>
          </a:prstGeom>
          <a:noFill/>
        </p:spPr>
        <p:txBody>
          <a:bodyPr wrap="none" lIns="0" tIns="0" rIns="0" bIns="0" anchor="t" anchorCtr="0">
            <a:noAutofit/>
          </a:bodyPr>
          <a:lstStyle>
            <a:lvl1pPr marL="0" indent="0">
              <a:buNone/>
              <a:defRPr sz="2000" b="1">
                <a:solidFill>
                  <a:schemeClr val="bg1"/>
                </a:solidFill>
                <a:latin typeface="Arial" panose="020B0604020202020204" pitchFamily="34" charset="0"/>
                <a:cs typeface="Arial" panose="020B0604020202020204" pitchFamily="34" charset="0"/>
              </a:defRPr>
            </a:lvl1pPr>
            <a:lvl4pPr marL="628650" indent="0">
              <a:buNone/>
              <a:defRPr/>
            </a:lvl4pPr>
          </a:lstStyle>
          <a:p>
            <a:pPr lvl="0"/>
            <a:r>
              <a:rPr lang="en-US"/>
              <a:t>Click to edit Master</a:t>
            </a:r>
          </a:p>
        </p:txBody>
      </p:sp>
      <p:sp>
        <p:nvSpPr>
          <p:cNvPr id="63" name="Content Placeholder 2">
            <a:extLst>
              <a:ext uri="{FF2B5EF4-FFF2-40B4-BE49-F238E27FC236}">
                <a16:creationId xmlns:a16="http://schemas.microsoft.com/office/drawing/2014/main" id="{C7E1F168-025E-4F42-B6FE-296538F14977}"/>
              </a:ext>
            </a:extLst>
          </p:cNvPr>
          <p:cNvSpPr>
            <a:spLocks noGrp="1"/>
          </p:cNvSpPr>
          <p:nvPr>
            <p:ph sz="half" idx="30" hasCustomPrompt="1"/>
          </p:nvPr>
        </p:nvSpPr>
        <p:spPr>
          <a:xfrm>
            <a:off x="466627" y="1371600"/>
            <a:ext cx="5255187" cy="1477328"/>
          </a:xfrm>
        </p:spPr>
        <p:txBody>
          <a:bodyPr/>
          <a:lstStyle>
            <a:lvl1pPr>
              <a:lnSpc>
                <a:spcPct val="100000"/>
              </a:lnSpc>
              <a:buClr>
                <a:srgbClr val="009BDF"/>
              </a:buClr>
              <a:defRPr sz="1800">
                <a:solidFill>
                  <a:schemeClr val="bg1"/>
                </a:solidFill>
              </a:defRPr>
            </a:lvl1pPr>
            <a:lvl2pPr>
              <a:lnSpc>
                <a:spcPct val="100000"/>
              </a:lnSpc>
              <a:buClr>
                <a:srgbClr val="009BDF"/>
              </a:buClr>
              <a:defRPr sz="1600">
                <a:solidFill>
                  <a:schemeClr val="bg1"/>
                </a:solidFill>
              </a:defRPr>
            </a:lvl2pPr>
            <a:lvl3pPr>
              <a:lnSpc>
                <a:spcPct val="100000"/>
              </a:lnSpc>
              <a:buClr>
                <a:srgbClr val="009BDF"/>
              </a:buClr>
              <a:defRPr sz="1600">
                <a:solidFill>
                  <a:schemeClr val="bg1"/>
                </a:solidFill>
              </a:defRPr>
            </a:lvl3pPr>
            <a:lvl4pPr>
              <a:lnSpc>
                <a:spcPct val="100000"/>
              </a:lnSpc>
              <a:buClr>
                <a:srgbClr val="009BDF"/>
              </a:buClr>
              <a:defRPr sz="1400">
                <a:solidFill>
                  <a:schemeClr val="bg1"/>
                </a:solidFill>
              </a:defRPr>
            </a:lvl4pPr>
            <a:lvl5pPr>
              <a:lnSpc>
                <a:spcPct val="100000"/>
              </a:lnSpc>
              <a:buClr>
                <a:srgbClr val="009BDF"/>
              </a:buClr>
              <a:defRPr sz="14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cxnSp>
        <p:nvCxnSpPr>
          <p:cNvPr id="70" name="Straight Connector 69">
            <a:extLst>
              <a:ext uri="{FF2B5EF4-FFF2-40B4-BE49-F238E27FC236}">
                <a16:creationId xmlns:a16="http://schemas.microsoft.com/office/drawing/2014/main" id="{D6D67E86-8625-F741-822C-AECEDDA36787}"/>
              </a:ext>
            </a:extLst>
          </p:cNvPr>
          <p:cNvCxnSpPr>
            <a:cxnSpLocks/>
          </p:cNvCxnSpPr>
          <p:nvPr userDrawn="1"/>
        </p:nvCxnSpPr>
        <p:spPr>
          <a:xfrm>
            <a:off x="457200" y="1307592"/>
            <a:ext cx="5264614" cy="0"/>
          </a:xfrm>
          <a:prstGeom prst="line">
            <a:avLst/>
          </a:prstGeom>
          <a:ln w="20320">
            <a:gradFill>
              <a:gsLst>
                <a:gs pos="100000">
                  <a:srgbClr val="85C2EF"/>
                </a:gs>
                <a:gs pos="21000">
                  <a:srgbClr val="0033A1"/>
                </a:gs>
              </a:gsLst>
              <a:lin ang="0" scaled="0"/>
            </a:gradFill>
          </a:ln>
        </p:spPr>
        <p:style>
          <a:lnRef idx="1">
            <a:schemeClr val="accent1"/>
          </a:lnRef>
          <a:fillRef idx="0">
            <a:schemeClr val="accent1"/>
          </a:fillRef>
          <a:effectRef idx="0">
            <a:schemeClr val="accent1"/>
          </a:effectRef>
          <a:fontRef idx="minor">
            <a:schemeClr val="tx1"/>
          </a:fontRef>
        </p:style>
      </p:cxnSp>
      <p:sp>
        <p:nvSpPr>
          <p:cNvPr id="74" name="Text Placeholder 13">
            <a:extLst>
              <a:ext uri="{FF2B5EF4-FFF2-40B4-BE49-F238E27FC236}">
                <a16:creationId xmlns:a16="http://schemas.microsoft.com/office/drawing/2014/main" id="{A194232C-791F-1641-A290-A3903D737B31}"/>
              </a:ext>
            </a:extLst>
          </p:cNvPr>
          <p:cNvSpPr>
            <a:spLocks noGrp="1"/>
          </p:cNvSpPr>
          <p:nvPr>
            <p:ph type="body" sz="quarter" idx="37" hasCustomPrompt="1"/>
          </p:nvPr>
        </p:nvSpPr>
        <p:spPr>
          <a:xfrm>
            <a:off x="6437376" y="969264"/>
            <a:ext cx="5259170" cy="310896"/>
          </a:xfrm>
          <a:prstGeom prst="rect">
            <a:avLst/>
          </a:prstGeom>
          <a:noFill/>
        </p:spPr>
        <p:txBody>
          <a:bodyPr wrap="none" lIns="0" tIns="0" rIns="0" bIns="0" anchor="t" anchorCtr="0">
            <a:noAutofit/>
          </a:bodyPr>
          <a:lstStyle>
            <a:lvl1pPr marL="0" indent="0">
              <a:buNone/>
              <a:defRPr sz="2000" b="1">
                <a:solidFill>
                  <a:schemeClr val="bg1"/>
                </a:solidFill>
                <a:latin typeface="Arial" panose="020B0604020202020204" pitchFamily="34" charset="0"/>
                <a:cs typeface="Arial" panose="020B0604020202020204" pitchFamily="34" charset="0"/>
              </a:defRPr>
            </a:lvl1pPr>
            <a:lvl4pPr marL="628650" indent="0">
              <a:buNone/>
              <a:defRPr/>
            </a:lvl4pPr>
          </a:lstStyle>
          <a:p>
            <a:pPr lvl="0"/>
            <a:r>
              <a:rPr lang="en-US"/>
              <a:t>Click to edit Master</a:t>
            </a:r>
          </a:p>
        </p:txBody>
      </p:sp>
      <p:sp>
        <p:nvSpPr>
          <p:cNvPr id="75" name="Content Placeholder 2">
            <a:extLst>
              <a:ext uri="{FF2B5EF4-FFF2-40B4-BE49-F238E27FC236}">
                <a16:creationId xmlns:a16="http://schemas.microsoft.com/office/drawing/2014/main" id="{9103472A-EE47-414D-8184-A15B8EB4AD22}"/>
              </a:ext>
            </a:extLst>
          </p:cNvPr>
          <p:cNvSpPr>
            <a:spLocks noGrp="1"/>
          </p:cNvSpPr>
          <p:nvPr>
            <p:ph sz="half" idx="38" hasCustomPrompt="1"/>
          </p:nvPr>
        </p:nvSpPr>
        <p:spPr>
          <a:xfrm>
            <a:off x="6437376" y="1371600"/>
            <a:ext cx="5255187" cy="1477328"/>
          </a:xfrm>
        </p:spPr>
        <p:txBody>
          <a:bodyPr/>
          <a:lstStyle>
            <a:lvl1pPr>
              <a:lnSpc>
                <a:spcPct val="100000"/>
              </a:lnSpc>
              <a:buClr>
                <a:srgbClr val="009BDF"/>
              </a:buClr>
              <a:defRPr sz="1800">
                <a:solidFill>
                  <a:schemeClr val="bg1"/>
                </a:solidFill>
              </a:defRPr>
            </a:lvl1pPr>
            <a:lvl2pPr>
              <a:lnSpc>
                <a:spcPct val="100000"/>
              </a:lnSpc>
              <a:buClr>
                <a:srgbClr val="009BDF"/>
              </a:buClr>
              <a:defRPr sz="1600">
                <a:solidFill>
                  <a:schemeClr val="bg1"/>
                </a:solidFill>
              </a:defRPr>
            </a:lvl2pPr>
            <a:lvl3pPr>
              <a:lnSpc>
                <a:spcPct val="100000"/>
              </a:lnSpc>
              <a:buClr>
                <a:srgbClr val="009BDF"/>
              </a:buClr>
              <a:defRPr sz="1600">
                <a:solidFill>
                  <a:schemeClr val="bg1"/>
                </a:solidFill>
              </a:defRPr>
            </a:lvl3pPr>
            <a:lvl4pPr>
              <a:lnSpc>
                <a:spcPct val="100000"/>
              </a:lnSpc>
              <a:buClr>
                <a:srgbClr val="009BDF"/>
              </a:buClr>
              <a:defRPr sz="1400">
                <a:solidFill>
                  <a:schemeClr val="bg1"/>
                </a:solidFill>
              </a:defRPr>
            </a:lvl4pPr>
            <a:lvl5pPr>
              <a:lnSpc>
                <a:spcPct val="100000"/>
              </a:lnSpc>
              <a:buClr>
                <a:srgbClr val="009BDF"/>
              </a:buClr>
              <a:defRPr sz="14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cxnSp>
        <p:nvCxnSpPr>
          <p:cNvPr id="76" name="Straight Connector 75">
            <a:extLst>
              <a:ext uri="{FF2B5EF4-FFF2-40B4-BE49-F238E27FC236}">
                <a16:creationId xmlns:a16="http://schemas.microsoft.com/office/drawing/2014/main" id="{B1D9EC32-17AE-4349-AE21-607E673A8E61}"/>
              </a:ext>
            </a:extLst>
          </p:cNvPr>
          <p:cNvCxnSpPr>
            <a:cxnSpLocks/>
          </p:cNvCxnSpPr>
          <p:nvPr userDrawn="1"/>
        </p:nvCxnSpPr>
        <p:spPr>
          <a:xfrm>
            <a:off x="6437376" y="1307592"/>
            <a:ext cx="5264614" cy="0"/>
          </a:xfrm>
          <a:prstGeom prst="line">
            <a:avLst/>
          </a:prstGeom>
          <a:ln w="20320">
            <a:gradFill>
              <a:gsLst>
                <a:gs pos="100000">
                  <a:srgbClr val="85C2EF"/>
                </a:gs>
                <a:gs pos="21000">
                  <a:srgbClr val="0033A1"/>
                </a:gs>
              </a:gsLst>
              <a:lin ang="0" scaled="0"/>
            </a:gradFill>
          </a:ln>
        </p:spPr>
        <p:style>
          <a:lnRef idx="1">
            <a:schemeClr val="accent1"/>
          </a:lnRef>
          <a:fillRef idx="0">
            <a:schemeClr val="accent1"/>
          </a:fillRef>
          <a:effectRef idx="0">
            <a:schemeClr val="accent1"/>
          </a:effectRef>
          <a:fontRef idx="minor">
            <a:schemeClr val="tx1"/>
          </a:fontRef>
        </p:style>
      </p:cxnSp>
      <p:sp>
        <p:nvSpPr>
          <p:cNvPr id="77" name="Text Placeholder 13">
            <a:extLst>
              <a:ext uri="{FF2B5EF4-FFF2-40B4-BE49-F238E27FC236}">
                <a16:creationId xmlns:a16="http://schemas.microsoft.com/office/drawing/2014/main" id="{5650D5C7-CA4F-A043-802B-FDAB4E94FAB7}"/>
              </a:ext>
            </a:extLst>
          </p:cNvPr>
          <p:cNvSpPr>
            <a:spLocks noGrp="1"/>
          </p:cNvSpPr>
          <p:nvPr>
            <p:ph type="body" sz="quarter" idx="39" hasCustomPrompt="1"/>
          </p:nvPr>
        </p:nvSpPr>
        <p:spPr>
          <a:xfrm>
            <a:off x="462645" y="3831336"/>
            <a:ext cx="5259170" cy="310896"/>
          </a:xfrm>
          <a:prstGeom prst="rect">
            <a:avLst/>
          </a:prstGeom>
          <a:noFill/>
        </p:spPr>
        <p:txBody>
          <a:bodyPr wrap="none" lIns="0" tIns="0" rIns="0" bIns="0" anchor="t" anchorCtr="0">
            <a:noAutofit/>
          </a:bodyPr>
          <a:lstStyle>
            <a:lvl1pPr marL="0" indent="0">
              <a:buNone/>
              <a:defRPr sz="2000" b="1">
                <a:solidFill>
                  <a:schemeClr val="bg1"/>
                </a:solidFill>
                <a:latin typeface="Arial" panose="020B0604020202020204" pitchFamily="34" charset="0"/>
                <a:cs typeface="Arial" panose="020B0604020202020204" pitchFamily="34" charset="0"/>
              </a:defRPr>
            </a:lvl1pPr>
            <a:lvl4pPr marL="628650" indent="0">
              <a:buNone/>
              <a:defRPr/>
            </a:lvl4pPr>
          </a:lstStyle>
          <a:p>
            <a:pPr lvl="0"/>
            <a:r>
              <a:rPr lang="en-US"/>
              <a:t>Click to edit Master</a:t>
            </a:r>
          </a:p>
        </p:txBody>
      </p:sp>
      <p:sp>
        <p:nvSpPr>
          <p:cNvPr id="78" name="Content Placeholder 2">
            <a:extLst>
              <a:ext uri="{FF2B5EF4-FFF2-40B4-BE49-F238E27FC236}">
                <a16:creationId xmlns:a16="http://schemas.microsoft.com/office/drawing/2014/main" id="{1944AC43-91C1-5042-8768-5D5BB8624184}"/>
              </a:ext>
            </a:extLst>
          </p:cNvPr>
          <p:cNvSpPr>
            <a:spLocks noGrp="1"/>
          </p:cNvSpPr>
          <p:nvPr>
            <p:ph sz="half" idx="40" hasCustomPrompt="1"/>
          </p:nvPr>
        </p:nvSpPr>
        <p:spPr>
          <a:xfrm>
            <a:off x="466627" y="4224528"/>
            <a:ext cx="5255187" cy="1477328"/>
          </a:xfrm>
        </p:spPr>
        <p:txBody>
          <a:bodyPr/>
          <a:lstStyle>
            <a:lvl1pPr>
              <a:lnSpc>
                <a:spcPct val="100000"/>
              </a:lnSpc>
              <a:buClr>
                <a:srgbClr val="009BDF"/>
              </a:buClr>
              <a:defRPr sz="1800">
                <a:solidFill>
                  <a:schemeClr val="bg1"/>
                </a:solidFill>
              </a:defRPr>
            </a:lvl1pPr>
            <a:lvl2pPr>
              <a:lnSpc>
                <a:spcPct val="100000"/>
              </a:lnSpc>
              <a:buClr>
                <a:srgbClr val="009BDF"/>
              </a:buClr>
              <a:defRPr sz="1600">
                <a:solidFill>
                  <a:schemeClr val="bg1"/>
                </a:solidFill>
              </a:defRPr>
            </a:lvl2pPr>
            <a:lvl3pPr>
              <a:lnSpc>
                <a:spcPct val="100000"/>
              </a:lnSpc>
              <a:buClr>
                <a:srgbClr val="009BDF"/>
              </a:buClr>
              <a:defRPr sz="1600">
                <a:solidFill>
                  <a:schemeClr val="bg1"/>
                </a:solidFill>
              </a:defRPr>
            </a:lvl3pPr>
            <a:lvl4pPr>
              <a:lnSpc>
                <a:spcPct val="100000"/>
              </a:lnSpc>
              <a:buClr>
                <a:srgbClr val="009BDF"/>
              </a:buClr>
              <a:defRPr sz="1400">
                <a:solidFill>
                  <a:schemeClr val="bg1"/>
                </a:solidFill>
              </a:defRPr>
            </a:lvl4pPr>
            <a:lvl5pPr>
              <a:lnSpc>
                <a:spcPct val="100000"/>
              </a:lnSpc>
              <a:buClr>
                <a:srgbClr val="009BDF"/>
              </a:buClr>
              <a:defRPr sz="14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cxnSp>
        <p:nvCxnSpPr>
          <p:cNvPr id="79" name="Straight Connector 78">
            <a:extLst>
              <a:ext uri="{FF2B5EF4-FFF2-40B4-BE49-F238E27FC236}">
                <a16:creationId xmlns:a16="http://schemas.microsoft.com/office/drawing/2014/main" id="{9FDCBABE-1DB4-6644-BECB-F67134DD8FA0}"/>
              </a:ext>
            </a:extLst>
          </p:cNvPr>
          <p:cNvCxnSpPr>
            <a:cxnSpLocks/>
          </p:cNvCxnSpPr>
          <p:nvPr userDrawn="1"/>
        </p:nvCxnSpPr>
        <p:spPr>
          <a:xfrm>
            <a:off x="457200" y="4178808"/>
            <a:ext cx="5264614" cy="0"/>
          </a:xfrm>
          <a:prstGeom prst="line">
            <a:avLst/>
          </a:prstGeom>
          <a:ln w="20320">
            <a:gradFill>
              <a:gsLst>
                <a:gs pos="100000">
                  <a:srgbClr val="85C2EF"/>
                </a:gs>
                <a:gs pos="21000">
                  <a:srgbClr val="0033A1"/>
                </a:gs>
              </a:gsLst>
              <a:lin ang="0" scaled="0"/>
            </a:gradFill>
          </a:ln>
        </p:spPr>
        <p:style>
          <a:lnRef idx="1">
            <a:schemeClr val="accent1"/>
          </a:lnRef>
          <a:fillRef idx="0">
            <a:schemeClr val="accent1"/>
          </a:fillRef>
          <a:effectRef idx="0">
            <a:schemeClr val="accent1"/>
          </a:effectRef>
          <a:fontRef idx="minor">
            <a:schemeClr val="tx1"/>
          </a:fontRef>
        </p:style>
      </p:cxnSp>
      <p:sp>
        <p:nvSpPr>
          <p:cNvPr id="80" name="Text Placeholder 13">
            <a:extLst>
              <a:ext uri="{FF2B5EF4-FFF2-40B4-BE49-F238E27FC236}">
                <a16:creationId xmlns:a16="http://schemas.microsoft.com/office/drawing/2014/main" id="{7188A552-E68D-C241-9A37-43FE0398FCBE}"/>
              </a:ext>
            </a:extLst>
          </p:cNvPr>
          <p:cNvSpPr>
            <a:spLocks noGrp="1"/>
          </p:cNvSpPr>
          <p:nvPr>
            <p:ph type="body" sz="quarter" idx="41" hasCustomPrompt="1"/>
          </p:nvPr>
        </p:nvSpPr>
        <p:spPr>
          <a:xfrm>
            <a:off x="6437376" y="3831336"/>
            <a:ext cx="5259170" cy="310896"/>
          </a:xfrm>
          <a:prstGeom prst="rect">
            <a:avLst/>
          </a:prstGeom>
          <a:noFill/>
        </p:spPr>
        <p:txBody>
          <a:bodyPr wrap="none" lIns="0" tIns="0" rIns="0" bIns="0" anchor="t" anchorCtr="0">
            <a:noAutofit/>
          </a:bodyPr>
          <a:lstStyle>
            <a:lvl1pPr marL="0" indent="0">
              <a:buNone/>
              <a:defRPr sz="2000" b="1">
                <a:solidFill>
                  <a:schemeClr val="bg1"/>
                </a:solidFill>
                <a:latin typeface="Arial" panose="020B0604020202020204" pitchFamily="34" charset="0"/>
                <a:cs typeface="Arial" panose="020B0604020202020204" pitchFamily="34" charset="0"/>
              </a:defRPr>
            </a:lvl1pPr>
            <a:lvl4pPr marL="628650" indent="0">
              <a:buNone/>
              <a:defRPr/>
            </a:lvl4pPr>
          </a:lstStyle>
          <a:p>
            <a:pPr lvl="0"/>
            <a:r>
              <a:rPr lang="en-US"/>
              <a:t>Click to edit Master</a:t>
            </a:r>
          </a:p>
        </p:txBody>
      </p:sp>
      <p:sp>
        <p:nvSpPr>
          <p:cNvPr id="81" name="Content Placeholder 2">
            <a:extLst>
              <a:ext uri="{FF2B5EF4-FFF2-40B4-BE49-F238E27FC236}">
                <a16:creationId xmlns:a16="http://schemas.microsoft.com/office/drawing/2014/main" id="{75914981-8744-EE45-882B-8E4204313292}"/>
              </a:ext>
            </a:extLst>
          </p:cNvPr>
          <p:cNvSpPr>
            <a:spLocks noGrp="1"/>
          </p:cNvSpPr>
          <p:nvPr>
            <p:ph sz="half" idx="42" hasCustomPrompt="1"/>
          </p:nvPr>
        </p:nvSpPr>
        <p:spPr>
          <a:xfrm>
            <a:off x="6437376" y="4224528"/>
            <a:ext cx="5255187" cy="1477328"/>
          </a:xfrm>
        </p:spPr>
        <p:txBody>
          <a:bodyPr/>
          <a:lstStyle>
            <a:lvl1pPr>
              <a:lnSpc>
                <a:spcPct val="100000"/>
              </a:lnSpc>
              <a:buClr>
                <a:srgbClr val="009BDF"/>
              </a:buClr>
              <a:defRPr sz="1800">
                <a:solidFill>
                  <a:schemeClr val="bg1"/>
                </a:solidFill>
              </a:defRPr>
            </a:lvl1pPr>
            <a:lvl2pPr>
              <a:lnSpc>
                <a:spcPct val="100000"/>
              </a:lnSpc>
              <a:buClr>
                <a:srgbClr val="009BDF"/>
              </a:buClr>
              <a:defRPr sz="1600">
                <a:solidFill>
                  <a:schemeClr val="bg1"/>
                </a:solidFill>
              </a:defRPr>
            </a:lvl2pPr>
            <a:lvl3pPr>
              <a:lnSpc>
                <a:spcPct val="100000"/>
              </a:lnSpc>
              <a:buClr>
                <a:srgbClr val="009BDF"/>
              </a:buClr>
              <a:defRPr sz="1600">
                <a:solidFill>
                  <a:schemeClr val="bg1"/>
                </a:solidFill>
              </a:defRPr>
            </a:lvl3pPr>
            <a:lvl4pPr>
              <a:lnSpc>
                <a:spcPct val="100000"/>
              </a:lnSpc>
              <a:buClr>
                <a:srgbClr val="009BDF"/>
              </a:buClr>
              <a:defRPr sz="1400">
                <a:solidFill>
                  <a:schemeClr val="bg1"/>
                </a:solidFill>
              </a:defRPr>
            </a:lvl4pPr>
            <a:lvl5pPr>
              <a:lnSpc>
                <a:spcPct val="100000"/>
              </a:lnSpc>
              <a:buClr>
                <a:srgbClr val="009BDF"/>
              </a:buClr>
              <a:defRPr sz="14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cxnSp>
        <p:nvCxnSpPr>
          <p:cNvPr id="82" name="Straight Connector 81">
            <a:extLst>
              <a:ext uri="{FF2B5EF4-FFF2-40B4-BE49-F238E27FC236}">
                <a16:creationId xmlns:a16="http://schemas.microsoft.com/office/drawing/2014/main" id="{3781D331-71D3-6E4D-B6E8-FB1CF5D2FE2F}"/>
              </a:ext>
            </a:extLst>
          </p:cNvPr>
          <p:cNvCxnSpPr>
            <a:cxnSpLocks/>
          </p:cNvCxnSpPr>
          <p:nvPr userDrawn="1"/>
        </p:nvCxnSpPr>
        <p:spPr>
          <a:xfrm>
            <a:off x="6437376" y="4178808"/>
            <a:ext cx="5264614" cy="0"/>
          </a:xfrm>
          <a:prstGeom prst="line">
            <a:avLst/>
          </a:prstGeom>
          <a:ln w="20320">
            <a:gradFill>
              <a:gsLst>
                <a:gs pos="100000">
                  <a:srgbClr val="85C2EF"/>
                </a:gs>
                <a:gs pos="21000">
                  <a:srgbClr val="0033A1"/>
                </a:gs>
              </a:gsLst>
              <a:lin ang="0" scaled="0"/>
            </a:gradFill>
          </a:ln>
        </p:spPr>
        <p:style>
          <a:lnRef idx="1">
            <a:schemeClr val="accent1"/>
          </a:lnRef>
          <a:fillRef idx="0">
            <a:schemeClr val="accent1"/>
          </a:fillRef>
          <a:effectRef idx="0">
            <a:schemeClr val="accent1"/>
          </a:effectRef>
          <a:fontRef idx="minor">
            <a:schemeClr val="tx1"/>
          </a:fontRef>
        </p:style>
      </p:cxnSp>
      <p:sp>
        <p:nvSpPr>
          <p:cNvPr id="25" name="Text Placeholder 3">
            <a:extLst>
              <a:ext uri="{FF2B5EF4-FFF2-40B4-BE49-F238E27FC236}">
                <a16:creationId xmlns:a16="http://schemas.microsoft.com/office/drawing/2014/main" id="{80C0C49F-E01C-444A-A131-6EC188F6022E}"/>
              </a:ext>
            </a:extLst>
          </p:cNvPr>
          <p:cNvSpPr>
            <a:spLocks noGrp="1"/>
          </p:cNvSpPr>
          <p:nvPr>
            <p:ph type="body" sz="quarter" idx="14" hasCustomPrompt="1"/>
          </p:nvPr>
        </p:nvSpPr>
        <p:spPr>
          <a:xfrm>
            <a:off x="5672137" y="192024"/>
            <a:ext cx="6024563" cy="195951"/>
          </a:xfrm>
        </p:spPr>
        <p:txBody>
          <a:bodyPr/>
          <a:lstStyle>
            <a:lvl1pPr marL="0" indent="0" algn="r">
              <a:buNone/>
              <a:defRPr sz="1400">
                <a:solidFill>
                  <a:schemeClr val="bg1"/>
                </a:solidFill>
              </a:defRPr>
            </a:lvl1pPr>
            <a:lvl2pPr marL="171450" indent="0" algn="r">
              <a:buNone/>
              <a:defRPr/>
            </a:lvl2pPr>
            <a:lvl3pPr marL="441325" indent="0" algn="r">
              <a:buNone/>
              <a:defRPr/>
            </a:lvl3pPr>
            <a:lvl4pPr marL="628650" indent="0" algn="r">
              <a:buNone/>
              <a:defRPr/>
            </a:lvl4pPr>
            <a:lvl5pPr marL="793750" indent="0" algn="r">
              <a:buNone/>
              <a:defRPr/>
            </a:lvl5pPr>
          </a:lstStyle>
          <a:p>
            <a:pPr lvl="0"/>
            <a:r>
              <a:rPr lang="en-US"/>
              <a:t>Click to edit Organization Name</a:t>
            </a:r>
          </a:p>
        </p:txBody>
      </p:sp>
    </p:spTree>
    <p:extLst>
      <p:ext uri="{BB962C8B-B14F-4D97-AF65-F5344CB8AC3E}">
        <p14:creationId xmlns:p14="http://schemas.microsoft.com/office/powerpoint/2010/main" val="22558851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Column_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7D1C505-1541-9B43-9538-C4D36645D0A5}"/>
              </a:ext>
            </a:extLst>
          </p:cNvPr>
          <p:cNvGrpSpPr/>
          <p:nvPr userDrawn="1"/>
        </p:nvGrpSpPr>
        <p:grpSpPr>
          <a:xfrm>
            <a:off x="-1" y="0"/>
            <a:ext cx="12192001" cy="6858000"/>
            <a:chOff x="-1" y="0"/>
            <a:chExt cx="12192001" cy="6858000"/>
          </a:xfrm>
        </p:grpSpPr>
        <p:pic>
          <p:nvPicPr>
            <p:cNvPr id="21" name="Picture 20">
              <a:extLst>
                <a:ext uri="{FF2B5EF4-FFF2-40B4-BE49-F238E27FC236}">
                  <a16:creationId xmlns:a16="http://schemas.microsoft.com/office/drawing/2014/main" id="{5BFA52FB-7C2B-3849-985C-4FAB9F5C6AB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609" t="87015" r="7268" b="10155"/>
            <a:stretch/>
          </p:blipFill>
          <p:spPr>
            <a:xfrm rot="10800000">
              <a:off x="0" y="0"/>
              <a:ext cx="12192000" cy="6858000"/>
            </a:xfrm>
            <a:prstGeom prst="rect">
              <a:avLst/>
            </a:prstGeom>
          </p:spPr>
        </p:pic>
        <p:cxnSp>
          <p:nvCxnSpPr>
            <p:cNvPr id="32" name="Straight Connector 31">
              <a:extLst>
                <a:ext uri="{FF2B5EF4-FFF2-40B4-BE49-F238E27FC236}">
                  <a16:creationId xmlns:a16="http://schemas.microsoft.com/office/drawing/2014/main" id="{796BAF14-559E-154D-83F4-F1D604010DD2}"/>
                </a:ext>
              </a:extLst>
            </p:cNvPr>
            <p:cNvCxnSpPr>
              <a:cxnSpLocks/>
            </p:cNvCxnSpPr>
            <p:nvPr userDrawn="1"/>
          </p:nvCxnSpPr>
          <p:spPr>
            <a:xfrm>
              <a:off x="-1" y="599782"/>
              <a:ext cx="12192000" cy="0"/>
            </a:xfrm>
            <a:prstGeom prst="line">
              <a:avLst/>
            </a:prstGeom>
            <a:ln w="20320">
              <a:gradFill>
                <a:gsLst>
                  <a:gs pos="50000">
                    <a:srgbClr val="85C2EF"/>
                  </a:gs>
                  <a:gs pos="80000">
                    <a:srgbClr val="0033A1"/>
                  </a:gs>
                  <a:gs pos="20000">
                    <a:srgbClr val="0033A1"/>
                  </a:gs>
                </a:gsLst>
                <a:lin ang="0" scaled="0"/>
              </a:gradFill>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A5ED6B13-A369-0D42-90A2-FA69C71E990A}"/>
              </a:ext>
            </a:extLst>
          </p:cNvPr>
          <p:cNvCxnSpPr>
            <a:cxnSpLocks/>
          </p:cNvCxnSpPr>
          <p:nvPr userDrawn="1"/>
        </p:nvCxnSpPr>
        <p:spPr>
          <a:xfrm>
            <a:off x="-1" y="599782"/>
            <a:ext cx="12192000" cy="0"/>
          </a:xfrm>
          <a:prstGeom prst="line">
            <a:avLst/>
          </a:prstGeom>
          <a:ln w="20320">
            <a:gradFill>
              <a:gsLst>
                <a:gs pos="50000">
                  <a:srgbClr val="85C2EF"/>
                </a:gs>
                <a:gs pos="80000">
                  <a:srgbClr val="0033A1"/>
                </a:gs>
                <a:gs pos="20000">
                  <a:srgbClr val="0033A1"/>
                </a:gs>
              </a:gsLst>
              <a:lin ang="0" scaled="0"/>
            </a:gradFill>
          </a:ln>
        </p:spPr>
        <p:style>
          <a:lnRef idx="1">
            <a:schemeClr val="accent1"/>
          </a:lnRef>
          <a:fillRef idx="0">
            <a:schemeClr val="accent1"/>
          </a:fillRef>
          <a:effectRef idx="0">
            <a:schemeClr val="accent1"/>
          </a:effectRef>
          <a:fontRef idx="minor">
            <a:schemeClr val="tx1"/>
          </a:fontRef>
        </p:style>
      </p:cxnSp>
      <p:sp>
        <p:nvSpPr>
          <p:cNvPr id="33" name="Text Placeholder 11">
            <a:extLst>
              <a:ext uri="{FF2B5EF4-FFF2-40B4-BE49-F238E27FC236}">
                <a16:creationId xmlns:a16="http://schemas.microsoft.com/office/drawing/2014/main" id="{0B48476E-D185-EE48-B224-EBE8C62D62A4}"/>
              </a:ext>
            </a:extLst>
          </p:cNvPr>
          <p:cNvSpPr>
            <a:spLocks noGrp="1"/>
          </p:cNvSpPr>
          <p:nvPr>
            <p:ph type="body" sz="quarter" idx="13"/>
          </p:nvPr>
        </p:nvSpPr>
        <p:spPr>
          <a:xfrm>
            <a:off x="466627" y="192024"/>
            <a:ext cx="7772400" cy="193899"/>
          </a:xfrm>
        </p:spPr>
        <p:txBody>
          <a:bodyPr anchor="ctr" anchorCtr="0"/>
          <a:lstStyle>
            <a:lvl1pPr marL="0" indent="0">
              <a:buNone/>
              <a:defRPr sz="1400">
                <a:solidFill>
                  <a:schemeClr val="bg1"/>
                </a:solidFill>
              </a:defRPr>
            </a:lvl1pPr>
          </a:lstStyle>
          <a:p>
            <a:pPr lvl="0"/>
            <a:r>
              <a:rPr lang="en-US"/>
              <a:t>Click to edit Master text styles</a:t>
            </a:r>
          </a:p>
        </p:txBody>
      </p:sp>
      <p:sp>
        <p:nvSpPr>
          <p:cNvPr id="36" name="Text Placeholder 13">
            <a:extLst>
              <a:ext uri="{FF2B5EF4-FFF2-40B4-BE49-F238E27FC236}">
                <a16:creationId xmlns:a16="http://schemas.microsoft.com/office/drawing/2014/main" id="{8151C326-8BF7-2147-B8B1-8B4C34FD287C}"/>
              </a:ext>
            </a:extLst>
          </p:cNvPr>
          <p:cNvSpPr>
            <a:spLocks noGrp="1"/>
          </p:cNvSpPr>
          <p:nvPr>
            <p:ph type="body" sz="quarter" idx="19"/>
          </p:nvPr>
        </p:nvSpPr>
        <p:spPr>
          <a:xfrm>
            <a:off x="462645" y="964276"/>
            <a:ext cx="3438144" cy="276999"/>
          </a:xfrm>
          <a:prstGeom prst="rect">
            <a:avLst/>
          </a:prstGeom>
        </p:spPr>
        <p:txBody>
          <a:bodyPr lIns="0" tIns="0" rIns="0" bIns="0"/>
          <a:lstStyle>
            <a:lvl1pPr marL="0" indent="0">
              <a:buNone/>
              <a:defRPr sz="2000">
                <a:solidFill>
                  <a:schemeClr val="bg1"/>
                </a:solidFill>
                <a:latin typeface="Arial" panose="020B0604020202020204" pitchFamily="34" charset="0"/>
                <a:cs typeface="Arial" panose="020B0604020202020204" pitchFamily="34" charset="0"/>
              </a:defRPr>
            </a:lvl1pPr>
            <a:lvl4pPr marL="628650" indent="0">
              <a:buNone/>
              <a:defRPr/>
            </a:lvl4pPr>
          </a:lstStyle>
          <a:p>
            <a:pPr lvl="0"/>
            <a:r>
              <a:rPr lang="en-US"/>
              <a:t>Click to edit Master</a:t>
            </a:r>
          </a:p>
        </p:txBody>
      </p:sp>
      <p:sp>
        <p:nvSpPr>
          <p:cNvPr id="40" name="Text Placeholder 13">
            <a:extLst>
              <a:ext uri="{FF2B5EF4-FFF2-40B4-BE49-F238E27FC236}">
                <a16:creationId xmlns:a16="http://schemas.microsoft.com/office/drawing/2014/main" id="{1E193B8B-AFE2-B844-A8B9-7734FDF9B5E0}"/>
              </a:ext>
            </a:extLst>
          </p:cNvPr>
          <p:cNvSpPr>
            <a:spLocks noGrp="1"/>
          </p:cNvSpPr>
          <p:nvPr>
            <p:ph type="body" sz="quarter" idx="23"/>
          </p:nvPr>
        </p:nvSpPr>
        <p:spPr>
          <a:xfrm>
            <a:off x="4385933" y="964276"/>
            <a:ext cx="3438144" cy="276999"/>
          </a:xfrm>
          <a:prstGeom prst="rect">
            <a:avLst/>
          </a:prstGeom>
        </p:spPr>
        <p:txBody>
          <a:bodyPr lIns="0" tIns="0" rIns="0" bIns="0"/>
          <a:lstStyle>
            <a:lvl1pPr marL="0" indent="0">
              <a:buNone/>
              <a:defRPr sz="2000">
                <a:solidFill>
                  <a:schemeClr val="bg1"/>
                </a:solidFill>
                <a:latin typeface="Arial" panose="020B0604020202020204" pitchFamily="34" charset="0"/>
                <a:cs typeface="Arial" panose="020B0604020202020204" pitchFamily="34" charset="0"/>
              </a:defRPr>
            </a:lvl1pPr>
            <a:lvl4pPr marL="628650" indent="0">
              <a:buNone/>
              <a:defRPr/>
            </a:lvl4pPr>
          </a:lstStyle>
          <a:p>
            <a:pPr lvl="0"/>
            <a:r>
              <a:rPr lang="en-US"/>
              <a:t>Click to edit Master</a:t>
            </a:r>
          </a:p>
        </p:txBody>
      </p:sp>
      <p:sp>
        <p:nvSpPr>
          <p:cNvPr id="42" name="Text Placeholder 13">
            <a:extLst>
              <a:ext uri="{FF2B5EF4-FFF2-40B4-BE49-F238E27FC236}">
                <a16:creationId xmlns:a16="http://schemas.microsoft.com/office/drawing/2014/main" id="{B0CECE50-6837-AD4B-8747-BB264B07F0C9}"/>
              </a:ext>
            </a:extLst>
          </p:cNvPr>
          <p:cNvSpPr>
            <a:spLocks noGrp="1"/>
          </p:cNvSpPr>
          <p:nvPr>
            <p:ph type="body" sz="quarter" idx="25"/>
          </p:nvPr>
        </p:nvSpPr>
        <p:spPr>
          <a:xfrm>
            <a:off x="8252675" y="968571"/>
            <a:ext cx="3438144" cy="276999"/>
          </a:xfrm>
          <a:prstGeom prst="rect">
            <a:avLst/>
          </a:prstGeom>
        </p:spPr>
        <p:txBody>
          <a:bodyPr lIns="0" tIns="0" rIns="0" bIns="0"/>
          <a:lstStyle>
            <a:lvl1pPr marL="0" indent="0">
              <a:buNone/>
              <a:defRPr sz="2000">
                <a:solidFill>
                  <a:schemeClr val="bg1"/>
                </a:solidFill>
                <a:latin typeface="Arial" panose="020B0604020202020204" pitchFamily="34" charset="0"/>
                <a:cs typeface="Arial" panose="020B0604020202020204" pitchFamily="34" charset="0"/>
              </a:defRPr>
            </a:lvl1pPr>
            <a:lvl4pPr marL="628650" indent="0">
              <a:buNone/>
              <a:defRPr/>
            </a:lvl4pPr>
          </a:lstStyle>
          <a:p>
            <a:pPr lvl="0"/>
            <a:r>
              <a:rPr lang="en-US"/>
              <a:t>Click to edit Master</a:t>
            </a:r>
          </a:p>
        </p:txBody>
      </p:sp>
      <p:sp>
        <p:nvSpPr>
          <p:cNvPr id="24" name="Content Placeholder 2">
            <a:extLst>
              <a:ext uri="{FF2B5EF4-FFF2-40B4-BE49-F238E27FC236}">
                <a16:creationId xmlns:a16="http://schemas.microsoft.com/office/drawing/2014/main" id="{76B0BDE6-16B4-F141-B881-8938715DF459}"/>
              </a:ext>
            </a:extLst>
          </p:cNvPr>
          <p:cNvSpPr>
            <a:spLocks noGrp="1"/>
          </p:cNvSpPr>
          <p:nvPr>
            <p:ph sz="half" idx="1" hasCustomPrompt="1"/>
          </p:nvPr>
        </p:nvSpPr>
        <p:spPr>
          <a:xfrm>
            <a:off x="466629" y="1371600"/>
            <a:ext cx="3438144" cy="1477328"/>
          </a:xfrm>
        </p:spPr>
        <p:txBody>
          <a:bodyPr/>
          <a:lstStyle>
            <a:lvl1pPr>
              <a:lnSpc>
                <a:spcPct val="100000"/>
              </a:lnSpc>
              <a:buClr>
                <a:srgbClr val="009BDF"/>
              </a:buClr>
              <a:defRPr sz="1800">
                <a:solidFill>
                  <a:schemeClr val="bg1"/>
                </a:solidFill>
              </a:defRPr>
            </a:lvl1pPr>
            <a:lvl2pPr>
              <a:lnSpc>
                <a:spcPct val="100000"/>
              </a:lnSpc>
              <a:buClr>
                <a:srgbClr val="009BDF"/>
              </a:buClr>
              <a:defRPr sz="1600">
                <a:solidFill>
                  <a:schemeClr val="bg1"/>
                </a:solidFill>
              </a:defRPr>
            </a:lvl2pPr>
            <a:lvl3pPr>
              <a:lnSpc>
                <a:spcPct val="100000"/>
              </a:lnSpc>
              <a:buClr>
                <a:srgbClr val="009BDF"/>
              </a:buClr>
              <a:defRPr sz="1600">
                <a:solidFill>
                  <a:schemeClr val="bg1"/>
                </a:solidFill>
              </a:defRPr>
            </a:lvl3pPr>
            <a:lvl4pPr>
              <a:lnSpc>
                <a:spcPct val="100000"/>
              </a:lnSpc>
              <a:buClr>
                <a:srgbClr val="009BDF"/>
              </a:buClr>
              <a:defRPr sz="1400">
                <a:solidFill>
                  <a:schemeClr val="bg1"/>
                </a:solidFill>
              </a:defRPr>
            </a:lvl4pPr>
            <a:lvl5pPr>
              <a:lnSpc>
                <a:spcPct val="100000"/>
              </a:lnSpc>
              <a:buClr>
                <a:srgbClr val="009BDF"/>
              </a:buClr>
              <a:defRPr sz="14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28" name="Content Placeholder 2">
            <a:extLst>
              <a:ext uri="{FF2B5EF4-FFF2-40B4-BE49-F238E27FC236}">
                <a16:creationId xmlns:a16="http://schemas.microsoft.com/office/drawing/2014/main" id="{8FDC37C7-A53B-474E-A7B4-75782A69A927}"/>
              </a:ext>
            </a:extLst>
          </p:cNvPr>
          <p:cNvSpPr>
            <a:spLocks noGrp="1"/>
          </p:cNvSpPr>
          <p:nvPr>
            <p:ph sz="half" idx="27" hasCustomPrompt="1"/>
          </p:nvPr>
        </p:nvSpPr>
        <p:spPr>
          <a:xfrm>
            <a:off x="4385933" y="1371600"/>
            <a:ext cx="3438144" cy="1477328"/>
          </a:xfrm>
        </p:spPr>
        <p:txBody>
          <a:bodyPr/>
          <a:lstStyle>
            <a:lvl1pPr>
              <a:lnSpc>
                <a:spcPct val="100000"/>
              </a:lnSpc>
              <a:buClr>
                <a:srgbClr val="009BDF"/>
              </a:buClr>
              <a:defRPr sz="1800">
                <a:solidFill>
                  <a:schemeClr val="bg1"/>
                </a:solidFill>
              </a:defRPr>
            </a:lvl1pPr>
            <a:lvl2pPr>
              <a:lnSpc>
                <a:spcPct val="100000"/>
              </a:lnSpc>
              <a:buClr>
                <a:srgbClr val="009BDF"/>
              </a:buClr>
              <a:defRPr sz="1600">
                <a:solidFill>
                  <a:schemeClr val="bg1"/>
                </a:solidFill>
              </a:defRPr>
            </a:lvl2pPr>
            <a:lvl3pPr>
              <a:lnSpc>
                <a:spcPct val="100000"/>
              </a:lnSpc>
              <a:buClr>
                <a:srgbClr val="009BDF"/>
              </a:buClr>
              <a:defRPr sz="1600">
                <a:solidFill>
                  <a:schemeClr val="bg1"/>
                </a:solidFill>
              </a:defRPr>
            </a:lvl3pPr>
            <a:lvl4pPr>
              <a:lnSpc>
                <a:spcPct val="100000"/>
              </a:lnSpc>
              <a:buClr>
                <a:srgbClr val="009BDF"/>
              </a:buClr>
              <a:defRPr sz="1400">
                <a:solidFill>
                  <a:schemeClr val="bg1"/>
                </a:solidFill>
              </a:defRPr>
            </a:lvl4pPr>
            <a:lvl5pPr>
              <a:lnSpc>
                <a:spcPct val="100000"/>
              </a:lnSpc>
              <a:buClr>
                <a:srgbClr val="009BDF"/>
              </a:buClr>
              <a:defRPr sz="14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30" name="Content Placeholder 2">
            <a:extLst>
              <a:ext uri="{FF2B5EF4-FFF2-40B4-BE49-F238E27FC236}">
                <a16:creationId xmlns:a16="http://schemas.microsoft.com/office/drawing/2014/main" id="{96632140-4324-3846-B3C5-E34D3DFCD5E2}"/>
              </a:ext>
            </a:extLst>
          </p:cNvPr>
          <p:cNvSpPr>
            <a:spLocks noGrp="1"/>
          </p:cNvSpPr>
          <p:nvPr>
            <p:ph sz="half" idx="28" hasCustomPrompt="1"/>
          </p:nvPr>
        </p:nvSpPr>
        <p:spPr>
          <a:xfrm>
            <a:off x="8252675" y="1371600"/>
            <a:ext cx="3438144" cy="1477328"/>
          </a:xfrm>
        </p:spPr>
        <p:txBody>
          <a:bodyPr/>
          <a:lstStyle>
            <a:lvl1pPr>
              <a:lnSpc>
                <a:spcPct val="100000"/>
              </a:lnSpc>
              <a:buClr>
                <a:srgbClr val="009BDF"/>
              </a:buClr>
              <a:defRPr sz="1800">
                <a:solidFill>
                  <a:schemeClr val="bg1"/>
                </a:solidFill>
              </a:defRPr>
            </a:lvl1pPr>
            <a:lvl2pPr>
              <a:lnSpc>
                <a:spcPct val="100000"/>
              </a:lnSpc>
              <a:buClr>
                <a:srgbClr val="009BDF"/>
              </a:buClr>
              <a:defRPr sz="1600">
                <a:solidFill>
                  <a:schemeClr val="bg1"/>
                </a:solidFill>
              </a:defRPr>
            </a:lvl2pPr>
            <a:lvl3pPr>
              <a:lnSpc>
                <a:spcPct val="100000"/>
              </a:lnSpc>
              <a:buClr>
                <a:srgbClr val="009BDF"/>
              </a:buClr>
              <a:defRPr sz="1600">
                <a:solidFill>
                  <a:schemeClr val="bg1"/>
                </a:solidFill>
              </a:defRPr>
            </a:lvl3pPr>
            <a:lvl4pPr>
              <a:lnSpc>
                <a:spcPct val="100000"/>
              </a:lnSpc>
              <a:buClr>
                <a:srgbClr val="009BDF"/>
              </a:buClr>
              <a:defRPr sz="1400">
                <a:solidFill>
                  <a:schemeClr val="bg1"/>
                </a:solidFill>
              </a:defRPr>
            </a:lvl4pPr>
            <a:lvl5pPr>
              <a:lnSpc>
                <a:spcPct val="100000"/>
              </a:lnSpc>
              <a:buClr>
                <a:srgbClr val="009BDF"/>
              </a:buClr>
              <a:defRPr sz="14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 Third level</a:t>
            </a:r>
          </a:p>
          <a:p>
            <a:pPr lvl="3"/>
            <a:r>
              <a:rPr lang="en-US"/>
              <a:t> Fourth level</a:t>
            </a:r>
          </a:p>
          <a:p>
            <a:pPr lvl="4"/>
            <a:r>
              <a:rPr lang="en-US"/>
              <a:t> Fifth level</a:t>
            </a:r>
          </a:p>
        </p:txBody>
      </p:sp>
      <p:sp>
        <p:nvSpPr>
          <p:cNvPr id="31" name="Slide Number Placeholder 2">
            <a:extLst>
              <a:ext uri="{FF2B5EF4-FFF2-40B4-BE49-F238E27FC236}">
                <a16:creationId xmlns:a16="http://schemas.microsoft.com/office/drawing/2014/main" id="{4046E1B0-5AB0-B745-87FF-1C5A20F37E10}"/>
              </a:ext>
            </a:extLst>
          </p:cNvPr>
          <p:cNvSpPr>
            <a:spLocks noGrp="1"/>
          </p:cNvSpPr>
          <p:nvPr>
            <p:ph type="sldNum" sz="quarter" idx="10"/>
          </p:nvPr>
        </p:nvSpPr>
        <p:spPr>
          <a:xfrm>
            <a:off x="10142220" y="6515100"/>
            <a:ext cx="1554480" cy="91440"/>
          </a:xfrm>
        </p:spPr>
        <p:txBody>
          <a:bodyPr/>
          <a:lstStyle>
            <a:lvl1pPr>
              <a:defRPr>
                <a:solidFill>
                  <a:srgbClr val="A3AAAE">
                    <a:alpha val="50000"/>
                  </a:srgbClr>
                </a:solidFill>
              </a:defRPr>
            </a:lvl1pPr>
          </a:lstStyle>
          <a:p>
            <a:fld id="{48FFE6E1-85EB-9E42-824B-7CC9267ED8B9}" type="slidenum">
              <a:rPr lang="en-US" smtClean="0"/>
              <a:pPr/>
              <a:t>‹#›</a:t>
            </a:fld>
            <a:endParaRPr lang="en-US"/>
          </a:p>
        </p:txBody>
      </p:sp>
      <p:sp>
        <p:nvSpPr>
          <p:cNvPr id="34" name="Rectangle 33">
            <a:extLst>
              <a:ext uri="{FF2B5EF4-FFF2-40B4-BE49-F238E27FC236}">
                <a16:creationId xmlns:a16="http://schemas.microsoft.com/office/drawing/2014/main" id="{42B0A9D4-6529-B949-A7E3-2DCDDF944983}"/>
              </a:ext>
            </a:extLst>
          </p:cNvPr>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rgbClr val="A3AAAE">
                    <a:alpha val="50000"/>
                  </a:srgbClr>
                </a:solidFill>
              </a:rPr>
              <a:t>Copyright © 2024 Boeing. All rights reserved.</a:t>
            </a:r>
          </a:p>
        </p:txBody>
      </p:sp>
      <p:sp>
        <p:nvSpPr>
          <p:cNvPr id="44" name="Footer Placeholder 82">
            <a:extLst>
              <a:ext uri="{FF2B5EF4-FFF2-40B4-BE49-F238E27FC236}">
                <a16:creationId xmlns:a16="http://schemas.microsoft.com/office/drawing/2014/main" id="{A49341B2-67A5-1E43-A834-746205F9F60B}"/>
              </a:ext>
            </a:extLst>
          </p:cNvPr>
          <p:cNvSpPr txBox="1">
            <a:spLocks/>
          </p:cNvSpPr>
          <p:nvPr userDrawn="1"/>
        </p:nvSpPr>
        <p:spPr bwMode="auto">
          <a:xfrm>
            <a:off x="3971405" y="6251768"/>
            <a:ext cx="4267200" cy="37465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a:solidFill>
                  <a:srgbClr val="A3AAAE">
                    <a:alpha val="50000"/>
                  </a:srgbClr>
                </a:solidFill>
              </a:rPr>
              <a:t>BOEING PROPRIETARY</a:t>
            </a:r>
          </a:p>
        </p:txBody>
      </p:sp>
      <p:cxnSp>
        <p:nvCxnSpPr>
          <p:cNvPr id="25" name="Straight Connector 24">
            <a:extLst>
              <a:ext uri="{FF2B5EF4-FFF2-40B4-BE49-F238E27FC236}">
                <a16:creationId xmlns:a16="http://schemas.microsoft.com/office/drawing/2014/main" id="{C886A010-4F3E-C741-832D-DEFD5D2A4395}"/>
              </a:ext>
            </a:extLst>
          </p:cNvPr>
          <p:cNvCxnSpPr/>
          <p:nvPr userDrawn="1"/>
        </p:nvCxnSpPr>
        <p:spPr>
          <a:xfrm flipV="1">
            <a:off x="4196381" y="914400"/>
            <a:ext cx="0" cy="5299364"/>
          </a:xfrm>
          <a:prstGeom prst="line">
            <a:avLst/>
          </a:prstGeom>
          <a:ln w="15875" cap="rnd" cmpd="sng">
            <a:gradFill>
              <a:gsLst>
                <a:gs pos="20000">
                  <a:srgbClr val="0033A1"/>
                </a:gs>
                <a:gs pos="50000">
                  <a:srgbClr val="85C2EF"/>
                </a:gs>
                <a:gs pos="80000">
                  <a:srgbClr val="0033A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F7552DD-F6C1-8949-A8BC-E205E380D62A}"/>
              </a:ext>
            </a:extLst>
          </p:cNvPr>
          <p:cNvCxnSpPr/>
          <p:nvPr userDrawn="1"/>
        </p:nvCxnSpPr>
        <p:spPr>
          <a:xfrm flipV="1">
            <a:off x="8068126" y="914400"/>
            <a:ext cx="0" cy="5299364"/>
          </a:xfrm>
          <a:prstGeom prst="line">
            <a:avLst/>
          </a:prstGeom>
          <a:ln w="15875" cap="rnd" cmpd="sng">
            <a:gradFill>
              <a:gsLst>
                <a:gs pos="20000">
                  <a:srgbClr val="0033A1"/>
                </a:gs>
                <a:gs pos="50000">
                  <a:srgbClr val="85C2EF"/>
                </a:gs>
                <a:gs pos="80000">
                  <a:srgbClr val="0033A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20" name="Text Placeholder 3">
            <a:extLst>
              <a:ext uri="{FF2B5EF4-FFF2-40B4-BE49-F238E27FC236}">
                <a16:creationId xmlns:a16="http://schemas.microsoft.com/office/drawing/2014/main" id="{090AFAA6-9CE4-084F-90A2-C44D4DE4613C}"/>
              </a:ext>
            </a:extLst>
          </p:cNvPr>
          <p:cNvSpPr>
            <a:spLocks noGrp="1"/>
          </p:cNvSpPr>
          <p:nvPr>
            <p:ph type="body" sz="quarter" idx="14" hasCustomPrompt="1"/>
          </p:nvPr>
        </p:nvSpPr>
        <p:spPr>
          <a:xfrm>
            <a:off x="5672137" y="192024"/>
            <a:ext cx="6024563" cy="195951"/>
          </a:xfrm>
        </p:spPr>
        <p:txBody>
          <a:bodyPr/>
          <a:lstStyle>
            <a:lvl1pPr marL="0" indent="0" algn="r">
              <a:buNone/>
              <a:defRPr sz="1400">
                <a:solidFill>
                  <a:schemeClr val="bg1"/>
                </a:solidFill>
              </a:defRPr>
            </a:lvl1pPr>
            <a:lvl2pPr marL="171450" indent="0" algn="r">
              <a:buNone/>
              <a:defRPr/>
            </a:lvl2pPr>
            <a:lvl3pPr marL="441325" indent="0" algn="r">
              <a:buNone/>
              <a:defRPr/>
            </a:lvl3pPr>
            <a:lvl4pPr marL="628650" indent="0" algn="r">
              <a:buNone/>
              <a:defRPr/>
            </a:lvl4pPr>
            <a:lvl5pPr marL="793750" indent="0" algn="r">
              <a:buNone/>
              <a:defRPr/>
            </a:lvl5pPr>
          </a:lstStyle>
          <a:p>
            <a:pPr lvl="0"/>
            <a:r>
              <a:rPr lang="en-US"/>
              <a:t>Click to edit Organization Name</a:t>
            </a:r>
          </a:p>
        </p:txBody>
      </p:sp>
    </p:spTree>
    <p:extLst>
      <p:ext uri="{BB962C8B-B14F-4D97-AF65-F5344CB8AC3E}">
        <p14:creationId xmlns:p14="http://schemas.microsoft.com/office/powerpoint/2010/main" val="3397221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Column_2">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7D1C505-1541-9B43-9538-C4D36645D0A5}"/>
              </a:ext>
            </a:extLst>
          </p:cNvPr>
          <p:cNvGrpSpPr/>
          <p:nvPr userDrawn="1"/>
        </p:nvGrpSpPr>
        <p:grpSpPr>
          <a:xfrm>
            <a:off x="-1" y="0"/>
            <a:ext cx="12192001" cy="6858000"/>
            <a:chOff x="-1" y="0"/>
            <a:chExt cx="12192001" cy="6858000"/>
          </a:xfrm>
        </p:grpSpPr>
        <p:pic>
          <p:nvPicPr>
            <p:cNvPr id="21" name="Picture 20">
              <a:extLst>
                <a:ext uri="{FF2B5EF4-FFF2-40B4-BE49-F238E27FC236}">
                  <a16:creationId xmlns:a16="http://schemas.microsoft.com/office/drawing/2014/main" id="{5BFA52FB-7C2B-3849-985C-4FAB9F5C6AB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609" t="87015" r="7268" b="10155"/>
            <a:stretch/>
          </p:blipFill>
          <p:spPr>
            <a:xfrm rot="10800000">
              <a:off x="0" y="0"/>
              <a:ext cx="12192000" cy="6858000"/>
            </a:xfrm>
            <a:prstGeom prst="rect">
              <a:avLst/>
            </a:prstGeom>
          </p:spPr>
        </p:pic>
        <p:cxnSp>
          <p:nvCxnSpPr>
            <p:cNvPr id="32" name="Straight Connector 31">
              <a:extLst>
                <a:ext uri="{FF2B5EF4-FFF2-40B4-BE49-F238E27FC236}">
                  <a16:creationId xmlns:a16="http://schemas.microsoft.com/office/drawing/2014/main" id="{796BAF14-559E-154D-83F4-F1D604010DD2}"/>
                </a:ext>
              </a:extLst>
            </p:cNvPr>
            <p:cNvCxnSpPr>
              <a:cxnSpLocks/>
            </p:cNvCxnSpPr>
            <p:nvPr userDrawn="1"/>
          </p:nvCxnSpPr>
          <p:spPr>
            <a:xfrm>
              <a:off x="-1" y="599782"/>
              <a:ext cx="12192000" cy="0"/>
            </a:xfrm>
            <a:prstGeom prst="line">
              <a:avLst/>
            </a:prstGeom>
            <a:ln w="20320">
              <a:gradFill>
                <a:gsLst>
                  <a:gs pos="50000">
                    <a:srgbClr val="85C2EF"/>
                  </a:gs>
                  <a:gs pos="80000">
                    <a:srgbClr val="0033A1"/>
                  </a:gs>
                  <a:gs pos="20000">
                    <a:srgbClr val="0033A1"/>
                  </a:gs>
                </a:gsLst>
                <a:lin ang="0" scaled="0"/>
              </a:gradFill>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A5ED6B13-A369-0D42-90A2-FA69C71E990A}"/>
              </a:ext>
            </a:extLst>
          </p:cNvPr>
          <p:cNvCxnSpPr>
            <a:cxnSpLocks/>
          </p:cNvCxnSpPr>
          <p:nvPr userDrawn="1"/>
        </p:nvCxnSpPr>
        <p:spPr>
          <a:xfrm>
            <a:off x="-1" y="599782"/>
            <a:ext cx="12192000" cy="0"/>
          </a:xfrm>
          <a:prstGeom prst="line">
            <a:avLst/>
          </a:prstGeom>
          <a:ln w="20320">
            <a:gradFill>
              <a:gsLst>
                <a:gs pos="50000">
                  <a:srgbClr val="85C2EF"/>
                </a:gs>
                <a:gs pos="80000">
                  <a:srgbClr val="0033A1"/>
                </a:gs>
                <a:gs pos="20000">
                  <a:srgbClr val="0033A1"/>
                </a:gs>
              </a:gsLst>
              <a:lin ang="0" scaled="0"/>
            </a:gradFill>
          </a:ln>
        </p:spPr>
        <p:style>
          <a:lnRef idx="1">
            <a:schemeClr val="accent1"/>
          </a:lnRef>
          <a:fillRef idx="0">
            <a:schemeClr val="accent1"/>
          </a:fillRef>
          <a:effectRef idx="0">
            <a:schemeClr val="accent1"/>
          </a:effectRef>
          <a:fontRef idx="minor">
            <a:schemeClr val="tx1"/>
          </a:fontRef>
        </p:style>
      </p:cxnSp>
      <p:sp>
        <p:nvSpPr>
          <p:cNvPr id="33" name="Text Placeholder 11">
            <a:extLst>
              <a:ext uri="{FF2B5EF4-FFF2-40B4-BE49-F238E27FC236}">
                <a16:creationId xmlns:a16="http://schemas.microsoft.com/office/drawing/2014/main" id="{0B48476E-D185-EE48-B224-EBE8C62D62A4}"/>
              </a:ext>
            </a:extLst>
          </p:cNvPr>
          <p:cNvSpPr>
            <a:spLocks noGrp="1"/>
          </p:cNvSpPr>
          <p:nvPr>
            <p:ph type="body" sz="quarter" idx="13"/>
          </p:nvPr>
        </p:nvSpPr>
        <p:spPr>
          <a:xfrm>
            <a:off x="466627" y="192024"/>
            <a:ext cx="7772400" cy="193899"/>
          </a:xfrm>
        </p:spPr>
        <p:txBody>
          <a:bodyPr anchor="ctr" anchorCtr="0"/>
          <a:lstStyle>
            <a:lvl1pPr marL="0" indent="0">
              <a:buNone/>
              <a:defRPr sz="1400">
                <a:solidFill>
                  <a:schemeClr val="bg1"/>
                </a:solidFill>
              </a:defRPr>
            </a:lvl1pPr>
          </a:lstStyle>
          <a:p>
            <a:pPr lvl="0"/>
            <a:r>
              <a:rPr lang="en-US"/>
              <a:t>Click to edit Master text styles</a:t>
            </a:r>
          </a:p>
        </p:txBody>
      </p:sp>
      <p:sp>
        <p:nvSpPr>
          <p:cNvPr id="31" name="Slide Number Placeholder 2">
            <a:extLst>
              <a:ext uri="{FF2B5EF4-FFF2-40B4-BE49-F238E27FC236}">
                <a16:creationId xmlns:a16="http://schemas.microsoft.com/office/drawing/2014/main" id="{4046E1B0-5AB0-B745-87FF-1C5A20F37E10}"/>
              </a:ext>
            </a:extLst>
          </p:cNvPr>
          <p:cNvSpPr>
            <a:spLocks noGrp="1"/>
          </p:cNvSpPr>
          <p:nvPr>
            <p:ph type="sldNum" sz="quarter" idx="10"/>
          </p:nvPr>
        </p:nvSpPr>
        <p:spPr>
          <a:xfrm>
            <a:off x="10142220" y="6515100"/>
            <a:ext cx="1554480" cy="91440"/>
          </a:xfrm>
        </p:spPr>
        <p:txBody>
          <a:bodyPr/>
          <a:lstStyle>
            <a:lvl1pPr>
              <a:defRPr>
                <a:solidFill>
                  <a:srgbClr val="A3AAAE">
                    <a:alpha val="50000"/>
                  </a:srgbClr>
                </a:solidFill>
              </a:defRPr>
            </a:lvl1pPr>
          </a:lstStyle>
          <a:p>
            <a:fld id="{48FFE6E1-85EB-9E42-824B-7CC9267ED8B9}" type="slidenum">
              <a:rPr lang="en-US" smtClean="0"/>
              <a:pPr/>
              <a:t>‹#›</a:t>
            </a:fld>
            <a:endParaRPr lang="en-US"/>
          </a:p>
        </p:txBody>
      </p:sp>
      <p:sp>
        <p:nvSpPr>
          <p:cNvPr id="34" name="Rectangle 33">
            <a:extLst>
              <a:ext uri="{FF2B5EF4-FFF2-40B4-BE49-F238E27FC236}">
                <a16:creationId xmlns:a16="http://schemas.microsoft.com/office/drawing/2014/main" id="{42B0A9D4-6529-B949-A7E3-2DCDDF944983}"/>
              </a:ext>
            </a:extLst>
          </p:cNvPr>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rgbClr val="A3AAAE">
                    <a:alpha val="50000"/>
                  </a:srgbClr>
                </a:solidFill>
              </a:rPr>
              <a:t>Copyright © 2024 Boeing. All rights reserved.</a:t>
            </a:r>
          </a:p>
        </p:txBody>
      </p:sp>
      <p:sp>
        <p:nvSpPr>
          <p:cNvPr id="44" name="Footer Placeholder 82">
            <a:extLst>
              <a:ext uri="{FF2B5EF4-FFF2-40B4-BE49-F238E27FC236}">
                <a16:creationId xmlns:a16="http://schemas.microsoft.com/office/drawing/2014/main" id="{A49341B2-67A5-1E43-A834-746205F9F60B}"/>
              </a:ext>
            </a:extLst>
          </p:cNvPr>
          <p:cNvSpPr txBox="1">
            <a:spLocks/>
          </p:cNvSpPr>
          <p:nvPr userDrawn="1"/>
        </p:nvSpPr>
        <p:spPr bwMode="auto">
          <a:xfrm>
            <a:off x="3971405" y="6251768"/>
            <a:ext cx="4267200" cy="37465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defPPr>
              <a:defRPr lang="en-US"/>
            </a:defPPr>
            <a:lvl1pPr algn="ctr" rtl="0" eaLnBrk="0" fontAlgn="base" hangingPunct="0">
              <a:spcBef>
                <a:spcPct val="0"/>
              </a:spcBef>
              <a:spcAft>
                <a:spcPct val="0"/>
              </a:spcAft>
              <a:defRPr sz="1000" b="1" kern="1200">
                <a:solidFill>
                  <a:srgbClr val="A3AAAE"/>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a:solidFill>
                  <a:srgbClr val="A3AAAE">
                    <a:alpha val="50000"/>
                  </a:srgbClr>
                </a:solidFill>
              </a:rPr>
              <a:t>BOEING PROPRIETARY</a:t>
            </a:r>
          </a:p>
        </p:txBody>
      </p:sp>
      <p:sp>
        <p:nvSpPr>
          <p:cNvPr id="19" name="Text Placeholder 13">
            <a:extLst>
              <a:ext uri="{FF2B5EF4-FFF2-40B4-BE49-F238E27FC236}">
                <a16:creationId xmlns:a16="http://schemas.microsoft.com/office/drawing/2014/main" id="{A4DC9910-E348-1648-AF93-710A6A1A4AF0}"/>
              </a:ext>
            </a:extLst>
          </p:cNvPr>
          <p:cNvSpPr>
            <a:spLocks noGrp="1"/>
          </p:cNvSpPr>
          <p:nvPr>
            <p:ph type="body" sz="quarter" idx="19"/>
          </p:nvPr>
        </p:nvSpPr>
        <p:spPr>
          <a:xfrm>
            <a:off x="462645" y="2791845"/>
            <a:ext cx="3694802" cy="830997"/>
          </a:xfrm>
          <a:prstGeom prst="rect">
            <a:avLst/>
          </a:prstGeom>
        </p:spPr>
        <p:txBody>
          <a:bodyPr lIns="0" tIns="0" rIns="0" bIns="0"/>
          <a:lstStyle>
            <a:lvl1pPr marL="0" indent="0" algn="ctr">
              <a:buNone/>
              <a:defRPr sz="6000" b="1">
                <a:solidFill>
                  <a:schemeClr val="bg1"/>
                </a:solidFill>
                <a:latin typeface="Arial" panose="020B0604020202020204" pitchFamily="34" charset="0"/>
                <a:cs typeface="Arial" panose="020B0604020202020204" pitchFamily="34" charset="0"/>
              </a:defRPr>
            </a:lvl1pPr>
            <a:lvl4pPr marL="628650" indent="0">
              <a:buNone/>
              <a:defRPr/>
            </a:lvl4pPr>
          </a:lstStyle>
          <a:p>
            <a:pPr lvl="0"/>
            <a:endParaRPr lang="en-US"/>
          </a:p>
        </p:txBody>
      </p:sp>
      <p:grpSp>
        <p:nvGrpSpPr>
          <p:cNvPr id="20" name="Group 19">
            <a:extLst>
              <a:ext uri="{FF2B5EF4-FFF2-40B4-BE49-F238E27FC236}">
                <a16:creationId xmlns:a16="http://schemas.microsoft.com/office/drawing/2014/main" id="{27A88D4A-890D-AD48-A4E9-6551533EAFF3}"/>
              </a:ext>
            </a:extLst>
          </p:cNvPr>
          <p:cNvGrpSpPr/>
          <p:nvPr userDrawn="1"/>
        </p:nvGrpSpPr>
        <p:grpSpPr>
          <a:xfrm>
            <a:off x="4160127" y="2289810"/>
            <a:ext cx="3871745" cy="2286000"/>
            <a:chOff x="4196381" y="914400"/>
            <a:chExt cx="3871745" cy="2286000"/>
          </a:xfrm>
        </p:grpSpPr>
        <p:cxnSp>
          <p:nvCxnSpPr>
            <p:cNvPr id="22" name="Straight Connector 21">
              <a:extLst>
                <a:ext uri="{FF2B5EF4-FFF2-40B4-BE49-F238E27FC236}">
                  <a16:creationId xmlns:a16="http://schemas.microsoft.com/office/drawing/2014/main" id="{4CC003F4-82FF-3C4F-9BEB-277F9F2429E6}"/>
                </a:ext>
              </a:extLst>
            </p:cNvPr>
            <p:cNvCxnSpPr/>
            <p:nvPr userDrawn="1"/>
          </p:nvCxnSpPr>
          <p:spPr>
            <a:xfrm flipV="1">
              <a:off x="4196381" y="914400"/>
              <a:ext cx="0" cy="2286000"/>
            </a:xfrm>
            <a:prstGeom prst="line">
              <a:avLst/>
            </a:prstGeom>
            <a:ln w="15875" cap="rnd" cmpd="sng">
              <a:gradFill>
                <a:gsLst>
                  <a:gs pos="20000">
                    <a:srgbClr val="0033A1"/>
                  </a:gs>
                  <a:gs pos="50000">
                    <a:srgbClr val="85C2EF"/>
                  </a:gs>
                  <a:gs pos="80000">
                    <a:srgbClr val="0033A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B475980-F93C-7347-9993-5D0059E9B75A}"/>
                </a:ext>
              </a:extLst>
            </p:cNvPr>
            <p:cNvCxnSpPr/>
            <p:nvPr userDrawn="1"/>
          </p:nvCxnSpPr>
          <p:spPr>
            <a:xfrm flipV="1">
              <a:off x="8068126" y="914400"/>
              <a:ext cx="0" cy="2286000"/>
            </a:xfrm>
            <a:prstGeom prst="line">
              <a:avLst/>
            </a:prstGeom>
            <a:ln w="15875" cap="rnd" cmpd="sng">
              <a:gradFill>
                <a:gsLst>
                  <a:gs pos="20000">
                    <a:srgbClr val="0033A1"/>
                  </a:gs>
                  <a:gs pos="50000">
                    <a:srgbClr val="85C2EF"/>
                  </a:gs>
                  <a:gs pos="80000">
                    <a:srgbClr val="0033A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grpSp>
      <p:sp>
        <p:nvSpPr>
          <p:cNvPr id="26" name="Content Placeholder 2">
            <a:extLst>
              <a:ext uri="{FF2B5EF4-FFF2-40B4-BE49-F238E27FC236}">
                <a16:creationId xmlns:a16="http://schemas.microsoft.com/office/drawing/2014/main" id="{962B300B-C5EA-3442-A31E-CBDEE9811599}"/>
              </a:ext>
            </a:extLst>
          </p:cNvPr>
          <p:cNvSpPr>
            <a:spLocks noGrp="1"/>
          </p:cNvSpPr>
          <p:nvPr>
            <p:ph sz="half" idx="1" hasCustomPrompt="1"/>
          </p:nvPr>
        </p:nvSpPr>
        <p:spPr>
          <a:xfrm>
            <a:off x="466628" y="3834718"/>
            <a:ext cx="3694802" cy="249299"/>
          </a:xfrm>
        </p:spPr>
        <p:txBody>
          <a:bodyPr/>
          <a:lstStyle>
            <a:lvl1pPr marL="0" indent="0" algn="ctr">
              <a:buNone/>
              <a:defRPr sz="1800">
                <a:solidFill>
                  <a:schemeClr val="bg1"/>
                </a:solidFill>
              </a:defRPr>
            </a:lvl1pPr>
            <a:lvl2pPr marL="171450" indent="0" algn="ctr">
              <a:buNone/>
              <a:defRPr sz="1600">
                <a:solidFill>
                  <a:srgbClr val="5B6770"/>
                </a:solidFill>
              </a:defRPr>
            </a:lvl2pPr>
            <a:lvl3pPr marL="441325" indent="0" algn="ctr">
              <a:buNone/>
              <a:defRPr sz="1600">
                <a:solidFill>
                  <a:srgbClr val="5B6770"/>
                </a:solidFill>
              </a:defRPr>
            </a:lvl3pPr>
            <a:lvl4pPr marL="628650" indent="0" algn="ctr">
              <a:buNone/>
              <a:defRPr sz="1400">
                <a:solidFill>
                  <a:srgbClr val="5B6770"/>
                </a:solidFill>
              </a:defRPr>
            </a:lvl4pPr>
            <a:lvl5pPr marL="793750" indent="0" algn="ctr">
              <a:buNone/>
              <a:defRPr sz="1400">
                <a:solidFill>
                  <a:srgbClr val="5B6770"/>
                </a:solidFill>
              </a:defRPr>
            </a:lvl5pPr>
            <a:lvl6pPr>
              <a:defRPr sz="1800"/>
            </a:lvl6pPr>
            <a:lvl7pPr>
              <a:defRPr sz="1800"/>
            </a:lvl7pPr>
            <a:lvl8pPr>
              <a:defRPr sz="1800"/>
            </a:lvl8pPr>
            <a:lvl9pPr>
              <a:defRPr sz="1800"/>
            </a:lvl9pPr>
          </a:lstStyle>
          <a:p>
            <a:pPr lvl="0"/>
            <a:r>
              <a:rPr lang="en-US"/>
              <a:t>Click to edit Master text styles</a:t>
            </a:r>
          </a:p>
        </p:txBody>
      </p:sp>
      <p:sp>
        <p:nvSpPr>
          <p:cNvPr id="29" name="Text Placeholder 13">
            <a:extLst>
              <a:ext uri="{FF2B5EF4-FFF2-40B4-BE49-F238E27FC236}">
                <a16:creationId xmlns:a16="http://schemas.microsoft.com/office/drawing/2014/main" id="{DC567B9D-8BF9-BC49-B939-4FB2965A40E1}"/>
              </a:ext>
            </a:extLst>
          </p:cNvPr>
          <p:cNvSpPr>
            <a:spLocks noGrp="1"/>
          </p:cNvSpPr>
          <p:nvPr>
            <p:ph type="body" sz="quarter" idx="24"/>
          </p:nvPr>
        </p:nvSpPr>
        <p:spPr>
          <a:xfrm>
            <a:off x="4389120" y="2791845"/>
            <a:ext cx="3438144" cy="830997"/>
          </a:xfrm>
          <a:prstGeom prst="rect">
            <a:avLst/>
          </a:prstGeom>
        </p:spPr>
        <p:txBody>
          <a:bodyPr lIns="0" tIns="0" rIns="0" bIns="0"/>
          <a:lstStyle>
            <a:lvl1pPr marL="0" indent="0" algn="ctr">
              <a:buNone/>
              <a:defRPr sz="6000" b="1">
                <a:solidFill>
                  <a:schemeClr val="bg1"/>
                </a:solidFill>
                <a:latin typeface="Arial" panose="020B0604020202020204" pitchFamily="34" charset="0"/>
                <a:cs typeface="Arial" panose="020B0604020202020204" pitchFamily="34" charset="0"/>
              </a:defRPr>
            </a:lvl1pPr>
            <a:lvl4pPr marL="628650" indent="0">
              <a:buNone/>
              <a:defRPr/>
            </a:lvl4pPr>
          </a:lstStyle>
          <a:p>
            <a:pPr lvl="0"/>
            <a:endParaRPr lang="en-US"/>
          </a:p>
        </p:txBody>
      </p:sp>
      <p:sp>
        <p:nvSpPr>
          <p:cNvPr id="35" name="Content Placeholder 2">
            <a:extLst>
              <a:ext uri="{FF2B5EF4-FFF2-40B4-BE49-F238E27FC236}">
                <a16:creationId xmlns:a16="http://schemas.microsoft.com/office/drawing/2014/main" id="{DEE884B7-4102-2F41-AAE3-22E77D348DAF}"/>
              </a:ext>
            </a:extLst>
          </p:cNvPr>
          <p:cNvSpPr>
            <a:spLocks noGrp="1"/>
          </p:cNvSpPr>
          <p:nvPr>
            <p:ph sz="half" idx="25" hasCustomPrompt="1"/>
          </p:nvPr>
        </p:nvSpPr>
        <p:spPr>
          <a:xfrm>
            <a:off x="4389120" y="3834718"/>
            <a:ext cx="3438144" cy="249299"/>
          </a:xfrm>
        </p:spPr>
        <p:txBody>
          <a:bodyPr/>
          <a:lstStyle>
            <a:lvl1pPr marL="0" indent="0" algn="ctr">
              <a:buNone/>
              <a:defRPr sz="1800">
                <a:solidFill>
                  <a:schemeClr val="bg1"/>
                </a:solidFill>
              </a:defRPr>
            </a:lvl1pPr>
            <a:lvl2pPr marL="171450" indent="0" algn="ctr">
              <a:buNone/>
              <a:defRPr sz="1600">
                <a:solidFill>
                  <a:srgbClr val="5B6770"/>
                </a:solidFill>
              </a:defRPr>
            </a:lvl2pPr>
            <a:lvl3pPr marL="441325" indent="0" algn="ctr">
              <a:buNone/>
              <a:defRPr sz="1600">
                <a:solidFill>
                  <a:srgbClr val="5B6770"/>
                </a:solidFill>
              </a:defRPr>
            </a:lvl3pPr>
            <a:lvl4pPr marL="628650" indent="0" algn="ctr">
              <a:buNone/>
              <a:defRPr sz="1400">
                <a:solidFill>
                  <a:srgbClr val="5B6770"/>
                </a:solidFill>
              </a:defRPr>
            </a:lvl4pPr>
            <a:lvl5pPr marL="793750" indent="0" algn="ctr">
              <a:buNone/>
              <a:defRPr sz="1400">
                <a:solidFill>
                  <a:srgbClr val="5B6770"/>
                </a:solidFill>
              </a:defRPr>
            </a:lvl5pPr>
            <a:lvl6pPr>
              <a:defRPr sz="1800"/>
            </a:lvl6pPr>
            <a:lvl7pPr>
              <a:defRPr sz="1800"/>
            </a:lvl7pPr>
            <a:lvl8pPr>
              <a:defRPr sz="1800"/>
            </a:lvl8pPr>
            <a:lvl9pPr>
              <a:defRPr sz="1800"/>
            </a:lvl9pPr>
          </a:lstStyle>
          <a:p>
            <a:pPr lvl="0"/>
            <a:r>
              <a:rPr lang="en-US"/>
              <a:t>Click to edit Master text styles</a:t>
            </a:r>
          </a:p>
        </p:txBody>
      </p:sp>
      <p:sp>
        <p:nvSpPr>
          <p:cNvPr id="37" name="Text Placeholder 13">
            <a:extLst>
              <a:ext uri="{FF2B5EF4-FFF2-40B4-BE49-F238E27FC236}">
                <a16:creationId xmlns:a16="http://schemas.microsoft.com/office/drawing/2014/main" id="{4042F60B-C07D-7741-9920-76363DA86ACB}"/>
              </a:ext>
            </a:extLst>
          </p:cNvPr>
          <p:cNvSpPr>
            <a:spLocks noGrp="1"/>
          </p:cNvSpPr>
          <p:nvPr>
            <p:ph type="body" sz="quarter" idx="26"/>
          </p:nvPr>
        </p:nvSpPr>
        <p:spPr>
          <a:xfrm>
            <a:off x="8030570" y="2791845"/>
            <a:ext cx="3642619" cy="830997"/>
          </a:xfrm>
          <a:prstGeom prst="rect">
            <a:avLst/>
          </a:prstGeom>
        </p:spPr>
        <p:txBody>
          <a:bodyPr lIns="0" tIns="0" rIns="0" bIns="0"/>
          <a:lstStyle>
            <a:lvl1pPr marL="0" indent="0" algn="ctr">
              <a:buNone/>
              <a:defRPr sz="6000" b="1">
                <a:solidFill>
                  <a:schemeClr val="bg1"/>
                </a:solidFill>
                <a:latin typeface="Arial" panose="020B0604020202020204" pitchFamily="34" charset="0"/>
                <a:cs typeface="Arial" panose="020B0604020202020204" pitchFamily="34" charset="0"/>
              </a:defRPr>
            </a:lvl1pPr>
            <a:lvl4pPr marL="628650" indent="0">
              <a:buNone/>
              <a:defRPr/>
            </a:lvl4pPr>
          </a:lstStyle>
          <a:p>
            <a:pPr lvl="0"/>
            <a:endParaRPr lang="en-US"/>
          </a:p>
        </p:txBody>
      </p:sp>
      <p:sp>
        <p:nvSpPr>
          <p:cNvPr id="38" name="Content Placeholder 2">
            <a:extLst>
              <a:ext uri="{FF2B5EF4-FFF2-40B4-BE49-F238E27FC236}">
                <a16:creationId xmlns:a16="http://schemas.microsoft.com/office/drawing/2014/main" id="{235D7071-497C-154D-BA0A-BF0E8712852B}"/>
              </a:ext>
            </a:extLst>
          </p:cNvPr>
          <p:cNvSpPr>
            <a:spLocks noGrp="1"/>
          </p:cNvSpPr>
          <p:nvPr>
            <p:ph sz="half" idx="27" hasCustomPrompt="1"/>
          </p:nvPr>
        </p:nvSpPr>
        <p:spPr>
          <a:xfrm>
            <a:off x="8028432" y="3834718"/>
            <a:ext cx="3642619" cy="249299"/>
          </a:xfrm>
        </p:spPr>
        <p:txBody>
          <a:bodyPr/>
          <a:lstStyle>
            <a:lvl1pPr marL="0" indent="0" algn="ctr">
              <a:buNone/>
              <a:defRPr sz="1800">
                <a:solidFill>
                  <a:schemeClr val="bg1"/>
                </a:solidFill>
              </a:defRPr>
            </a:lvl1pPr>
            <a:lvl2pPr marL="171450" indent="0" algn="ctr">
              <a:buNone/>
              <a:defRPr sz="1600">
                <a:solidFill>
                  <a:srgbClr val="5B6770"/>
                </a:solidFill>
              </a:defRPr>
            </a:lvl2pPr>
            <a:lvl3pPr marL="441325" indent="0" algn="ctr">
              <a:buNone/>
              <a:defRPr sz="1600">
                <a:solidFill>
                  <a:srgbClr val="5B6770"/>
                </a:solidFill>
              </a:defRPr>
            </a:lvl3pPr>
            <a:lvl4pPr marL="628650" indent="0" algn="ctr">
              <a:buNone/>
              <a:defRPr sz="1400">
                <a:solidFill>
                  <a:srgbClr val="5B6770"/>
                </a:solidFill>
              </a:defRPr>
            </a:lvl4pPr>
            <a:lvl5pPr marL="793750" indent="0" algn="ctr">
              <a:buNone/>
              <a:defRPr sz="1400">
                <a:solidFill>
                  <a:srgbClr val="5B6770"/>
                </a:solidFill>
              </a:defRPr>
            </a:lvl5pPr>
            <a:lvl6pPr>
              <a:defRPr sz="1800"/>
            </a:lvl6pPr>
            <a:lvl7pPr>
              <a:defRPr sz="1800"/>
            </a:lvl7pPr>
            <a:lvl8pPr>
              <a:defRPr sz="1800"/>
            </a:lvl8pPr>
            <a:lvl9pPr>
              <a:defRPr sz="1800"/>
            </a:lvl9pPr>
          </a:lstStyle>
          <a:p>
            <a:pPr lvl="0"/>
            <a:r>
              <a:rPr lang="en-US"/>
              <a:t>Click to edit Master text styles</a:t>
            </a:r>
          </a:p>
        </p:txBody>
      </p:sp>
      <p:sp>
        <p:nvSpPr>
          <p:cNvPr id="25" name="Text Placeholder 3">
            <a:extLst>
              <a:ext uri="{FF2B5EF4-FFF2-40B4-BE49-F238E27FC236}">
                <a16:creationId xmlns:a16="http://schemas.microsoft.com/office/drawing/2014/main" id="{7F049BC9-AFFF-8947-91AE-DC97B14B3BCF}"/>
              </a:ext>
            </a:extLst>
          </p:cNvPr>
          <p:cNvSpPr>
            <a:spLocks noGrp="1"/>
          </p:cNvSpPr>
          <p:nvPr>
            <p:ph type="body" sz="quarter" idx="14" hasCustomPrompt="1"/>
          </p:nvPr>
        </p:nvSpPr>
        <p:spPr>
          <a:xfrm>
            <a:off x="5672137" y="192024"/>
            <a:ext cx="6024563" cy="195951"/>
          </a:xfrm>
        </p:spPr>
        <p:txBody>
          <a:bodyPr/>
          <a:lstStyle>
            <a:lvl1pPr marL="0" indent="0" algn="r">
              <a:buNone/>
              <a:defRPr sz="1400">
                <a:solidFill>
                  <a:schemeClr val="bg1"/>
                </a:solidFill>
              </a:defRPr>
            </a:lvl1pPr>
            <a:lvl2pPr marL="171450" indent="0" algn="r">
              <a:buNone/>
              <a:defRPr/>
            </a:lvl2pPr>
            <a:lvl3pPr marL="441325" indent="0" algn="r">
              <a:buNone/>
              <a:defRPr/>
            </a:lvl3pPr>
            <a:lvl4pPr marL="628650" indent="0" algn="r">
              <a:buNone/>
              <a:defRPr/>
            </a:lvl4pPr>
            <a:lvl5pPr marL="793750" indent="0" algn="r">
              <a:buNone/>
              <a:defRPr/>
            </a:lvl5pPr>
          </a:lstStyle>
          <a:p>
            <a:pPr lvl="0"/>
            <a:r>
              <a:rPr lang="en-US"/>
              <a:t>Click to edit Organization Name</a:t>
            </a:r>
          </a:p>
        </p:txBody>
      </p:sp>
    </p:spTree>
    <p:extLst>
      <p:ext uri="{BB962C8B-B14F-4D97-AF65-F5344CB8AC3E}">
        <p14:creationId xmlns:p14="http://schemas.microsoft.com/office/powerpoint/2010/main" val="33365387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Inside_Page_Header_Bar">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F2F5CC17-D414-1342-A8EE-D4CE8422777F}"/>
              </a:ext>
            </a:extLst>
          </p:cNvPr>
          <p:cNvGrpSpPr/>
          <p:nvPr userDrawn="1"/>
        </p:nvGrpSpPr>
        <p:grpSpPr>
          <a:xfrm>
            <a:off x="-1" y="0"/>
            <a:ext cx="12192001" cy="6858000"/>
            <a:chOff x="-1" y="0"/>
            <a:chExt cx="12192001" cy="6858000"/>
          </a:xfrm>
        </p:grpSpPr>
        <p:pic>
          <p:nvPicPr>
            <p:cNvPr id="13" name="Picture 12">
              <a:extLst>
                <a:ext uri="{FF2B5EF4-FFF2-40B4-BE49-F238E27FC236}">
                  <a16:creationId xmlns:a16="http://schemas.microsoft.com/office/drawing/2014/main" id="{C5C3828A-0275-8848-AEFF-DBCA68B7C9A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609" t="87015" r="7268" b="10155"/>
            <a:stretch/>
          </p:blipFill>
          <p:spPr>
            <a:xfrm rot="10800000">
              <a:off x="0" y="0"/>
              <a:ext cx="12192000" cy="6858000"/>
            </a:xfrm>
            <a:prstGeom prst="rect">
              <a:avLst/>
            </a:prstGeom>
          </p:spPr>
        </p:pic>
        <p:cxnSp>
          <p:nvCxnSpPr>
            <p:cNvPr id="14" name="Straight Connector 13">
              <a:extLst>
                <a:ext uri="{FF2B5EF4-FFF2-40B4-BE49-F238E27FC236}">
                  <a16:creationId xmlns:a16="http://schemas.microsoft.com/office/drawing/2014/main" id="{D7B26AE7-1C74-4245-9EBD-04C0F7B81B3F}"/>
                </a:ext>
              </a:extLst>
            </p:cNvPr>
            <p:cNvCxnSpPr>
              <a:cxnSpLocks/>
            </p:cNvCxnSpPr>
            <p:nvPr userDrawn="1"/>
          </p:nvCxnSpPr>
          <p:spPr>
            <a:xfrm>
              <a:off x="-1" y="599782"/>
              <a:ext cx="12192000" cy="0"/>
            </a:xfrm>
            <a:prstGeom prst="line">
              <a:avLst/>
            </a:prstGeom>
            <a:ln w="20320">
              <a:gradFill>
                <a:gsLst>
                  <a:gs pos="50000">
                    <a:srgbClr val="85C2EF"/>
                  </a:gs>
                  <a:gs pos="80000">
                    <a:srgbClr val="0033A1"/>
                  </a:gs>
                  <a:gs pos="20000">
                    <a:srgbClr val="0033A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466628" y="952500"/>
            <a:ext cx="10976889" cy="304699"/>
          </a:xfrm>
          <a:prstGeom prst="rect">
            <a:avLst/>
          </a:prstGeom>
        </p:spPr>
        <p:txBody>
          <a:bodyPr/>
          <a:lstStyle>
            <a:lvl1pPr>
              <a:defRPr sz="2200">
                <a:solidFill>
                  <a:schemeClr val="bg1"/>
                </a:solidFill>
              </a:defRPr>
            </a:lvl1pPr>
          </a:lstStyle>
          <a:p>
            <a:r>
              <a:rPr lang="en-US"/>
              <a:t>Click to edit Master title style</a:t>
            </a:r>
          </a:p>
        </p:txBody>
      </p:sp>
      <p:sp>
        <p:nvSpPr>
          <p:cNvPr id="3" name="Slide Number Placeholder 2"/>
          <p:cNvSpPr>
            <a:spLocks noGrp="1"/>
          </p:cNvSpPr>
          <p:nvPr>
            <p:ph type="sldNum" sz="quarter" idx="10"/>
          </p:nvPr>
        </p:nvSpPr>
        <p:spPr/>
        <p:txBody>
          <a:bodyPr/>
          <a:lstStyle>
            <a:lvl1pPr>
              <a:defRPr>
                <a:solidFill>
                  <a:srgbClr val="A3AAAE">
                    <a:alpha val="50000"/>
                  </a:srgbClr>
                </a:solidFill>
              </a:defRPr>
            </a:lvl1pPr>
          </a:lstStyle>
          <a:p>
            <a:fld id="{48FFE6E1-85EB-9E42-824B-7CC9267ED8B9}" type="slidenum">
              <a:rPr lang="en-US" smtClean="0"/>
              <a:pPr/>
              <a:t>‹#›</a:t>
            </a:fld>
            <a:endParaRPr lang="en-US"/>
          </a:p>
        </p:txBody>
      </p:sp>
      <p:sp>
        <p:nvSpPr>
          <p:cNvPr id="6" name="Rectangle 5"/>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rgbClr val="A3AAAE">
                    <a:alpha val="50000"/>
                  </a:srgbClr>
                </a:solidFill>
              </a:rPr>
              <a:t>Copyright © 2024 Boeing. All rights reserved.</a:t>
            </a:r>
          </a:p>
        </p:txBody>
      </p:sp>
      <p:sp>
        <p:nvSpPr>
          <p:cNvPr id="7" name="Rectangle 5"/>
          <p:cNvSpPr>
            <a:spLocks noChangeArrowheads="1"/>
          </p:cNvSpPr>
          <p:nvPr userDrawn="1"/>
        </p:nvSpPr>
        <p:spPr bwMode="auto">
          <a:xfrm>
            <a:off x="4719108" y="6484648"/>
            <a:ext cx="2753783" cy="141577"/>
          </a:xfrm>
          <a:prstGeom prst="rect">
            <a:avLst/>
          </a:prstGeom>
          <a:noFill/>
          <a:ln w="12700">
            <a:noFill/>
            <a:miter lim="800000"/>
            <a:headEnd type="none" w="sm" len="sm"/>
            <a:tailEnd type="none" w="sm" len="sm"/>
          </a:ln>
          <a:effectLst/>
        </p:spPr>
        <p:txBody>
          <a:bodyPr lIns="9144" tIns="9144" rIns="9144" bIns="9144" anchor="b">
            <a:spAutoFit/>
          </a:bodyPr>
          <a:lstStyle/>
          <a:p>
            <a:pPr algn="ctr" defTabSz="820738" eaLnBrk="0" hangingPunct="0"/>
            <a:r>
              <a:rPr lang="en-US" sz="800" b="1">
                <a:solidFill>
                  <a:srgbClr val="A3AAAE">
                    <a:alpha val="50000"/>
                  </a:srgbClr>
                </a:solidFill>
              </a:rPr>
              <a:t>BOEING PROPRIETARY</a:t>
            </a:r>
          </a:p>
        </p:txBody>
      </p:sp>
      <p:sp>
        <p:nvSpPr>
          <p:cNvPr id="10" name="Text Placeholder 11">
            <a:extLst>
              <a:ext uri="{FF2B5EF4-FFF2-40B4-BE49-F238E27FC236}">
                <a16:creationId xmlns:a16="http://schemas.microsoft.com/office/drawing/2014/main" id="{3DB18A11-267E-E447-BEB8-0821F195FD64}"/>
              </a:ext>
            </a:extLst>
          </p:cNvPr>
          <p:cNvSpPr>
            <a:spLocks noGrp="1"/>
          </p:cNvSpPr>
          <p:nvPr>
            <p:ph type="body" sz="quarter" idx="13"/>
          </p:nvPr>
        </p:nvSpPr>
        <p:spPr>
          <a:xfrm>
            <a:off x="466627" y="192024"/>
            <a:ext cx="7772400" cy="193899"/>
          </a:xfrm>
        </p:spPr>
        <p:txBody>
          <a:bodyPr anchor="ctr" anchorCtr="0"/>
          <a:lstStyle>
            <a:lvl1pPr marL="0" indent="0">
              <a:buNone/>
              <a:defRPr sz="1400">
                <a:solidFill>
                  <a:schemeClr val="bg1"/>
                </a:solidFill>
              </a:defRPr>
            </a:lvl1pPr>
          </a:lstStyle>
          <a:p>
            <a:pPr lvl="0"/>
            <a:r>
              <a:rPr lang="en-US"/>
              <a:t>Click to edit Master text styles</a:t>
            </a:r>
          </a:p>
        </p:txBody>
      </p:sp>
      <p:sp>
        <p:nvSpPr>
          <p:cNvPr id="15" name="Text Placeholder 3">
            <a:extLst>
              <a:ext uri="{FF2B5EF4-FFF2-40B4-BE49-F238E27FC236}">
                <a16:creationId xmlns:a16="http://schemas.microsoft.com/office/drawing/2014/main" id="{661DF6B2-89F5-5D48-BB8B-7C97AABB8323}"/>
              </a:ext>
            </a:extLst>
          </p:cNvPr>
          <p:cNvSpPr>
            <a:spLocks noGrp="1"/>
          </p:cNvSpPr>
          <p:nvPr>
            <p:ph type="body" sz="quarter" idx="14" hasCustomPrompt="1"/>
          </p:nvPr>
        </p:nvSpPr>
        <p:spPr>
          <a:xfrm>
            <a:off x="5672137" y="192024"/>
            <a:ext cx="6024563" cy="195951"/>
          </a:xfrm>
        </p:spPr>
        <p:txBody>
          <a:bodyPr/>
          <a:lstStyle>
            <a:lvl1pPr marL="0" indent="0" algn="r">
              <a:buNone/>
              <a:defRPr sz="1400">
                <a:solidFill>
                  <a:schemeClr val="bg1"/>
                </a:solidFill>
              </a:defRPr>
            </a:lvl1pPr>
            <a:lvl2pPr marL="171450" indent="0" algn="r">
              <a:buNone/>
              <a:defRPr/>
            </a:lvl2pPr>
            <a:lvl3pPr marL="441325" indent="0" algn="r">
              <a:buNone/>
              <a:defRPr/>
            </a:lvl3pPr>
            <a:lvl4pPr marL="628650" indent="0" algn="r">
              <a:buNone/>
              <a:defRPr/>
            </a:lvl4pPr>
            <a:lvl5pPr marL="793750" indent="0" algn="r">
              <a:buNone/>
              <a:defRPr/>
            </a:lvl5pPr>
          </a:lstStyle>
          <a:p>
            <a:pPr lvl="0"/>
            <a:r>
              <a:rPr lang="en-US"/>
              <a:t>Click to edit Organization Name</a:t>
            </a:r>
          </a:p>
        </p:txBody>
      </p:sp>
    </p:spTree>
    <p:extLst>
      <p:ext uri="{BB962C8B-B14F-4D97-AF65-F5344CB8AC3E}">
        <p14:creationId xmlns:p14="http://schemas.microsoft.com/office/powerpoint/2010/main" val="37874624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nside_Page_Header_Bar_NoCopyrigh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C2A2227-8872-8C4A-B720-3BB66EF770A9}"/>
              </a:ext>
            </a:extLst>
          </p:cNvPr>
          <p:cNvGrpSpPr/>
          <p:nvPr userDrawn="1"/>
        </p:nvGrpSpPr>
        <p:grpSpPr>
          <a:xfrm>
            <a:off x="-1" y="0"/>
            <a:ext cx="12192001" cy="6858000"/>
            <a:chOff x="-1" y="0"/>
            <a:chExt cx="12192001" cy="6858000"/>
          </a:xfrm>
        </p:grpSpPr>
        <p:pic>
          <p:nvPicPr>
            <p:cNvPr id="7" name="Picture 6">
              <a:extLst>
                <a:ext uri="{FF2B5EF4-FFF2-40B4-BE49-F238E27FC236}">
                  <a16:creationId xmlns:a16="http://schemas.microsoft.com/office/drawing/2014/main" id="{8AF288AF-0976-AC4C-9DE2-FF5A9C86508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609" t="87015" r="7268" b="10155"/>
            <a:stretch/>
          </p:blipFill>
          <p:spPr>
            <a:xfrm rot="10800000">
              <a:off x="0" y="0"/>
              <a:ext cx="12192000" cy="6858000"/>
            </a:xfrm>
            <a:prstGeom prst="rect">
              <a:avLst/>
            </a:prstGeom>
          </p:spPr>
        </p:pic>
        <p:cxnSp>
          <p:nvCxnSpPr>
            <p:cNvPr id="8" name="Straight Connector 7">
              <a:extLst>
                <a:ext uri="{FF2B5EF4-FFF2-40B4-BE49-F238E27FC236}">
                  <a16:creationId xmlns:a16="http://schemas.microsoft.com/office/drawing/2014/main" id="{9B2BDA70-B60F-1E4F-97A7-04FCBDF8F162}"/>
                </a:ext>
              </a:extLst>
            </p:cNvPr>
            <p:cNvCxnSpPr>
              <a:cxnSpLocks/>
            </p:cNvCxnSpPr>
            <p:nvPr userDrawn="1"/>
          </p:nvCxnSpPr>
          <p:spPr>
            <a:xfrm>
              <a:off x="-1" y="599782"/>
              <a:ext cx="12192000" cy="0"/>
            </a:xfrm>
            <a:prstGeom prst="line">
              <a:avLst/>
            </a:prstGeom>
            <a:ln w="20320">
              <a:gradFill>
                <a:gsLst>
                  <a:gs pos="50000">
                    <a:srgbClr val="85C2EF"/>
                  </a:gs>
                  <a:gs pos="80000">
                    <a:srgbClr val="0033A1"/>
                  </a:gs>
                  <a:gs pos="20000">
                    <a:srgbClr val="0033A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9" name="Text Placeholder 11">
            <a:extLst>
              <a:ext uri="{FF2B5EF4-FFF2-40B4-BE49-F238E27FC236}">
                <a16:creationId xmlns:a16="http://schemas.microsoft.com/office/drawing/2014/main" id="{26441990-62FF-EA45-B6C7-113D08A38BB5}"/>
              </a:ext>
            </a:extLst>
          </p:cNvPr>
          <p:cNvSpPr>
            <a:spLocks noGrp="1"/>
          </p:cNvSpPr>
          <p:nvPr>
            <p:ph type="body" sz="quarter" idx="13"/>
          </p:nvPr>
        </p:nvSpPr>
        <p:spPr>
          <a:xfrm>
            <a:off x="466627" y="192024"/>
            <a:ext cx="7772400" cy="193899"/>
          </a:xfrm>
        </p:spPr>
        <p:txBody>
          <a:bodyPr anchor="ctr" anchorCtr="0"/>
          <a:lstStyle>
            <a:lvl1pPr marL="0" indent="0">
              <a:buNone/>
              <a:defRPr sz="1400">
                <a:solidFill>
                  <a:schemeClr val="bg1"/>
                </a:solidFill>
              </a:defRPr>
            </a:lvl1pPr>
          </a:lstStyle>
          <a:p>
            <a:pPr lvl="0"/>
            <a:r>
              <a:rPr lang="en-US"/>
              <a:t>Click to edit Master text styles</a:t>
            </a:r>
          </a:p>
        </p:txBody>
      </p:sp>
      <p:sp>
        <p:nvSpPr>
          <p:cNvPr id="10" name="Title 1">
            <a:extLst>
              <a:ext uri="{FF2B5EF4-FFF2-40B4-BE49-F238E27FC236}">
                <a16:creationId xmlns:a16="http://schemas.microsoft.com/office/drawing/2014/main" id="{9FEBA277-4065-ED4A-97B8-A7256E17DED3}"/>
              </a:ext>
            </a:extLst>
          </p:cNvPr>
          <p:cNvSpPr>
            <a:spLocks noGrp="1"/>
          </p:cNvSpPr>
          <p:nvPr>
            <p:ph type="title"/>
          </p:nvPr>
        </p:nvSpPr>
        <p:spPr>
          <a:xfrm>
            <a:off x="466628" y="952500"/>
            <a:ext cx="10976889" cy="304699"/>
          </a:xfrm>
          <a:prstGeom prst="rect">
            <a:avLst/>
          </a:prstGeom>
        </p:spPr>
        <p:txBody>
          <a:bodyPr/>
          <a:lstStyle>
            <a:lvl1pPr>
              <a:defRPr sz="2200">
                <a:solidFill>
                  <a:schemeClr val="bg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6A26046D-7C13-F445-A514-4983B5AF93D4}"/>
              </a:ext>
            </a:extLst>
          </p:cNvPr>
          <p:cNvSpPr>
            <a:spLocks noGrp="1"/>
          </p:cNvSpPr>
          <p:nvPr>
            <p:ph type="body" sz="quarter" idx="14" hasCustomPrompt="1"/>
          </p:nvPr>
        </p:nvSpPr>
        <p:spPr>
          <a:xfrm>
            <a:off x="5672137" y="192024"/>
            <a:ext cx="6024563" cy="195951"/>
          </a:xfrm>
        </p:spPr>
        <p:txBody>
          <a:bodyPr/>
          <a:lstStyle>
            <a:lvl1pPr marL="0" indent="0" algn="r">
              <a:buNone/>
              <a:defRPr sz="1400">
                <a:solidFill>
                  <a:schemeClr val="bg1"/>
                </a:solidFill>
              </a:defRPr>
            </a:lvl1pPr>
            <a:lvl2pPr marL="171450" indent="0" algn="r">
              <a:buNone/>
              <a:defRPr/>
            </a:lvl2pPr>
            <a:lvl3pPr marL="441325" indent="0" algn="r">
              <a:buNone/>
              <a:defRPr/>
            </a:lvl3pPr>
            <a:lvl4pPr marL="628650" indent="0" algn="r">
              <a:buNone/>
              <a:defRPr/>
            </a:lvl4pPr>
            <a:lvl5pPr marL="793750" indent="0" algn="r">
              <a:buNone/>
              <a:defRPr/>
            </a:lvl5pPr>
          </a:lstStyle>
          <a:p>
            <a:pPr lvl="0"/>
            <a:r>
              <a:rPr lang="en-US"/>
              <a:t>Click to edit Organization Name</a:t>
            </a:r>
          </a:p>
        </p:txBody>
      </p:sp>
    </p:spTree>
    <p:extLst>
      <p:ext uri="{BB962C8B-B14F-4D97-AF65-F5344CB8AC3E}">
        <p14:creationId xmlns:p14="http://schemas.microsoft.com/office/powerpoint/2010/main" val="39920016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losing_LivingBlu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E9D0A09-3106-EA48-91AB-704FCBF975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609" t="87015" r="7268" b="10155"/>
          <a:stretch/>
        </p:blipFill>
        <p:spPr>
          <a:xfrm rot="10800000">
            <a:off x="0" y="0"/>
            <a:ext cx="12192000" cy="6858000"/>
          </a:xfrm>
          <a:prstGeom prst="rect">
            <a:avLst/>
          </a:prstGeom>
        </p:spPr>
      </p:pic>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862793" y="2907323"/>
            <a:ext cx="4466414" cy="1043354"/>
          </a:xfrm>
          <a:prstGeom prst="rect">
            <a:avLst/>
          </a:prstGeom>
        </p:spPr>
      </p:pic>
      <p:sp>
        <p:nvSpPr>
          <p:cNvPr id="6" name="Rectangle 5"/>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chemeClr val="bg1"/>
                </a:solidFill>
              </a:rPr>
              <a:t>Copyright © 2024 Boeing. All rights reserved.</a:t>
            </a:r>
          </a:p>
        </p:txBody>
      </p:sp>
    </p:spTree>
    <p:extLst>
      <p:ext uri="{BB962C8B-B14F-4D97-AF65-F5344CB8AC3E}">
        <p14:creationId xmlns:p14="http://schemas.microsoft.com/office/powerpoint/2010/main" val="39925307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theme" Target="../theme/theme2.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267" name="Rectangle 3"/>
          <p:cNvSpPr>
            <a:spLocks noGrp="1" noChangeArrowheads="1"/>
          </p:cNvSpPr>
          <p:nvPr>
            <p:ph type="title"/>
          </p:nvPr>
        </p:nvSpPr>
        <p:spPr bwMode="auto">
          <a:xfrm>
            <a:off x="457201" y="900499"/>
            <a:ext cx="10976889" cy="3046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p>
            <a:pPr lvl="0"/>
            <a:r>
              <a:rPr lang="en-US"/>
              <a:t>Click to edit Master title style</a:t>
            </a:r>
          </a:p>
        </p:txBody>
      </p:sp>
      <p:sp>
        <p:nvSpPr>
          <p:cNvPr id="11268" name="Rectangle 4"/>
          <p:cNvSpPr>
            <a:spLocks noGrp="1" noChangeArrowheads="1"/>
          </p:cNvSpPr>
          <p:nvPr>
            <p:ph type="body" idx="1"/>
          </p:nvPr>
        </p:nvSpPr>
        <p:spPr bwMode="auto">
          <a:xfrm>
            <a:off x="457200" y="2021174"/>
            <a:ext cx="10980835" cy="1495794"/>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Slide Number Placeholder 1"/>
          <p:cNvSpPr>
            <a:spLocks noGrp="1"/>
          </p:cNvSpPr>
          <p:nvPr>
            <p:ph type="sldNum" sz="quarter" idx="4"/>
          </p:nvPr>
        </p:nvSpPr>
        <p:spPr>
          <a:xfrm>
            <a:off x="10142220" y="6515100"/>
            <a:ext cx="1554480" cy="91440"/>
          </a:xfrm>
          <a:prstGeom prst="rect">
            <a:avLst/>
          </a:prstGeom>
        </p:spPr>
        <p:txBody>
          <a:bodyPr vert="horz" lIns="0" tIns="0" rIns="0" bIns="0" rtlCol="0" anchor="ctr"/>
          <a:lstStyle>
            <a:lvl1pPr algn="r">
              <a:defRPr sz="800" b="1">
                <a:solidFill>
                  <a:srgbClr val="A3AAAE"/>
                </a:solidFill>
              </a:defRPr>
            </a:lvl1pPr>
          </a:lstStyle>
          <a:p>
            <a:fld id="{48FFE6E1-85EB-9E42-824B-7CC9267ED8B9}" type="slidenum">
              <a:rPr lang="en-US" smtClean="0"/>
              <a:pPr/>
              <a:t>‹#›</a:t>
            </a:fld>
            <a:endParaRPr lang="en-US"/>
          </a:p>
        </p:txBody>
      </p:sp>
    </p:spTree>
    <p:extLst>
      <p:ext uri="{BB962C8B-B14F-4D97-AF65-F5344CB8AC3E}">
        <p14:creationId xmlns:p14="http://schemas.microsoft.com/office/powerpoint/2010/main" val="3332785547"/>
      </p:ext>
    </p:extLst>
  </p:cSld>
  <p:clrMap bg1="lt1" tx1="dk1" bg2="lt2" tx2="dk2" accent1="accent1" accent2="accent2" accent3="accent3" accent4="accent4" accent5="accent5" accent6="accent6" hlink="hlink" folHlink="folHlink"/>
  <p:sldLayoutIdLst>
    <p:sldLayoutId id="2147483768" r:id="rId1"/>
    <p:sldLayoutId id="2147483696" r:id="rId2"/>
    <p:sldLayoutId id="2147483770" r:id="rId3"/>
    <p:sldLayoutId id="2147483771" r:id="rId4"/>
    <p:sldLayoutId id="2147483764" r:id="rId5"/>
    <p:sldLayoutId id="2147483818" r:id="rId6"/>
    <p:sldLayoutId id="2147483819" r:id="rId7"/>
    <p:sldLayoutId id="2147483820" r:id="rId8"/>
    <p:sldLayoutId id="2147483821" r:id="rId9"/>
    <p:sldLayoutId id="2147483822" r:id="rId10"/>
    <p:sldLayoutId id="2147483817" r:id="rId11"/>
    <p:sldLayoutId id="2147483844" r:id="rId12"/>
    <p:sldLayoutId id="2147483842" r:id="rId13"/>
    <p:sldLayoutId id="2147483846" r:id="rId14"/>
    <p:sldLayoutId id="2147483767" r:id="rId15"/>
    <p:sldLayoutId id="2147483765" r:id="rId16"/>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1020763" rtl="0" eaLnBrk="1" fontAlgn="base" hangingPunct="1">
        <a:lnSpc>
          <a:spcPct val="90000"/>
        </a:lnSpc>
        <a:spcBef>
          <a:spcPct val="0"/>
        </a:spcBef>
        <a:spcAft>
          <a:spcPct val="0"/>
        </a:spcAft>
        <a:defRPr sz="2200" b="0">
          <a:solidFill>
            <a:schemeClr val="tx2"/>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p:titleStyle>
    <p:bodyStyle>
      <a:lvl1pPr marL="169863" indent="-169863" algn="l" defTabSz="820738" rtl="0" eaLnBrk="1" fontAlgn="base" hangingPunct="1">
        <a:lnSpc>
          <a:spcPct val="100000"/>
        </a:lnSpc>
        <a:spcBef>
          <a:spcPts val="650"/>
        </a:spcBef>
        <a:spcAft>
          <a:spcPct val="0"/>
        </a:spcAft>
        <a:buClr>
          <a:schemeClr val="tx2"/>
        </a:buClr>
        <a:buFont typeface="Wingdings" pitchFamily="2" charset="2"/>
        <a:buChar char="§"/>
        <a:defRPr sz="1800" b="0">
          <a:solidFill>
            <a:srgbClr val="5B6770"/>
          </a:solidFill>
          <a:latin typeface="Arial" charset="0"/>
          <a:ea typeface="Arial" charset="0"/>
          <a:cs typeface="Arial" charset="0"/>
        </a:defRPr>
      </a:lvl1pPr>
      <a:lvl2pPr marL="376238" indent="-204788" algn="l" defTabSz="820738" rtl="0" eaLnBrk="1" fontAlgn="base" hangingPunct="1">
        <a:lnSpc>
          <a:spcPct val="100000"/>
        </a:lnSpc>
        <a:spcBef>
          <a:spcPts val="575"/>
        </a:spcBef>
        <a:spcAft>
          <a:spcPct val="0"/>
        </a:spcAft>
        <a:buClr>
          <a:schemeClr val="tx2"/>
        </a:buClr>
        <a:buFont typeface="Wingdings" pitchFamily="2" charset="2"/>
        <a:buChar char="§"/>
        <a:defRPr sz="1600">
          <a:solidFill>
            <a:srgbClr val="5B6770"/>
          </a:solidFill>
          <a:latin typeface="Arial" charset="0"/>
          <a:ea typeface="Arial" charset="0"/>
          <a:cs typeface="Arial" charset="0"/>
        </a:defRPr>
      </a:lvl2pPr>
      <a:lvl3pPr marL="627063" indent="-185738" algn="l" defTabSz="820738" rtl="0" eaLnBrk="1" fontAlgn="base" hangingPunct="1">
        <a:lnSpc>
          <a:spcPct val="100000"/>
        </a:lnSpc>
        <a:spcBef>
          <a:spcPts val="575"/>
        </a:spcBef>
        <a:spcAft>
          <a:spcPct val="0"/>
        </a:spcAft>
        <a:buClr>
          <a:schemeClr val="tx2"/>
        </a:buClr>
        <a:buFont typeface="Wingdings" panose="05000000000000000000" pitchFamily="2" charset="2"/>
        <a:buChar char="§"/>
        <a:defRPr sz="1600">
          <a:solidFill>
            <a:srgbClr val="5B6770"/>
          </a:solidFill>
          <a:latin typeface="Arial" charset="0"/>
          <a:ea typeface="Arial" charset="0"/>
          <a:cs typeface="Arial" charset="0"/>
        </a:defRPr>
      </a:lvl3pPr>
      <a:lvl4pPr marL="792163" indent="-163513" algn="l" defTabSz="820738" rtl="0" eaLnBrk="1" fontAlgn="base" hangingPunct="1">
        <a:lnSpc>
          <a:spcPct val="100000"/>
        </a:lnSpc>
        <a:spcBef>
          <a:spcPts val="575"/>
        </a:spcBef>
        <a:spcAft>
          <a:spcPct val="0"/>
        </a:spcAft>
        <a:buClr>
          <a:schemeClr val="tx2"/>
        </a:buClr>
        <a:buFont typeface="Wingdings" panose="05000000000000000000" pitchFamily="2" charset="2"/>
        <a:buChar char="§"/>
        <a:defRPr sz="1400">
          <a:solidFill>
            <a:srgbClr val="5B6770"/>
          </a:solidFill>
          <a:latin typeface="Arial" charset="0"/>
          <a:ea typeface="Arial" charset="0"/>
          <a:cs typeface="Arial" charset="0"/>
        </a:defRPr>
      </a:lvl4pPr>
      <a:lvl5pPr marL="957263" indent="-163513" algn="l" defTabSz="820738" rtl="0" eaLnBrk="1" fontAlgn="base" hangingPunct="1">
        <a:lnSpc>
          <a:spcPct val="100000"/>
        </a:lnSpc>
        <a:spcBef>
          <a:spcPts val="575"/>
        </a:spcBef>
        <a:spcAft>
          <a:spcPct val="0"/>
        </a:spcAft>
        <a:buClr>
          <a:schemeClr val="tx2"/>
        </a:buClr>
        <a:buFont typeface="Wingdings" panose="05000000000000000000" pitchFamily="2" charset="2"/>
        <a:buChar char="§"/>
        <a:defRPr sz="1400">
          <a:solidFill>
            <a:srgbClr val="5B6770"/>
          </a:solidFill>
          <a:latin typeface="Arial" charset="0"/>
          <a:ea typeface="Arial" charset="0"/>
          <a:cs typeface="Arial" charset="0"/>
        </a:defRPr>
      </a:lvl5pPr>
      <a:lvl6pPr marL="14144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6pPr>
      <a:lvl7pPr marL="18716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7pPr>
      <a:lvl8pPr marL="23288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8pPr>
      <a:lvl9pPr marL="27860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userDrawn="1">
          <p15:clr>
            <a:srgbClr val="F26B43"/>
          </p15:clr>
        </p15:guide>
        <p15:guide id="2" pos="3840" userDrawn="1">
          <p15:clr>
            <a:srgbClr val="F26B43"/>
          </p15:clr>
        </p15:guide>
        <p15:guide id="3" pos="288" userDrawn="1">
          <p15:clr>
            <a:srgbClr val="F26B43"/>
          </p15:clr>
        </p15:guide>
        <p15:guide id="4" pos="7368" userDrawn="1">
          <p15:clr>
            <a:srgbClr val="F26B43"/>
          </p15:clr>
        </p15:guide>
        <p15:guide id="5" orient="horz" pos="4104" userDrawn="1">
          <p15:clr>
            <a:srgbClr val="F26B43"/>
          </p15:clr>
        </p15:guide>
        <p15:guide id="6" orient="horz" pos="336" userDrawn="1">
          <p15:clr>
            <a:srgbClr val="F26B43"/>
          </p15:clr>
        </p15:guide>
        <p15:guide id="7" orient="horz" pos="2160" userDrawn="1">
          <p15:clr>
            <a:srgbClr val="F26B43"/>
          </p15:clr>
        </p15:guide>
        <p15:guide id="8" orient="horz" pos="480" userDrawn="1">
          <p15:clr>
            <a:srgbClr val="F26B43"/>
          </p15:clr>
        </p15:guide>
        <p15:guide id="9" orient="horz" pos="60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268" name="Rectangle 4"/>
          <p:cNvSpPr>
            <a:spLocks noGrp="1" noChangeArrowheads="1"/>
          </p:cNvSpPr>
          <p:nvPr>
            <p:ph type="body" idx="1"/>
          </p:nvPr>
        </p:nvSpPr>
        <p:spPr bwMode="auto">
          <a:xfrm>
            <a:off x="457200" y="2021174"/>
            <a:ext cx="10980835" cy="1495794"/>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Slide Number Placeholder 1"/>
          <p:cNvSpPr>
            <a:spLocks noGrp="1"/>
          </p:cNvSpPr>
          <p:nvPr>
            <p:ph type="sldNum" sz="quarter" idx="4"/>
          </p:nvPr>
        </p:nvSpPr>
        <p:spPr>
          <a:xfrm>
            <a:off x="10142220" y="6515100"/>
            <a:ext cx="1554480" cy="91440"/>
          </a:xfrm>
          <a:prstGeom prst="rect">
            <a:avLst/>
          </a:prstGeom>
        </p:spPr>
        <p:txBody>
          <a:bodyPr vert="horz" lIns="0" tIns="0" rIns="0" bIns="0" rtlCol="0" anchor="ctr"/>
          <a:lstStyle>
            <a:lvl1pPr algn="r">
              <a:defRPr sz="800" b="1">
                <a:solidFill>
                  <a:srgbClr val="A3AAAE"/>
                </a:solidFill>
              </a:defRPr>
            </a:lvl1pPr>
          </a:lstStyle>
          <a:p>
            <a:fld id="{48FFE6E1-85EB-9E42-824B-7CC9267ED8B9}" type="slidenum">
              <a:rPr lang="en-US" smtClean="0"/>
              <a:pPr/>
              <a:t>‹#›</a:t>
            </a:fld>
            <a:endParaRPr lang="en-US"/>
          </a:p>
        </p:txBody>
      </p:sp>
      <p:sp>
        <p:nvSpPr>
          <p:cNvPr id="6" name="Rectangle 3">
            <a:extLst>
              <a:ext uri="{FF2B5EF4-FFF2-40B4-BE49-F238E27FC236}">
                <a16:creationId xmlns:a16="http://schemas.microsoft.com/office/drawing/2014/main" id="{E7AE84AB-D1AA-FF4A-9A3A-72C14E532E80}"/>
              </a:ext>
            </a:extLst>
          </p:cNvPr>
          <p:cNvSpPr>
            <a:spLocks noGrp="1" noChangeArrowheads="1"/>
          </p:cNvSpPr>
          <p:nvPr>
            <p:ph type="title"/>
          </p:nvPr>
        </p:nvSpPr>
        <p:spPr bwMode="auto">
          <a:xfrm>
            <a:off x="457201" y="900499"/>
            <a:ext cx="10976889" cy="3046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p>
            <a:pPr lvl="0"/>
            <a:r>
              <a:rPr lang="en-US"/>
              <a:t>Click to edit Master title style</a:t>
            </a:r>
          </a:p>
        </p:txBody>
      </p:sp>
      <p:sp>
        <p:nvSpPr>
          <p:cNvPr id="5" name="Rectangle 4">
            <a:extLst>
              <a:ext uri="{FF2B5EF4-FFF2-40B4-BE49-F238E27FC236}">
                <a16:creationId xmlns:a16="http://schemas.microsoft.com/office/drawing/2014/main" id="{F880CBD5-5B2A-4EF4-9076-8FFB64C376E2}"/>
              </a:ext>
            </a:extLst>
          </p:cNvPr>
          <p:cNvSpPr>
            <a:spLocks noChangeArrowheads="1"/>
          </p:cNvSpPr>
          <p:nvPr userDrawn="1"/>
        </p:nvSpPr>
        <p:spPr bwMode="auto">
          <a:xfrm>
            <a:off x="457200" y="6493880"/>
            <a:ext cx="2753783" cy="123111"/>
          </a:xfrm>
          <a:prstGeom prst="rect">
            <a:avLst/>
          </a:prstGeom>
          <a:noFill/>
          <a:ln w="12700">
            <a:noFill/>
            <a:miter lim="800000"/>
            <a:headEnd type="none" w="sm" len="sm"/>
            <a:tailEnd type="none" w="sm" len="sm"/>
          </a:ln>
          <a:effectLst/>
        </p:spPr>
        <p:txBody>
          <a:bodyPr lIns="0" tIns="0" rIns="0" bIns="0" anchor="ctr" anchorCtr="0">
            <a:spAutoFit/>
          </a:bodyPr>
          <a:lstStyle/>
          <a:p>
            <a:pPr defTabSz="820738" eaLnBrk="0" hangingPunct="0"/>
            <a:r>
              <a:rPr lang="en-US" sz="800">
                <a:solidFill>
                  <a:srgbClr val="A3AAAE"/>
                </a:solidFill>
              </a:rPr>
              <a:t>Copyright © 2024 Boeing. All rights reserved.</a:t>
            </a:r>
          </a:p>
        </p:txBody>
      </p:sp>
    </p:spTree>
    <p:extLst>
      <p:ext uri="{BB962C8B-B14F-4D97-AF65-F5344CB8AC3E}">
        <p14:creationId xmlns:p14="http://schemas.microsoft.com/office/powerpoint/2010/main" val="1313530461"/>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48" r:id="rId5"/>
    <p:sldLayoutId id="2147483808" r:id="rId6"/>
    <p:sldLayoutId id="2147483809" r:id="rId7"/>
    <p:sldLayoutId id="2147483810" r:id="rId8"/>
    <p:sldLayoutId id="2147483811" r:id="rId9"/>
    <p:sldLayoutId id="2147483812" r:id="rId10"/>
    <p:sldLayoutId id="2147483841" r:id="rId11"/>
    <p:sldLayoutId id="2147483845" r:id="rId12"/>
    <p:sldLayoutId id="2147483843" r:id="rId13"/>
    <p:sldLayoutId id="2147483847" r:id="rId14"/>
    <p:sldLayoutId id="2147483814" r:id="rId15"/>
    <p:sldLayoutId id="2147483813" r:id="rId16"/>
    <p:sldLayoutId id="2147483815" r:id="rId17"/>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1020763" rtl="0" eaLnBrk="1" fontAlgn="base" hangingPunct="1">
        <a:lnSpc>
          <a:spcPct val="90000"/>
        </a:lnSpc>
        <a:spcBef>
          <a:spcPct val="0"/>
        </a:spcBef>
        <a:spcAft>
          <a:spcPct val="0"/>
        </a:spcAft>
        <a:defRPr sz="2200" b="0">
          <a:solidFill>
            <a:schemeClr val="tx2"/>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p:titleStyle>
    <p:bodyStyle>
      <a:lvl1pPr marL="169863" indent="-169863" algn="l" defTabSz="820738" rtl="0" eaLnBrk="1" fontAlgn="base" hangingPunct="1">
        <a:lnSpc>
          <a:spcPct val="100000"/>
        </a:lnSpc>
        <a:spcBef>
          <a:spcPts val="650"/>
        </a:spcBef>
        <a:spcAft>
          <a:spcPct val="0"/>
        </a:spcAft>
        <a:buClr>
          <a:schemeClr val="tx2"/>
        </a:buClr>
        <a:buFont typeface="Wingdings" pitchFamily="2" charset="2"/>
        <a:buChar char="§"/>
        <a:defRPr sz="1800" b="0">
          <a:solidFill>
            <a:srgbClr val="5B6770"/>
          </a:solidFill>
          <a:latin typeface="Arial" charset="0"/>
          <a:ea typeface="Arial" charset="0"/>
          <a:cs typeface="Arial" charset="0"/>
        </a:defRPr>
      </a:lvl1pPr>
      <a:lvl2pPr marL="376238" indent="-204788" algn="l" defTabSz="820738" rtl="0" eaLnBrk="1" fontAlgn="base" hangingPunct="1">
        <a:lnSpc>
          <a:spcPct val="100000"/>
        </a:lnSpc>
        <a:spcBef>
          <a:spcPts val="575"/>
        </a:spcBef>
        <a:spcAft>
          <a:spcPct val="0"/>
        </a:spcAft>
        <a:buClr>
          <a:schemeClr val="tx2"/>
        </a:buClr>
        <a:buFont typeface="Wingdings" pitchFamily="2" charset="2"/>
        <a:buChar char="§"/>
        <a:defRPr sz="1600">
          <a:solidFill>
            <a:srgbClr val="5B6770"/>
          </a:solidFill>
          <a:latin typeface="Arial" charset="0"/>
          <a:ea typeface="Arial" charset="0"/>
          <a:cs typeface="Arial" charset="0"/>
        </a:defRPr>
      </a:lvl2pPr>
      <a:lvl3pPr marL="627063" indent="-185738" algn="l" defTabSz="820738" rtl="0" eaLnBrk="1" fontAlgn="base" hangingPunct="1">
        <a:lnSpc>
          <a:spcPct val="100000"/>
        </a:lnSpc>
        <a:spcBef>
          <a:spcPts val="575"/>
        </a:spcBef>
        <a:spcAft>
          <a:spcPct val="0"/>
        </a:spcAft>
        <a:buClr>
          <a:schemeClr val="tx2"/>
        </a:buClr>
        <a:buFont typeface="Wingdings" pitchFamily="2" charset="2"/>
        <a:buChar char="§"/>
        <a:defRPr sz="1600">
          <a:solidFill>
            <a:srgbClr val="5B6770"/>
          </a:solidFill>
          <a:latin typeface="Arial" charset="0"/>
          <a:ea typeface="Arial" charset="0"/>
          <a:cs typeface="Arial" charset="0"/>
        </a:defRPr>
      </a:lvl3pPr>
      <a:lvl4pPr marL="792163" indent="-163513" algn="l" defTabSz="820738" rtl="0" eaLnBrk="1" fontAlgn="base" hangingPunct="1">
        <a:lnSpc>
          <a:spcPct val="100000"/>
        </a:lnSpc>
        <a:spcBef>
          <a:spcPts val="575"/>
        </a:spcBef>
        <a:spcAft>
          <a:spcPct val="0"/>
        </a:spcAft>
        <a:buClr>
          <a:schemeClr val="tx2"/>
        </a:buClr>
        <a:buFont typeface="Wingdings" pitchFamily="2" charset="2"/>
        <a:buChar char="§"/>
        <a:defRPr sz="1400">
          <a:solidFill>
            <a:srgbClr val="5B6770"/>
          </a:solidFill>
          <a:latin typeface="Arial" charset="0"/>
          <a:ea typeface="Arial" charset="0"/>
          <a:cs typeface="Arial" charset="0"/>
        </a:defRPr>
      </a:lvl4pPr>
      <a:lvl5pPr marL="957263" indent="-163513" algn="l" defTabSz="820738" rtl="0" eaLnBrk="1" fontAlgn="base" hangingPunct="1">
        <a:lnSpc>
          <a:spcPct val="100000"/>
        </a:lnSpc>
        <a:spcBef>
          <a:spcPts val="575"/>
        </a:spcBef>
        <a:spcAft>
          <a:spcPct val="0"/>
        </a:spcAft>
        <a:buClr>
          <a:schemeClr val="tx2"/>
        </a:buClr>
        <a:buFont typeface="Wingdings" pitchFamily="2" charset="2"/>
        <a:buChar char="§"/>
        <a:defRPr sz="1400">
          <a:solidFill>
            <a:srgbClr val="5B6770"/>
          </a:solidFill>
          <a:latin typeface="Arial" charset="0"/>
          <a:ea typeface="Arial" charset="0"/>
          <a:cs typeface="Arial" charset="0"/>
        </a:defRPr>
      </a:lvl5pPr>
      <a:lvl6pPr marL="14144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6pPr>
      <a:lvl7pPr marL="18716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7pPr>
      <a:lvl8pPr marL="23288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8pPr>
      <a:lvl9pPr marL="27860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3840">
          <p15:clr>
            <a:srgbClr val="F26B43"/>
          </p15:clr>
        </p15:guide>
        <p15:guide id="3" pos="288">
          <p15:clr>
            <a:srgbClr val="F26B43"/>
          </p15:clr>
        </p15:guide>
        <p15:guide id="4" pos="7368">
          <p15:clr>
            <a:srgbClr val="F26B43"/>
          </p15:clr>
        </p15:guide>
        <p15:guide id="5" orient="horz" pos="4104">
          <p15:clr>
            <a:srgbClr val="F26B43"/>
          </p15:clr>
        </p15:guide>
        <p15:guide id="6" orient="horz" pos="336">
          <p15:clr>
            <a:srgbClr val="F26B43"/>
          </p15:clr>
        </p15:guide>
        <p15:guide id="7" orient="horz" pos="2160">
          <p15:clr>
            <a:srgbClr val="F26B43"/>
          </p15:clr>
        </p15:guide>
        <p15:guide id="8" orient="horz" pos="480">
          <p15:clr>
            <a:srgbClr val="F26B43"/>
          </p15:clr>
        </p15:guide>
        <p15:guide id="9" orient="horz" pos="60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48.png"/></Relationships>
</file>

<file path=ppt/slides/_rels/slide1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23.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2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 Id="rId4" Type="http://schemas.openxmlformats.org/officeDocument/2006/relationships/image" Target="../media/image7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4175A-D651-4B76-80A3-CAA0EBB86F52}"/>
              </a:ext>
            </a:extLst>
          </p:cNvPr>
          <p:cNvSpPr>
            <a:spLocks noGrp="1"/>
          </p:cNvSpPr>
          <p:nvPr>
            <p:ph type="ctrTitle" sz="quarter"/>
          </p:nvPr>
        </p:nvSpPr>
        <p:spPr>
          <a:xfrm>
            <a:off x="383469" y="2694446"/>
            <a:ext cx="11284836" cy="609398"/>
          </a:xfrm>
        </p:spPr>
        <p:txBody>
          <a:bodyPr/>
          <a:lstStyle/>
          <a:p>
            <a:pPr algn="ctr"/>
            <a:r>
              <a:rPr lang="en-US" sz="4400"/>
              <a:t>Classification</a:t>
            </a:r>
          </a:p>
        </p:txBody>
      </p:sp>
      <p:sp>
        <p:nvSpPr>
          <p:cNvPr id="5" name="Subtitle 4">
            <a:extLst>
              <a:ext uri="{FF2B5EF4-FFF2-40B4-BE49-F238E27FC236}">
                <a16:creationId xmlns:a16="http://schemas.microsoft.com/office/drawing/2014/main" id="{42380216-C945-1CE2-62ED-C5659A0915BC}"/>
              </a:ext>
            </a:extLst>
          </p:cNvPr>
          <p:cNvSpPr>
            <a:spLocks noGrp="1"/>
          </p:cNvSpPr>
          <p:nvPr>
            <p:ph type="subTitle" idx="1"/>
          </p:nvPr>
        </p:nvSpPr>
        <p:spPr>
          <a:xfrm>
            <a:off x="599016" y="3487543"/>
            <a:ext cx="10993967" cy="369332"/>
          </a:xfrm>
        </p:spPr>
        <p:txBody>
          <a:bodyPr/>
          <a:lstStyle/>
          <a:p>
            <a:pPr algn="ctr"/>
            <a:r>
              <a:rPr lang="en-US" sz="2400"/>
              <a:t>AI/ML Training 2025</a:t>
            </a:r>
          </a:p>
        </p:txBody>
      </p:sp>
      <p:sp>
        <p:nvSpPr>
          <p:cNvPr id="6" name="Rectangle 5">
            <a:extLst>
              <a:ext uri="{FF2B5EF4-FFF2-40B4-BE49-F238E27FC236}">
                <a16:creationId xmlns:a16="http://schemas.microsoft.com/office/drawing/2014/main" id="{06D7B84B-1498-8ABD-8402-737A20B0BBF7}"/>
              </a:ext>
            </a:extLst>
          </p:cNvPr>
          <p:cNvSpPr/>
          <p:nvPr/>
        </p:nvSpPr>
        <p:spPr>
          <a:xfrm>
            <a:off x="6555346" y="5944325"/>
            <a:ext cx="5405052" cy="415498"/>
          </a:xfrm>
          <a:prstGeom prst="rect">
            <a:avLst/>
          </a:prstGeom>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050">
                <a:solidFill>
                  <a:schemeClr val="bg1"/>
                </a:solidFill>
                <a:latin typeface="+mj-lt"/>
                <a:ea typeface="Calibri" panose="020F0502020204030204" pitchFamily="34" charset="0"/>
                <a:cs typeface="Times New Roman" panose="02020603050405020304" pitchFamily="18" charset="0"/>
              </a:rPr>
              <a:t>Not subject to U.S. Export Administration Regulations (EAR) (15 C.F.R. Parts 730-774) or U.S. International Traffic in Arms Regulations (ITAR), (22 C.F.R. Parts 120-130)</a:t>
            </a:r>
            <a:endParaRPr lang="en-US" sz="1050">
              <a:solidFill>
                <a:schemeClr val="bg1"/>
              </a:solidFill>
              <a:latin typeface="+mj-lt"/>
              <a:cs typeface="Times New Roman" panose="02020603050405020304" pitchFamily="18" charset="0"/>
            </a:endParaRPr>
          </a:p>
        </p:txBody>
      </p:sp>
    </p:spTree>
    <p:extLst>
      <p:ext uri="{BB962C8B-B14F-4D97-AF65-F5344CB8AC3E}">
        <p14:creationId xmlns:p14="http://schemas.microsoft.com/office/powerpoint/2010/main" val="40438770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1875915-0B11-4849-B28F-0E436B563B55}"/>
              </a:ext>
            </a:extLst>
          </p:cNvPr>
          <p:cNvSpPr>
            <a:spLocks noGrp="1"/>
          </p:cNvSpPr>
          <p:nvPr>
            <p:ph type="sldNum" sz="quarter" idx="10"/>
          </p:nvPr>
        </p:nvSpPr>
        <p:spPr/>
        <p:txBody>
          <a:bodyPr/>
          <a:lstStyle/>
          <a:p>
            <a:fld id="{48FFE6E1-85EB-9E42-824B-7CC9267ED8B9}" type="slidenum">
              <a:rPr lang="en-US" smtClean="0"/>
              <a:pPr/>
              <a:t>2</a:t>
            </a:fld>
            <a:endParaRPr lang="en-US"/>
          </a:p>
        </p:txBody>
      </p:sp>
      <p:sp>
        <p:nvSpPr>
          <p:cNvPr id="4" name="Content Placeholder 3">
            <a:extLst>
              <a:ext uri="{FF2B5EF4-FFF2-40B4-BE49-F238E27FC236}">
                <a16:creationId xmlns:a16="http://schemas.microsoft.com/office/drawing/2014/main" id="{D20446F4-8980-456D-9B12-C979F485E1BD}"/>
              </a:ext>
            </a:extLst>
          </p:cNvPr>
          <p:cNvSpPr>
            <a:spLocks noGrp="1"/>
          </p:cNvSpPr>
          <p:nvPr>
            <p:ph idx="1"/>
          </p:nvPr>
        </p:nvSpPr>
        <p:spPr>
          <a:xfrm>
            <a:off x="1277713" y="1600333"/>
            <a:ext cx="3828761" cy="3316292"/>
          </a:xfrm>
        </p:spPr>
        <p:txBody>
          <a:bodyPr/>
          <a:lstStyle/>
          <a:p>
            <a:r>
              <a:rPr lang="en-US">
                <a:solidFill>
                  <a:schemeClr val="tx1"/>
                </a:solidFill>
              </a:rPr>
              <a:t>Introduction</a:t>
            </a:r>
          </a:p>
          <a:p>
            <a:r>
              <a:rPr lang="en-US">
                <a:solidFill>
                  <a:schemeClr val="tx1"/>
                </a:solidFill>
              </a:rPr>
              <a:t>Classification Algorithms</a:t>
            </a:r>
          </a:p>
          <a:p>
            <a:pPr lvl="1">
              <a:buFont typeface="Arial" panose="020B0604020202020204" pitchFamily="34" charset="0"/>
              <a:buChar char="•"/>
            </a:pPr>
            <a:r>
              <a:rPr lang="en-US">
                <a:solidFill>
                  <a:schemeClr val="tx1"/>
                </a:solidFill>
              </a:rPr>
              <a:t>Logistic Regression</a:t>
            </a:r>
          </a:p>
          <a:p>
            <a:pPr lvl="1">
              <a:buFont typeface="Arial" panose="020B0604020202020204" pitchFamily="34" charset="0"/>
              <a:buChar char="•"/>
            </a:pPr>
            <a:r>
              <a:rPr lang="en-US">
                <a:solidFill>
                  <a:schemeClr val="tx1"/>
                </a:solidFill>
              </a:rPr>
              <a:t>Support Vector Machine</a:t>
            </a:r>
          </a:p>
          <a:p>
            <a:pPr lvl="1">
              <a:buFont typeface="Arial" panose="020B0604020202020204" pitchFamily="34" charset="0"/>
              <a:buChar char="•"/>
            </a:pPr>
            <a:r>
              <a:rPr lang="en-US">
                <a:solidFill>
                  <a:schemeClr val="tx1"/>
                </a:solidFill>
              </a:rPr>
              <a:t>Naïve Bayes</a:t>
            </a:r>
          </a:p>
          <a:p>
            <a:pPr lvl="1">
              <a:buFont typeface="Arial" panose="020B0604020202020204" pitchFamily="34" charset="0"/>
              <a:buChar char="•"/>
            </a:pPr>
            <a:r>
              <a:rPr lang="en-US">
                <a:solidFill>
                  <a:schemeClr val="tx1"/>
                </a:solidFill>
              </a:rPr>
              <a:t>K Nearest Neighbors</a:t>
            </a:r>
          </a:p>
          <a:p>
            <a:pPr lvl="1">
              <a:buFont typeface="Arial" panose="020B0604020202020204" pitchFamily="34" charset="0"/>
              <a:buChar char="•"/>
            </a:pPr>
            <a:r>
              <a:rPr lang="en-US">
                <a:solidFill>
                  <a:schemeClr val="tx1"/>
                </a:solidFill>
              </a:rPr>
              <a:t>Decision Trees</a:t>
            </a:r>
          </a:p>
          <a:p>
            <a:pPr lvl="1">
              <a:buFont typeface="Arial" panose="020B0604020202020204" pitchFamily="34" charset="0"/>
              <a:buChar char="•"/>
            </a:pPr>
            <a:r>
              <a:rPr lang="en-US">
                <a:solidFill>
                  <a:schemeClr val="tx1"/>
                </a:solidFill>
              </a:rPr>
              <a:t>Random Forest</a:t>
            </a:r>
          </a:p>
          <a:p>
            <a:r>
              <a:rPr lang="en-US">
                <a:solidFill>
                  <a:schemeClr val="tx1"/>
                </a:solidFill>
              </a:rPr>
              <a:t>Bias – Variance Tradeoff</a:t>
            </a:r>
          </a:p>
          <a:p>
            <a:r>
              <a:rPr lang="en-US">
                <a:solidFill>
                  <a:schemeClr val="tx1"/>
                </a:solidFill>
              </a:rPr>
              <a:t>Performance Metrics</a:t>
            </a:r>
          </a:p>
        </p:txBody>
      </p:sp>
      <p:sp>
        <p:nvSpPr>
          <p:cNvPr id="3" name="Title 8">
            <a:extLst>
              <a:ext uri="{FF2B5EF4-FFF2-40B4-BE49-F238E27FC236}">
                <a16:creationId xmlns:a16="http://schemas.microsoft.com/office/drawing/2014/main" id="{DF28F104-6C90-23D7-CE87-9142820C5BA2}"/>
              </a:ext>
            </a:extLst>
          </p:cNvPr>
          <p:cNvSpPr>
            <a:spLocks noGrp="1"/>
          </p:cNvSpPr>
          <p:nvPr>
            <p:ph type="title"/>
          </p:nvPr>
        </p:nvSpPr>
        <p:spPr>
          <a:xfrm>
            <a:off x="719811" y="894857"/>
            <a:ext cx="10976889" cy="332399"/>
          </a:xfrm>
        </p:spPr>
        <p:txBody>
          <a:bodyPr/>
          <a:lstStyle/>
          <a:p>
            <a:r>
              <a:rPr lang="en-US" sz="2400" b="1" i="0">
                <a:solidFill>
                  <a:schemeClr val="tx1"/>
                </a:solidFill>
              </a:rPr>
              <a:t>Agenda</a:t>
            </a:r>
            <a:endParaRPr lang="en-US" sz="2800" b="1">
              <a:solidFill>
                <a:schemeClr val="tx1"/>
              </a:solidFill>
            </a:endParaRPr>
          </a:p>
        </p:txBody>
      </p:sp>
    </p:spTree>
    <p:extLst>
      <p:ext uri="{BB962C8B-B14F-4D97-AF65-F5344CB8AC3E}">
        <p14:creationId xmlns:p14="http://schemas.microsoft.com/office/powerpoint/2010/main" val="12641923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52E4C-D5D2-CFE8-7EB8-0738ACA9EF78}"/>
            </a:ext>
          </a:extLst>
        </p:cNvPr>
        <p:cNvGrpSpPr/>
        <p:nvPr/>
      </p:nvGrpSpPr>
      <p:grpSpPr>
        <a:xfrm>
          <a:off x="0" y="0"/>
          <a:ext cx="0" cy="0"/>
          <a:chOff x="0" y="0"/>
          <a:chExt cx="0" cy="0"/>
        </a:xfrm>
      </p:grpSpPr>
      <p:sp>
        <p:nvSpPr>
          <p:cNvPr id="48" name="Rectangle: Rounded Corners 47">
            <a:extLst>
              <a:ext uri="{FF2B5EF4-FFF2-40B4-BE49-F238E27FC236}">
                <a16:creationId xmlns:a16="http://schemas.microsoft.com/office/drawing/2014/main" id="{01DE69A3-19FE-4A3A-C104-FD48926491BB}"/>
              </a:ext>
            </a:extLst>
          </p:cNvPr>
          <p:cNvSpPr/>
          <p:nvPr/>
        </p:nvSpPr>
        <p:spPr>
          <a:xfrm>
            <a:off x="6473676" y="3048452"/>
            <a:ext cx="5042049" cy="802213"/>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14E2591A-C48D-D5EC-A9BC-6298279A9873}"/>
              </a:ext>
            </a:extLst>
          </p:cNvPr>
          <p:cNvSpPr/>
          <p:nvPr/>
        </p:nvSpPr>
        <p:spPr>
          <a:xfrm>
            <a:off x="927856" y="3043917"/>
            <a:ext cx="4519745" cy="802213"/>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66BE8575-31A9-4440-A59E-FA00C1C770EF}"/>
              </a:ext>
            </a:extLst>
          </p:cNvPr>
          <p:cNvSpPr>
            <a:spLocks noGrp="1"/>
          </p:cNvSpPr>
          <p:nvPr>
            <p:ph type="sldNum" sz="quarter" idx="10"/>
          </p:nvPr>
        </p:nvSpPr>
        <p:spPr/>
        <p:txBody>
          <a:bodyPr/>
          <a:lstStyle/>
          <a:p>
            <a:fld id="{48FFE6E1-85EB-9E42-824B-7CC9267ED8B9}" type="slidenum">
              <a:rPr lang="en-US" smtClean="0"/>
              <a:pPr/>
              <a:t>3</a:t>
            </a:fld>
            <a:endParaRPr lang="en-US"/>
          </a:p>
        </p:txBody>
      </p:sp>
      <p:sp>
        <p:nvSpPr>
          <p:cNvPr id="11" name="Rectangle: Rounded Corners 10">
            <a:extLst>
              <a:ext uri="{FF2B5EF4-FFF2-40B4-BE49-F238E27FC236}">
                <a16:creationId xmlns:a16="http://schemas.microsoft.com/office/drawing/2014/main" id="{C79C5B87-5786-809F-0875-44E90AE79EB7}"/>
              </a:ext>
            </a:extLst>
          </p:cNvPr>
          <p:cNvSpPr/>
          <p:nvPr/>
        </p:nvSpPr>
        <p:spPr>
          <a:xfrm>
            <a:off x="1786617" y="3989815"/>
            <a:ext cx="8238129" cy="2787964"/>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0F1F015-AB34-388C-ED2E-BEA3A96B79E8}"/>
              </a:ext>
            </a:extLst>
          </p:cNvPr>
          <p:cNvSpPr txBox="1"/>
          <p:nvPr/>
        </p:nvSpPr>
        <p:spPr>
          <a:xfrm>
            <a:off x="2509916" y="80221"/>
            <a:ext cx="7159332" cy="424732"/>
          </a:xfrm>
          <a:prstGeom prst="rect">
            <a:avLst/>
          </a:prstGeom>
          <a:noFill/>
        </p:spPr>
        <p:txBody>
          <a:bodyPr wrap="none" rtlCol="0">
            <a:spAutoFit/>
          </a:bodyPr>
          <a:lstStyle/>
          <a:p>
            <a:pPr defTabSz="1020763">
              <a:lnSpc>
                <a:spcPct val="90000"/>
              </a:lnSpc>
            </a:pPr>
            <a:r>
              <a:rPr lang="en-US" sz="2400" b="1">
                <a:solidFill>
                  <a:srgbClr val="002060"/>
                </a:solidFill>
                <a:cs typeface="Arial" charset="0"/>
              </a:rPr>
              <a:t>Supervised Learning vs Unsupervised Learning</a:t>
            </a:r>
          </a:p>
        </p:txBody>
      </p:sp>
      <p:pic>
        <p:nvPicPr>
          <p:cNvPr id="13" name="Picture 12">
            <a:extLst>
              <a:ext uri="{FF2B5EF4-FFF2-40B4-BE49-F238E27FC236}">
                <a16:creationId xmlns:a16="http://schemas.microsoft.com/office/drawing/2014/main" id="{2FB5EB7E-FB91-FE6A-42A4-708F3F745E3E}"/>
              </a:ext>
            </a:extLst>
          </p:cNvPr>
          <p:cNvPicPr>
            <a:picLocks noChangeAspect="1"/>
          </p:cNvPicPr>
          <p:nvPr/>
        </p:nvPicPr>
        <p:blipFill>
          <a:blip r:embed="rId2"/>
          <a:stretch>
            <a:fillRect/>
          </a:stretch>
        </p:blipFill>
        <p:spPr>
          <a:xfrm>
            <a:off x="824645" y="565337"/>
            <a:ext cx="996821" cy="1426838"/>
          </a:xfrm>
          <a:prstGeom prst="rect">
            <a:avLst/>
          </a:prstGeom>
        </p:spPr>
      </p:pic>
      <p:pic>
        <p:nvPicPr>
          <p:cNvPr id="14" name="Picture 13">
            <a:extLst>
              <a:ext uri="{FF2B5EF4-FFF2-40B4-BE49-F238E27FC236}">
                <a16:creationId xmlns:a16="http://schemas.microsoft.com/office/drawing/2014/main" id="{EF489A68-6AAA-BC95-B34F-09D20403246C}"/>
              </a:ext>
            </a:extLst>
          </p:cNvPr>
          <p:cNvPicPr>
            <a:picLocks noChangeAspect="1"/>
          </p:cNvPicPr>
          <p:nvPr/>
        </p:nvPicPr>
        <p:blipFill>
          <a:blip r:embed="rId3"/>
          <a:stretch>
            <a:fillRect/>
          </a:stretch>
        </p:blipFill>
        <p:spPr>
          <a:xfrm>
            <a:off x="817355" y="2023635"/>
            <a:ext cx="1017253" cy="965234"/>
          </a:xfrm>
          <a:prstGeom prst="rect">
            <a:avLst/>
          </a:prstGeom>
        </p:spPr>
      </p:pic>
      <p:pic>
        <p:nvPicPr>
          <p:cNvPr id="15" name="Picture 14">
            <a:extLst>
              <a:ext uri="{FF2B5EF4-FFF2-40B4-BE49-F238E27FC236}">
                <a16:creationId xmlns:a16="http://schemas.microsoft.com/office/drawing/2014/main" id="{11BF0B47-16E9-5305-7673-36F1A547F626}"/>
              </a:ext>
            </a:extLst>
          </p:cNvPr>
          <p:cNvPicPr>
            <a:picLocks noChangeAspect="1"/>
          </p:cNvPicPr>
          <p:nvPr/>
        </p:nvPicPr>
        <p:blipFill>
          <a:blip r:embed="rId4"/>
          <a:stretch>
            <a:fillRect/>
          </a:stretch>
        </p:blipFill>
        <p:spPr>
          <a:xfrm>
            <a:off x="2388805" y="1213713"/>
            <a:ext cx="1009650" cy="990600"/>
          </a:xfrm>
          <a:prstGeom prst="rect">
            <a:avLst/>
          </a:prstGeom>
        </p:spPr>
      </p:pic>
      <p:cxnSp>
        <p:nvCxnSpPr>
          <p:cNvPr id="16" name="Straight Arrow Connector 15">
            <a:extLst>
              <a:ext uri="{FF2B5EF4-FFF2-40B4-BE49-F238E27FC236}">
                <a16:creationId xmlns:a16="http://schemas.microsoft.com/office/drawing/2014/main" id="{C9FABB01-9A09-88E4-C31A-F5B57C7BD119}"/>
              </a:ext>
            </a:extLst>
          </p:cNvPr>
          <p:cNvCxnSpPr/>
          <p:nvPr/>
        </p:nvCxnSpPr>
        <p:spPr>
          <a:xfrm>
            <a:off x="1841899" y="1140196"/>
            <a:ext cx="526473" cy="2828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8707876-1A88-0BFC-EF70-BB1E125D99BA}"/>
              </a:ext>
            </a:extLst>
          </p:cNvPr>
          <p:cNvCxnSpPr>
            <a:stCxn id="14" idx="3"/>
          </p:cNvCxnSpPr>
          <p:nvPr/>
        </p:nvCxnSpPr>
        <p:spPr>
          <a:xfrm flipV="1">
            <a:off x="1834608" y="1902670"/>
            <a:ext cx="544400" cy="6035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Arrow: Right 17">
            <a:extLst>
              <a:ext uri="{FF2B5EF4-FFF2-40B4-BE49-F238E27FC236}">
                <a16:creationId xmlns:a16="http://schemas.microsoft.com/office/drawing/2014/main" id="{F822E307-AF22-3B8A-53C0-70736A48BFDA}"/>
              </a:ext>
            </a:extLst>
          </p:cNvPr>
          <p:cNvSpPr/>
          <p:nvPr/>
        </p:nvSpPr>
        <p:spPr>
          <a:xfrm>
            <a:off x="3522918" y="1562056"/>
            <a:ext cx="498763" cy="1657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FF9C614-8A3A-37E3-933C-CE0DAE09A44E}"/>
              </a:ext>
            </a:extLst>
          </p:cNvPr>
          <p:cNvSpPr txBox="1"/>
          <p:nvPr/>
        </p:nvSpPr>
        <p:spPr>
          <a:xfrm>
            <a:off x="2460736" y="951994"/>
            <a:ext cx="766618" cy="307777"/>
          </a:xfrm>
          <a:prstGeom prst="rect">
            <a:avLst/>
          </a:prstGeom>
          <a:noFill/>
        </p:spPr>
        <p:txBody>
          <a:bodyPr wrap="square" rtlCol="0">
            <a:spAutoFit/>
          </a:bodyPr>
          <a:lstStyle/>
          <a:p>
            <a:r>
              <a:rPr lang="en-US" sz="1400" b="1"/>
              <a:t>Learn</a:t>
            </a:r>
          </a:p>
        </p:txBody>
      </p:sp>
      <p:pic>
        <p:nvPicPr>
          <p:cNvPr id="20" name="Picture 19">
            <a:extLst>
              <a:ext uri="{FF2B5EF4-FFF2-40B4-BE49-F238E27FC236}">
                <a16:creationId xmlns:a16="http://schemas.microsoft.com/office/drawing/2014/main" id="{5EC36BED-0E51-DDCB-92A3-68A5F5FBEE2E}"/>
              </a:ext>
            </a:extLst>
          </p:cNvPr>
          <p:cNvPicPr>
            <a:picLocks noChangeAspect="1"/>
          </p:cNvPicPr>
          <p:nvPr/>
        </p:nvPicPr>
        <p:blipFill>
          <a:blip r:embed="rId5"/>
          <a:stretch>
            <a:fillRect/>
          </a:stretch>
        </p:blipFill>
        <p:spPr>
          <a:xfrm>
            <a:off x="4158907" y="1173313"/>
            <a:ext cx="1020144" cy="965235"/>
          </a:xfrm>
          <a:prstGeom prst="rect">
            <a:avLst/>
          </a:prstGeom>
        </p:spPr>
      </p:pic>
      <p:sp>
        <p:nvSpPr>
          <p:cNvPr id="21" name="TextBox 20">
            <a:extLst>
              <a:ext uri="{FF2B5EF4-FFF2-40B4-BE49-F238E27FC236}">
                <a16:creationId xmlns:a16="http://schemas.microsoft.com/office/drawing/2014/main" id="{EACE3E54-75D1-E7B6-5F42-D297344114EE}"/>
              </a:ext>
            </a:extLst>
          </p:cNvPr>
          <p:cNvSpPr txBox="1"/>
          <p:nvPr/>
        </p:nvSpPr>
        <p:spPr>
          <a:xfrm>
            <a:off x="3750402" y="775674"/>
            <a:ext cx="2066435" cy="276999"/>
          </a:xfrm>
          <a:prstGeom prst="rect">
            <a:avLst/>
          </a:prstGeom>
          <a:noFill/>
        </p:spPr>
        <p:txBody>
          <a:bodyPr wrap="square" rtlCol="0">
            <a:spAutoFit/>
          </a:bodyPr>
          <a:lstStyle/>
          <a:p>
            <a:r>
              <a:rPr lang="en-US" sz="1200" b="1"/>
              <a:t>Machine Learnt Classes</a:t>
            </a:r>
          </a:p>
        </p:txBody>
      </p:sp>
      <p:pic>
        <p:nvPicPr>
          <p:cNvPr id="24" name="Picture 23">
            <a:extLst>
              <a:ext uri="{FF2B5EF4-FFF2-40B4-BE49-F238E27FC236}">
                <a16:creationId xmlns:a16="http://schemas.microsoft.com/office/drawing/2014/main" id="{D4E14B89-AB2A-35F9-09B6-1C96A8C2C4D4}"/>
              </a:ext>
            </a:extLst>
          </p:cNvPr>
          <p:cNvPicPr>
            <a:picLocks noChangeAspect="1"/>
          </p:cNvPicPr>
          <p:nvPr/>
        </p:nvPicPr>
        <p:blipFill>
          <a:blip r:embed="rId4"/>
          <a:stretch>
            <a:fillRect/>
          </a:stretch>
        </p:blipFill>
        <p:spPr>
          <a:xfrm>
            <a:off x="8153559" y="1212914"/>
            <a:ext cx="1009650" cy="990600"/>
          </a:xfrm>
          <a:prstGeom prst="rect">
            <a:avLst/>
          </a:prstGeom>
        </p:spPr>
      </p:pic>
      <p:sp>
        <p:nvSpPr>
          <p:cNvPr id="25" name="TextBox 24">
            <a:extLst>
              <a:ext uri="{FF2B5EF4-FFF2-40B4-BE49-F238E27FC236}">
                <a16:creationId xmlns:a16="http://schemas.microsoft.com/office/drawing/2014/main" id="{3B4D3A29-E658-16BD-EFA8-E446EB548FD6}"/>
              </a:ext>
            </a:extLst>
          </p:cNvPr>
          <p:cNvSpPr txBox="1"/>
          <p:nvPr/>
        </p:nvSpPr>
        <p:spPr>
          <a:xfrm>
            <a:off x="8225490" y="951195"/>
            <a:ext cx="766618" cy="307777"/>
          </a:xfrm>
          <a:prstGeom prst="rect">
            <a:avLst/>
          </a:prstGeom>
          <a:noFill/>
        </p:spPr>
        <p:txBody>
          <a:bodyPr wrap="square" rtlCol="0">
            <a:spAutoFit/>
          </a:bodyPr>
          <a:lstStyle/>
          <a:p>
            <a:r>
              <a:rPr lang="en-US" sz="1400" b="1"/>
              <a:t>Learn</a:t>
            </a:r>
          </a:p>
        </p:txBody>
      </p:sp>
      <p:sp>
        <p:nvSpPr>
          <p:cNvPr id="26" name="Arrow: Right 25">
            <a:extLst>
              <a:ext uri="{FF2B5EF4-FFF2-40B4-BE49-F238E27FC236}">
                <a16:creationId xmlns:a16="http://schemas.microsoft.com/office/drawing/2014/main" id="{2D38ACDC-CAD2-6D22-3D33-C5CC5DE5CCE5}"/>
              </a:ext>
            </a:extLst>
          </p:cNvPr>
          <p:cNvSpPr/>
          <p:nvPr/>
        </p:nvSpPr>
        <p:spPr>
          <a:xfrm>
            <a:off x="7638012" y="1776794"/>
            <a:ext cx="498763" cy="1657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D402B7FD-CE43-DC40-686E-56031C7570AF}"/>
              </a:ext>
            </a:extLst>
          </p:cNvPr>
          <p:cNvSpPr/>
          <p:nvPr/>
        </p:nvSpPr>
        <p:spPr>
          <a:xfrm>
            <a:off x="9170485" y="1776794"/>
            <a:ext cx="498763" cy="16579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42A07AEE-E8C0-8551-FF22-4C12DA634394}"/>
              </a:ext>
            </a:extLst>
          </p:cNvPr>
          <p:cNvGrpSpPr/>
          <p:nvPr/>
        </p:nvGrpSpPr>
        <p:grpSpPr>
          <a:xfrm>
            <a:off x="1859801" y="4061198"/>
            <a:ext cx="7963224" cy="2663576"/>
            <a:chOff x="2586182" y="3942837"/>
            <a:chExt cx="7963224" cy="2663576"/>
          </a:xfrm>
          <a:solidFill>
            <a:schemeClr val="bg1">
              <a:lumMod val="95000"/>
            </a:schemeClr>
          </a:solidFill>
        </p:grpSpPr>
        <p:sp>
          <p:nvSpPr>
            <p:cNvPr id="32" name="TextBox 31">
              <a:extLst>
                <a:ext uri="{FF2B5EF4-FFF2-40B4-BE49-F238E27FC236}">
                  <a16:creationId xmlns:a16="http://schemas.microsoft.com/office/drawing/2014/main" id="{60578EFE-5BAB-A780-DBD1-32E5D71CDEDB}"/>
                </a:ext>
              </a:extLst>
            </p:cNvPr>
            <p:cNvSpPr txBox="1"/>
            <p:nvPr/>
          </p:nvSpPr>
          <p:spPr>
            <a:xfrm>
              <a:off x="2586182" y="5146761"/>
              <a:ext cx="1892035" cy="340519"/>
            </a:xfrm>
            <a:prstGeom prst="roundRect">
              <a:avLst/>
            </a:prstGeom>
            <a:grpFill/>
            <a:ln w="28575">
              <a:solidFill>
                <a:schemeClr val="tx1"/>
              </a:solidFill>
            </a:ln>
            <a:scene3d>
              <a:camera prst="orthographicFront"/>
              <a:lightRig rig="threePt" dir="t"/>
            </a:scene3d>
            <a:sp3d>
              <a:bevelT prst="angle"/>
            </a:sp3d>
          </p:spPr>
          <p:txBody>
            <a:bodyPr wrap="square" rtlCol="0">
              <a:spAutoFit/>
            </a:bodyPr>
            <a:lstStyle/>
            <a:p>
              <a:pPr algn="ctr"/>
              <a:r>
                <a:rPr lang="en-US" sz="1400" b="1"/>
                <a:t>Machine Learning</a:t>
              </a:r>
            </a:p>
          </p:txBody>
        </p:sp>
        <p:sp>
          <p:nvSpPr>
            <p:cNvPr id="33" name="TextBox 32">
              <a:extLst>
                <a:ext uri="{FF2B5EF4-FFF2-40B4-BE49-F238E27FC236}">
                  <a16:creationId xmlns:a16="http://schemas.microsoft.com/office/drawing/2014/main" id="{E9EF4C08-5F64-105A-8F69-2372EBD72530}"/>
                </a:ext>
              </a:extLst>
            </p:cNvPr>
            <p:cNvSpPr txBox="1"/>
            <p:nvPr/>
          </p:nvSpPr>
          <p:spPr>
            <a:xfrm>
              <a:off x="5495635" y="4010924"/>
              <a:ext cx="2413473" cy="1055608"/>
            </a:xfrm>
            <a:prstGeom prst="roundRect">
              <a:avLst/>
            </a:prstGeom>
            <a:grpFill/>
            <a:ln w="28575">
              <a:solidFill>
                <a:schemeClr val="tx1"/>
              </a:solidFill>
            </a:ln>
            <a:scene3d>
              <a:camera prst="orthographicFront"/>
              <a:lightRig rig="threePt" dir="t"/>
            </a:scene3d>
            <a:sp3d>
              <a:bevelT prst="angle"/>
            </a:sp3d>
          </p:spPr>
          <p:txBody>
            <a:bodyPr wrap="square" rtlCol="0">
              <a:spAutoFit/>
            </a:bodyPr>
            <a:lstStyle/>
            <a:p>
              <a:pPr algn="ctr"/>
              <a:r>
                <a:rPr lang="en-US" sz="1400" b="1"/>
                <a:t>Supervised Learning</a:t>
              </a:r>
            </a:p>
            <a:p>
              <a:pPr algn="ctr"/>
              <a:endParaRPr lang="en-US" sz="1400" b="1"/>
            </a:p>
            <a:p>
              <a:pPr algn="ctr"/>
              <a:endParaRPr lang="en-US" sz="1400" b="1"/>
            </a:p>
            <a:p>
              <a:pPr algn="ctr"/>
              <a:r>
                <a:rPr lang="en-US" sz="1400" b="1"/>
                <a:t> </a:t>
              </a:r>
            </a:p>
          </p:txBody>
        </p:sp>
        <p:sp>
          <p:nvSpPr>
            <p:cNvPr id="34" name="Rectangle: Rounded Corners 33">
              <a:extLst>
                <a:ext uri="{FF2B5EF4-FFF2-40B4-BE49-F238E27FC236}">
                  <a16:creationId xmlns:a16="http://schemas.microsoft.com/office/drawing/2014/main" id="{D2C4DB35-19AA-2830-EA22-D83BD31FD0A3}"/>
                </a:ext>
              </a:extLst>
            </p:cNvPr>
            <p:cNvSpPr/>
            <p:nvPr/>
          </p:nvSpPr>
          <p:spPr>
            <a:xfrm>
              <a:off x="5804744" y="4415974"/>
              <a:ext cx="1794365" cy="532728"/>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Develop predictive model based on historical input data and resulting output </a:t>
              </a:r>
            </a:p>
          </p:txBody>
        </p:sp>
        <p:sp>
          <p:nvSpPr>
            <p:cNvPr id="35" name="TextBox 34">
              <a:extLst>
                <a:ext uri="{FF2B5EF4-FFF2-40B4-BE49-F238E27FC236}">
                  <a16:creationId xmlns:a16="http://schemas.microsoft.com/office/drawing/2014/main" id="{E16D41DC-15FE-F884-BF62-26F4C13594C9}"/>
                </a:ext>
              </a:extLst>
            </p:cNvPr>
            <p:cNvSpPr txBox="1"/>
            <p:nvPr/>
          </p:nvSpPr>
          <p:spPr>
            <a:xfrm>
              <a:off x="5495635" y="5522687"/>
              <a:ext cx="2413473" cy="1055608"/>
            </a:xfrm>
            <a:prstGeom prst="roundRect">
              <a:avLst/>
            </a:prstGeom>
            <a:grpFill/>
            <a:ln w="28575">
              <a:solidFill>
                <a:schemeClr val="tx1"/>
              </a:solidFill>
            </a:ln>
            <a:scene3d>
              <a:camera prst="orthographicFront"/>
              <a:lightRig rig="threePt" dir="t"/>
            </a:scene3d>
            <a:sp3d>
              <a:bevelT prst="angle"/>
            </a:sp3d>
          </p:spPr>
          <p:txBody>
            <a:bodyPr wrap="square" rtlCol="0">
              <a:spAutoFit/>
            </a:bodyPr>
            <a:lstStyle/>
            <a:p>
              <a:pPr algn="ctr"/>
              <a:r>
                <a:rPr lang="en-US" sz="1400" b="1"/>
                <a:t>Un-Supervised Learning</a:t>
              </a:r>
            </a:p>
            <a:p>
              <a:pPr algn="ctr"/>
              <a:endParaRPr lang="en-US" sz="1400" b="1"/>
            </a:p>
            <a:p>
              <a:pPr algn="ctr"/>
              <a:endParaRPr lang="en-US" sz="1400" b="1"/>
            </a:p>
            <a:p>
              <a:pPr algn="ctr"/>
              <a:r>
                <a:rPr lang="en-US" sz="1400" b="1"/>
                <a:t> </a:t>
              </a:r>
            </a:p>
          </p:txBody>
        </p:sp>
        <p:sp>
          <p:nvSpPr>
            <p:cNvPr id="36" name="Rectangle: Rounded Corners 35">
              <a:extLst>
                <a:ext uri="{FF2B5EF4-FFF2-40B4-BE49-F238E27FC236}">
                  <a16:creationId xmlns:a16="http://schemas.microsoft.com/office/drawing/2014/main" id="{9330B7BE-A384-AFAF-BE5B-402938C272DB}"/>
                </a:ext>
              </a:extLst>
            </p:cNvPr>
            <p:cNvSpPr/>
            <p:nvPr/>
          </p:nvSpPr>
          <p:spPr>
            <a:xfrm>
              <a:off x="5804744" y="5919241"/>
              <a:ext cx="1794365" cy="532728"/>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Group or categorize unlabeled / uncategorized data to derive insight</a:t>
              </a:r>
            </a:p>
          </p:txBody>
        </p:sp>
        <p:sp>
          <p:nvSpPr>
            <p:cNvPr id="37" name="TextBox 36">
              <a:extLst>
                <a:ext uri="{FF2B5EF4-FFF2-40B4-BE49-F238E27FC236}">
                  <a16:creationId xmlns:a16="http://schemas.microsoft.com/office/drawing/2014/main" id="{D1893EC9-62FF-B0CB-0814-223025E083C4}"/>
                </a:ext>
              </a:extLst>
            </p:cNvPr>
            <p:cNvSpPr txBox="1"/>
            <p:nvPr/>
          </p:nvSpPr>
          <p:spPr>
            <a:xfrm>
              <a:off x="8657371" y="4730023"/>
              <a:ext cx="1892035" cy="340519"/>
            </a:xfrm>
            <a:prstGeom prst="roundRect">
              <a:avLst/>
            </a:prstGeom>
            <a:grpFill/>
            <a:ln w="28575">
              <a:solidFill>
                <a:schemeClr val="tx1"/>
              </a:solidFill>
            </a:ln>
            <a:scene3d>
              <a:camera prst="orthographicFront"/>
              <a:lightRig rig="threePt" dir="t"/>
            </a:scene3d>
            <a:sp3d>
              <a:bevelT prst="angle"/>
            </a:sp3d>
          </p:spPr>
          <p:txBody>
            <a:bodyPr wrap="square" rtlCol="0">
              <a:spAutoFit/>
            </a:bodyPr>
            <a:lstStyle/>
            <a:p>
              <a:pPr algn="ctr"/>
              <a:r>
                <a:rPr lang="en-US" sz="1400" b="1"/>
                <a:t>Classification</a:t>
              </a:r>
            </a:p>
          </p:txBody>
        </p:sp>
        <p:sp>
          <p:nvSpPr>
            <p:cNvPr id="38" name="TextBox 37">
              <a:extLst>
                <a:ext uri="{FF2B5EF4-FFF2-40B4-BE49-F238E27FC236}">
                  <a16:creationId xmlns:a16="http://schemas.microsoft.com/office/drawing/2014/main" id="{939518D7-4471-8DF6-9177-06A687E888DB}"/>
                </a:ext>
              </a:extLst>
            </p:cNvPr>
            <p:cNvSpPr txBox="1"/>
            <p:nvPr/>
          </p:nvSpPr>
          <p:spPr>
            <a:xfrm>
              <a:off x="8657371" y="3942837"/>
              <a:ext cx="1892035" cy="340519"/>
            </a:xfrm>
            <a:prstGeom prst="roundRect">
              <a:avLst/>
            </a:prstGeom>
            <a:grpFill/>
            <a:ln w="28575">
              <a:solidFill>
                <a:schemeClr val="tx1"/>
              </a:solidFill>
            </a:ln>
            <a:scene3d>
              <a:camera prst="orthographicFront"/>
              <a:lightRig rig="threePt" dir="t"/>
            </a:scene3d>
            <a:sp3d>
              <a:bevelT prst="angle"/>
            </a:sp3d>
          </p:spPr>
          <p:txBody>
            <a:bodyPr wrap="square" rtlCol="0">
              <a:spAutoFit/>
            </a:bodyPr>
            <a:lstStyle/>
            <a:p>
              <a:pPr algn="ctr"/>
              <a:r>
                <a:rPr lang="en-US" sz="1400" b="1"/>
                <a:t>Regression</a:t>
              </a:r>
            </a:p>
          </p:txBody>
        </p:sp>
        <p:sp>
          <p:nvSpPr>
            <p:cNvPr id="39" name="TextBox 38">
              <a:extLst>
                <a:ext uri="{FF2B5EF4-FFF2-40B4-BE49-F238E27FC236}">
                  <a16:creationId xmlns:a16="http://schemas.microsoft.com/office/drawing/2014/main" id="{31D75E1D-F3DA-1CF9-2EB7-08991E0F28BB}"/>
                </a:ext>
              </a:extLst>
            </p:cNvPr>
            <p:cNvSpPr txBox="1"/>
            <p:nvPr/>
          </p:nvSpPr>
          <p:spPr>
            <a:xfrm>
              <a:off x="8608759" y="5434910"/>
              <a:ext cx="1892035" cy="340519"/>
            </a:xfrm>
            <a:prstGeom prst="roundRect">
              <a:avLst/>
            </a:prstGeom>
            <a:grpFill/>
            <a:ln w="28575">
              <a:solidFill>
                <a:schemeClr val="tx1"/>
              </a:solidFill>
            </a:ln>
            <a:scene3d>
              <a:camera prst="orthographicFront"/>
              <a:lightRig rig="threePt" dir="t"/>
            </a:scene3d>
            <a:sp3d>
              <a:bevelT prst="angle"/>
            </a:sp3d>
          </p:spPr>
          <p:txBody>
            <a:bodyPr wrap="square" rtlCol="0">
              <a:spAutoFit/>
            </a:bodyPr>
            <a:lstStyle/>
            <a:p>
              <a:pPr algn="ctr"/>
              <a:r>
                <a:rPr lang="en-US" sz="1400" b="1"/>
                <a:t>Clustering </a:t>
              </a:r>
            </a:p>
          </p:txBody>
        </p:sp>
        <p:sp>
          <p:nvSpPr>
            <p:cNvPr id="40" name="Arrow: Right 39">
              <a:extLst>
                <a:ext uri="{FF2B5EF4-FFF2-40B4-BE49-F238E27FC236}">
                  <a16:creationId xmlns:a16="http://schemas.microsoft.com/office/drawing/2014/main" id="{C5B5CA3E-E8F4-03BF-05E6-4A59721E31B4}"/>
                </a:ext>
              </a:extLst>
            </p:cNvPr>
            <p:cNvSpPr/>
            <p:nvPr/>
          </p:nvSpPr>
          <p:spPr>
            <a:xfrm rot="19859186">
              <a:off x="7909108" y="4217891"/>
              <a:ext cx="748263" cy="167412"/>
            </a:xfrm>
            <a:prstGeom prst="rightArrow">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Arrow: Right 40">
              <a:extLst>
                <a:ext uri="{FF2B5EF4-FFF2-40B4-BE49-F238E27FC236}">
                  <a16:creationId xmlns:a16="http://schemas.microsoft.com/office/drawing/2014/main" id="{2792A91E-6FE7-0F9B-DC83-85435E1B8767}"/>
                </a:ext>
              </a:extLst>
            </p:cNvPr>
            <p:cNvSpPr/>
            <p:nvPr/>
          </p:nvSpPr>
          <p:spPr>
            <a:xfrm rot="1455353">
              <a:off x="7909109" y="4634981"/>
              <a:ext cx="748263" cy="167412"/>
            </a:xfrm>
            <a:prstGeom prst="rightArrow">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Arrow: Right 42">
              <a:extLst>
                <a:ext uri="{FF2B5EF4-FFF2-40B4-BE49-F238E27FC236}">
                  <a16:creationId xmlns:a16="http://schemas.microsoft.com/office/drawing/2014/main" id="{58F37434-17E3-F227-BBC9-0732A391E5A2}"/>
                </a:ext>
              </a:extLst>
            </p:cNvPr>
            <p:cNvSpPr/>
            <p:nvPr/>
          </p:nvSpPr>
          <p:spPr>
            <a:xfrm rot="19859186">
              <a:off x="7909106" y="4217891"/>
              <a:ext cx="748263" cy="167412"/>
            </a:xfrm>
            <a:prstGeom prst="rightArrow">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Arrow: Right 43">
              <a:extLst>
                <a:ext uri="{FF2B5EF4-FFF2-40B4-BE49-F238E27FC236}">
                  <a16:creationId xmlns:a16="http://schemas.microsoft.com/office/drawing/2014/main" id="{369CD42E-AC46-05DC-278A-507947C3A73B}"/>
                </a:ext>
              </a:extLst>
            </p:cNvPr>
            <p:cNvSpPr/>
            <p:nvPr/>
          </p:nvSpPr>
          <p:spPr>
            <a:xfrm rot="1455353">
              <a:off x="7909107" y="4634981"/>
              <a:ext cx="748263" cy="167412"/>
            </a:xfrm>
            <a:prstGeom prst="rightArrow">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Arrow: Right 44">
              <a:extLst>
                <a:ext uri="{FF2B5EF4-FFF2-40B4-BE49-F238E27FC236}">
                  <a16:creationId xmlns:a16="http://schemas.microsoft.com/office/drawing/2014/main" id="{74260BC9-E195-4C20-5A14-314026D2BDC8}"/>
                </a:ext>
              </a:extLst>
            </p:cNvPr>
            <p:cNvSpPr/>
            <p:nvPr/>
          </p:nvSpPr>
          <p:spPr>
            <a:xfrm rot="19859186">
              <a:off x="4413430" y="4859776"/>
              <a:ext cx="1136833" cy="175107"/>
            </a:xfrm>
            <a:prstGeom prst="rightArrow">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Arrow: Right 45">
              <a:extLst>
                <a:ext uri="{FF2B5EF4-FFF2-40B4-BE49-F238E27FC236}">
                  <a16:creationId xmlns:a16="http://schemas.microsoft.com/office/drawing/2014/main" id="{388BBAB7-6160-5BD9-5A48-2188249B89E2}"/>
                </a:ext>
              </a:extLst>
            </p:cNvPr>
            <p:cNvSpPr/>
            <p:nvPr/>
          </p:nvSpPr>
          <p:spPr>
            <a:xfrm rot="1455353">
              <a:off x="4454783" y="5486352"/>
              <a:ext cx="1133876" cy="209218"/>
            </a:xfrm>
            <a:prstGeom prst="rightArrow">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0229CFCB-0398-2E05-301E-6C960F90A5FA}"/>
                </a:ext>
              </a:extLst>
            </p:cNvPr>
            <p:cNvSpPr txBox="1"/>
            <p:nvPr/>
          </p:nvSpPr>
          <p:spPr>
            <a:xfrm>
              <a:off x="8603047" y="5850402"/>
              <a:ext cx="1892035" cy="340519"/>
            </a:xfrm>
            <a:prstGeom prst="roundRect">
              <a:avLst/>
            </a:prstGeom>
            <a:grpFill/>
            <a:ln w="28575">
              <a:solidFill>
                <a:schemeClr val="tx1"/>
              </a:solidFill>
            </a:ln>
            <a:scene3d>
              <a:camera prst="orthographicFront"/>
              <a:lightRig rig="threePt" dir="t"/>
            </a:scene3d>
            <a:sp3d>
              <a:bevelT prst="angle"/>
            </a:sp3d>
          </p:spPr>
          <p:txBody>
            <a:bodyPr wrap="square" rtlCol="0">
              <a:spAutoFit/>
            </a:bodyPr>
            <a:lstStyle/>
            <a:p>
              <a:pPr algn="ctr"/>
              <a:r>
                <a:rPr lang="en-US" sz="1400" b="1"/>
                <a:t>Association </a:t>
              </a:r>
            </a:p>
          </p:txBody>
        </p:sp>
        <p:sp>
          <p:nvSpPr>
            <p:cNvPr id="53" name="TextBox 52">
              <a:extLst>
                <a:ext uri="{FF2B5EF4-FFF2-40B4-BE49-F238E27FC236}">
                  <a16:creationId xmlns:a16="http://schemas.microsoft.com/office/drawing/2014/main" id="{384BA264-94EC-39A6-F8C3-B3D8FE942B79}"/>
                </a:ext>
              </a:extLst>
            </p:cNvPr>
            <p:cNvSpPr txBox="1"/>
            <p:nvPr/>
          </p:nvSpPr>
          <p:spPr>
            <a:xfrm>
              <a:off x="8608759" y="6265894"/>
              <a:ext cx="1892035" cy="340519"/>
            </a:xfrm>
            <a:prstGeom prst="roundRect">
              <a:avLst/>
            </a:prstGeom>
            <a:grpFill/>
            <a:ln w="28575">
              <a:solidFill>
                <a:schemeClr val="tx1"/>
              </a:solidFill>
            </a:ln>
            <a:scene3d>
              <a:camera prst="orthographicFront"/>
              <a:lightRig rig="threePt" dir="t"/>
            </a:scene3d>
            <a:sp3d>
              <a:bevelT prst="angle"/>
            </a:sp3d>
          </p:spPr>
          <p:txBody>
            <a:bodyPr wrap="square" rtlCol="0">
              <a:spAutoFit/>
            </a:bodyPr>
            <a:lstStyle/>
            <a:p>
              <a:pPr algn="ctr"/>
              <a:r>
                <a:rPr lang="en-US" sz="1400" b="1"/>
                <a:t>Dim. Reduction </a:t>
              </a:r>
            </a:p>
          </p:txBody>
        </p:sp>
        <p:sp>
          <p:nvSpPr>
            <p:cNvPr id="54" name="Arrow: Right 53">
              <a:extLst>
                <a:ext uri="{FF2B5EF4-FFF2-40B4-BE49-F238E27FC236}">
                  <a16:creationId xmlns:a16="http://schemas.microsoft.com/office/drawing/2014/main" id="{84A39BFD-5E08-493E-EE19-45E8DE6E9BF6}"/>
                </a:ext>
              </a:extLst>
            </p:cNvPr>
            <p:cNvSpPr/>
            <p:nvPr/>
          </p:nvSpPr>
          <p:spPr>
            <a:xfrm rot="20192423">
              <a:off x="7871541" y="5699449"/>
              <a:ext cx="748263" cy="167412"/>
            </a:xfrm>
            <a:prstGeom prst="rightArrow">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Arrow: Right 54">
              <a:extLst>
                <a:ext uri="{FF2B5EF4-FFF2-40B4-BE49-F238E27FC236}">
                  <a16:creationId xmlns:a16="http://schemas.microsoft.com/office/drawing/2014/main" id="{55B87F44-88FF-2B88-0724-4A4734EC7775}"/>
                </a:ext>
              </a:extLst>
            </p:cNvPr>
            <p:cNvSpPr/>
            <p:nvPr/>
          </p:nvSpPr>
          <p:spPr>
            <a:xfrm rot="1455353">
              <a:off x="7875333" y="6163018"/>
              <a:ext cx="748263" cy="167412"/>
            </a:xfrm>
            <a:prstGeom prst="rightArrow">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Arrow: Right 55">
              <a:extLst>
                <a:ext uri="{FF2B5EF4-FFF2-40B4-BE49-F238E27FC236}">
                  <a16:creationId xmlns:a16="http://schemas.microsoft.com/office/drawing/2014/main" id="{4D287DD7-4A17-6B9D-D334-D1A63FD3AE9C}"/>
                </a:ext>
              </a:extLst>
            </p:cNvPr>
            <p:cNvSpPr/>
            <p:nvPr/>
          </p:nvSpPr>
          <p:spPr>
            <a:xfrm>
              <a:off x="7900027" y="5945378"/>
              <a:ext cx="748263" cy="167412"/>
            </a:xfrm>
            <a:prstGeom prst="rightArrow">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TextBox 46">
            <a:extLst>
              <a:ext uri="{FF2B5EF4-FFF2-40B4-BE49-F238E27FC236}">
                <a16:creationId xmlns:a16="http://schemas.microsoft.com/office/drawing/2014/main" id="{E2B2B375-95A0-9AA7-3DB0-0A7762F440F1}"/>
              </a:ext>
            </a:extLst>
          </p:cNvPr>
          <p:cNvSpPr txBox="1"/>
          <p:nvPr/>
        </p:nvSpPr>
        <p:spPr>
          <a:xfrm>
            <a:off x="30211" y="5072757"/>
            <a:ext cx="1975009" cy="523220"/>
          </a:xfrm>
          <a:prstGeom prst="rect">
            <a:avLst/>
          </a:prstGeom>
          <a:noFill/>
        </p:spPr>
        <p:txBody>
          <a:bodyPr wrap="square" rtlCol="0">
            <a:spAutoFit/>
          </a:bodyPr>
          <a:lstStyle/>
          <a:p>
            <a:r>
              <a:rPr lang="en-US" sz="1400" b="1" u="sng"/>
              <a:t>Machine Learning Techniques</a:t>
            </a:r>
          </a:p>
        </p:txBody>
      </p:sp>
      <p:pic>
        <p:nvPicPr>
          <p:cNvPr id="103" name="Picture 102">
            <a:extLst>
              <a:ext uri="{FF2B5EF4-FFF2-40B4-BE49-F238E27FC236}">
                <a16:creationId xmlns:a16="http://schemas.microsoft.com/office/drawing/2014/main" id="{CE995B47-38B7-BEB8-E32A-BFB820BCD6DB}"/>
              </a:ext>
            </a:extLst>
          </p:cNvPr>
          <p:cNvPicPr>
            <a:picLocks noChangeAspect="1"/>
          </p:cNvPicPr>
          <p:nvPr/>
        </p:nvPicPr>
        <p:blipFill>
          <a:blip r:embed="rId6"/>
          <a:stretch>
            <a:fillRect/>
          </a:stretch>
        </p:blipFill>
        <p:spPr>
          <a:xfrm>
            <a:off x="9823025" y="1803112"/>
            <a:ext cx="614239" cy="614239"/>
          </a:xfrm>
          <a:prstGeom prst="rect">
            <a:avLst/>
          </a:prstGeom>
        </p:spPr>
      </p:pic>
      <p:pic>
        <p:nvPicPr>
          <p:cNvPr id="7" name="Picture 6">
            <a:extLst>
              <a:ext uri="{FF2B5EF4-FFF2-40B4-BE49-F238E27FC236}">
                <a16:creationId xmlns:a16="http://schemas.microsoft.com/office/drawing/2014/main" id="{EC414309-CAA0-1FEE-5AD9-0D68D61DDD26}"/>
              </a:ext>
            </a:extLst>
          </p:cNvPr>
          <p:cNvPicPr>
            <a:picLocks noChangeAspect="1"/>
          </p:cNvPicPr>
          <p:nvPr/>
        </p:nvPicPr>
        <p:blipFill>
          <a:blip r:embed="rId7"/>
          <a:stretch>
            <a:fillRect/>
          </a:stretch>
        </p:blipFill>
        <p:spPr>
          <a:xfrm>
            <a:off x="10116671" y="1156539"/>
            <a:ext cx="614238" cy="618688"/>
          </a:xfrm>
          <a:prstGeom prst="rect">
            <a:avLst/>
          </a:prstGeom>
        </p:spPr>
      </p:pic>
      <p:pic>
        <p:nvPicPr>
          <p:cNvPr id="23" name="Picture 22">
            <a:extLst>
              <a:ext uri="{FF2B5EF4-FFF2-40B4-BE49-F238E27FC236}">
                <a16:creationId xmlns:a16="http://schemas.microsoft.com/office/drawing/2014/main" id="{5E70385E-EB6C-996F-8DD2-2EAA9DD96C30}"/>
              </a:ext>
            </a:extLst>
          </p:cNvPr>
          <p:cNvPicPr>
            <a:picLocks noChangeAspect="1"/>
          </p:cNvPicPr>
          <p:nvPr/>
        </p:nvPicPr>
        <p:blipFill>
          <a:blip r:embed="rId8"/>
          <a:stretch>
            <a:fillRect/>
          </a:stretch>
        </p:blipFill>
        <p:spPr>
          <a:xfrm>
            <a:off x="10482841" y="1803111"/>
            <a:ext cx="614239" cy="614239"/>
          </a:xfrm>
          <a:prstGeom prst="rect">
            <a:avLst/>
          </a:prstGeom>
        </p:spPr>
      </p:pic>
      <p:pic>
        <p:nvPicPr>
          <p:cNvPr id="65" name="Picture 64">
            <a:extLst>
              <a:ext uri="{FF2B5EF4-FFF2-40B4-BE49-F238E27FC236}">
                <a16:creationId xmlns:a16="http://schemas.microsoft.com/office/drawing/2014/main" id="{DB5E5596-D414-75EC-7905-EA37AF783A8D}"/>
              </a:ext>
            </a:extLst>
          </p:cNvPr>
          <p:cNvPicPr>
            <a:picLocks noChangeAspect="1"/>
          </p:cNvPicPr>
          <p:nvPr/>
        </p:nvPicPr>
        <p:blipFill>
          <a:blip r:embed="rId9"/>
          <a:stretch>
            <a:fillRect/>
          </a:stretch>
        </p:blipFill>
        <p:spPr>
          <a:xfrm>
            <a:off x="6293568" y="1155462"/>
            <a:ext cx="1188735" cy="1408455"/>
          </a:xfrm>
          <a:prstGeom prst="rect">
            <a:avLst/>
          </a:prstGeom>
        </p:spPr>
      </p:pic>
      <p:sp>
        <p:nvSpPr>
          <p:cNvPr id="66" name="TextBox 65">
            <a:extLst>
              <a:ext uri="{FF2B5EF4-FFF2-40B4-BE49-F238E27FC236}">
                <a16:creationId xmlns:a16="http://schemas.microsoft.com/office/drawing/2014/main" id="{D2443B47-D042-5265-621C-D2044D52F6C3}"/>
              </a:ext>
            </a:extLst>
          </p:cNvPr>
          <p:cNvSpPr txBox="1"/>
          <p:nvPr/>
        </p:nvSpPr>
        <p:spPr>
          <a:xfrm>
            <a:off x="9530496" y="828084"/>
            <a:ext cx="1904689" cy="276999"/>
          </a:xfrm>
          <a:prstGeom prst="rect">
            <a:avLst/>
          </a:prstGeom>
          <a:noFill/>
        </p:spPr>
        <p:txBody>
          <a:bodyPr wrap="square" rtlCol="0">
            <a:spAutoFit/>
          </a:bodyPr>
          <a:lstStyle>
            <a:defPPr>
              <a:defRPr lang="en-US"/>
            </a:defPPr>
            <a:lvl1pPr>
              <a:defRPr sz="1200" b="1"/>
            </a:lvl1pPr>
          </a:lstStyle>
          <a:p>
            <a:r>
              <a:rPr lang="en-US"/>
              <a:t>Machine Learnt Groups</a:t>
            </a:r>
          </a:p>
        </p:txBody>
      </p:sp>
      <p:sp>
        <p:nvSpPr>
          <p:cNvPr id="9" name="TextBox 8">
            <a:extLst>
              <a:ext uri="{FF2B5EF4-FFF2-40B4-BE49-F238E27FC236}">
                <a16:creationId xmlns:a16="http://schemas.microsoft.com/office/drawing/2014/main" id="{DC975959-551F-08A7-0A1C-3D28C45F00AF}"/>
              </a:ext>
            </a:extLst>
          </p:cNvPr>
          <p:cNvSpPr txBox="1"/>
          <p:nvPr/>
        </p:nvSpPr>
        <p:spPr>
          <a:xfrm>
            <a:off x="2204388" y="3153213"/>
            <a:ext cx="3196232" cy="553998"/>
          </a:xfrm>
          <a:prstGeom prst="rect">
            <a:avLst/>
          </a:prstGeom>
          <a:noFill/>
        </p:spPr>
        <p:txBody>
          <a:bodyPr wrap="square" rtlCol="0">
            <a:spAutoFit/>
          </a:bodyPr>
          <a:lstStyle/>
          <a:p>
            <a:r>
              <a:rPr lang="en-US" sz="1000"/>
              <a:t>Predicting house prices based on historical pricing data like Square foot, No. of bedrooms, Location, Age of the house, No. of floors and their price</a:t>
            </a:r>
          </a:p>
        </p:txBody>
      </p:sp>
      <p:sp>
        <p:nvSpPr>
          <p:cNvPr id="10" name="TextBox 9">
            <a:extLst>
              <a:ext uri="{FF2B5EF4-FFF2-40B4-BE49-F238E27FC236}">
                <a16:creationId xmlns:a16="http://schemas.microsoft.com/office/drawing/2014/main" id="{1B472C86-DD25-3F37-F7B1-967F717495BF}"/>
              </a:ext>
            </a:extLst>
          </p:cNvPr>
          <p:cNvSpPr txBox="1"/>
          <p:nvPr/>
        </p:nvSpPr>
        <p:spPr>
          <a:xfrm>
            <a:off x="7790961" y="3111247"/>
            <a:ext cx="3561765" cy="707886"/>
          </a:xfrm>
          <a:prstGeom prst="rect">
            <a:avLst/>
          </a:prstGeom>
          <a:noFill/>
        </p:spPr>
        <p:txBody>
          <a:bodyPr wrap="square" rtlCol="0">
            <a:spAutoFit/>
          </a:bodyPr>
          <a:lstStyle/>
          <a:p>
            <a:r>
              <a:rPr lang="en-US" sz="1000"/>
              <a:t>Group customers into segments to identify high-income/low-frequency, young frequent-purchase, and budget-conscious customers using data such as customer age, annual spend, purchase frequency, and income.</a:t>
            </a:r>
          </a:p>
        </p:txBody>
      </p:sp>
      <p:pic>
        <p:nvPicPr>
          <p:cNvPr id="27" name="Picture 26">
            <a:extLst>
              <a:ext uri="{FF2B5EF4-FFF2-40B4-BE49-F238E27FC236}">
                <a16:creationId xmlns:a16="http://schemas.microsoft.com/office/drawing/2014/main" id="{FABF647E-B54B-7775-CF6B-AF99A0096552}"/>
              </a:ext>
            </a:extLst>
          </p:cNvPr>
          <p:cNvPicPr>
            <a:picLocks noChangeAspect="1"/>
          </p:cNvPicPr>
          <p:nvPr/>
        </p:nvPicPr>
        <p:blipFill>
          <a:blip r:embed="rId10" cstate="print">
            <a:extLst>
              <a:ext uri="{28A0092B-C50C-407E-A947-70E740481C1C}">
                <a14:useLocalDpi xmlns:a14="http://schemas.microsoft.com/office/drawing/2010/main" val="0"/>
              </a:ext>
            </a:extLst>
          </a:blip>
          <a:srcRect l="9358" t="15455" r="56303" b="64898"/>
          <a:stretch>
            <a:fillRect/>
          </a:stretch>
        </p:blipFill>
        <p:spPr>
          <a:xfrm>
            <a:off x="1027874" y="3181418"/>
            <a:ext cx="1207069" cy="460406"/>
          </a:xfrm>
          <a:prstGeom prst="rect">
            <a:avLst/>
          </a:prstGeom>
        </p:spPr>
      </p:pic>
      <p:pic>
        <p:nvPicPr>
          <p:cNvPr id="29" name="Picture 28">
            <a:extLst>
              <a:ext uri="{FF2B5EF4-FFF2-40B4-BE49-F238E27FC236}">
                <a16:creationId xmlns:a16="http://schemas.microsoft.com/office/drawing/2014/main" id="{E4E47D0C-92D2-A626-DAB8-871FBA708057}"/>
              </a:ext>
            </a:extLst>
          </p:cNvPr>
          <p:cNvPicPr>
            <a:picLocks noChangeAspect="1"/>
          </p:cNvPicPr>
          <p:nvPr/>
        </p:nvPicPr>
        <p:blipFill>
          <a:blip r:embed="rId11" cstate="print">
            <a:extLst>
              <a:ext uri="{28A0092B-C50C-407E-A947-70E740481C1C}">
                <a14:useLocalDpi xmlns:a14="http://schemas.microsoft.com/office/drawing/2010/main" val="0"/>
              </a:ext>
            </a:extLst>
          </a:blip>
          <a:srcRect l="57201" t="15455" r="7555" b="64898"/>
          <a:stretch>
            <a:fillRect/>
          </a:stretch>
        </p:blipFill>
        <p:spPr>
          <a:xfrm>
            <a:off x="6590986" y="3257960"/>
            <a:ext cx="1188735" cy="441784"/>
          </a:xfrm>
          <a:prstGeom prst="rect">
            <a:avLst/>
          </a:prstGeom>
        </p:spPr>
      </p:pic>
      <p:sp>
        <p:nvSpPr>
          <p:cNvPr id="58" name="Thought Bubble: Cloud 57">
            <a:extLst>
              <a:ext uri="{FF2B5EF4-FFF2-40B4-BE49-F238E27FC236}">
                <a16:creationId xmlns:a16="http://schemas.microsoft.com/office/drawing/2014/main" id="{BE888656-3528-45BA-55B8-F313C1BEA607}"/>
              </a:ext>
            </a:extLst>
          </p:cNvPr>
          <p:cNvSpPr/>
          <p:nvPr/>
        </p:nvSpPr>
        <p:spPr>
          <a:xfrm>
            <a:off x="10269200" y="4657089"/>
            <a:ext cx="1754033" cy="1007879"/>
          </a:xfrm>
          <a:prstGeom prst="cloudCallou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Semi-Supervised?</a:t>
            </a:r>
          </a:p>
        </p:txBody>
      </p:sp>
    </p:spTree>
    <p:extLst>
      <p:ext uri="{BB962C8B-B14F-4D97-AF65-F5344CB8AC3E}">
        <p14:creationId xmlns:p14="http://schemas.microsoft.com/office/powerpoint/2010/main" val="26285488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30" grpId="0" animBg="1"/>
      <p:bldP spid="11" grpId="0" animBg="1"/>
      <p:bldP spid="25" grpId="0"/>
      <p:bldP spid="26" grpId="0" animBg="1"/>
      <p:bldP spid="28" grpId="0" animBg="1"/>
      <p:bldP spid="47" grpId="0"/>
      <p:bldP spid="66" grpId="0"/>
      <p:bldP spid="9" grpId="0"/>
      <p:bldP spid="10" grpId="0"/>
      <p:bldP spid="5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B1E74-F745-6483-6938-9462991703C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51137F-53A0-F0FB-97E5-CA55E8FA1F00}"/>
              </a:ext>
            </a:extLst>
          </p:cNvPr>
          <p:cNvSpPr>
            <a:spLocks noGrp="1"/>
          </p:cNvSpPr>
          <p:nvPr>
            <p:ph type="sldNum" sz="quarter" idx="10"/>
          </p:nvPr>
        </p:nvSpPr>
        <p:spPr/>
        <p:txBody>
          <a:bodyPr/>
          <a:lstStyle/>
          <a:p>
            <a:fld id="{48FFE6E1-85EB-9E42-824B-7CC9267ED8B9}" type="slidenum">
              <a:rPr lang="en-US" smtClean="0"/>
              <a:pPr/>
              <a:t>4</a:t>
            </a:fld>
            <a:endParaRPr lang="en-US"/>
          </a:p>
        </p:txBody>
      </p:sp>
      <p:sp>
        <p:nvSpPr>
          <p:cNvPr id="9" name="Title 8">
            <a:extLst>
              <a:ext uri="{FF2B5EF4-FFF2-40B4-BE49-F238E27FC236}">
                <a16:creationId xmlns:a16="http://schemas.microsoft.com/office/drawing/2014/main" id="{C8B3FAEA-77C3-DAF0-34EE-3483CDA3049C}"/>
              </a:ext>
            </a:extLst>
          </p:cNvPr>
          <p:cNvSpPr>
            <a:spLocks noGrp="1"/>
          </p:cNvSpPr>
          <p:nvPr>
            <p:ph type="title"/>
          </p:nvPr>
        </p:nvSpPr>
        <p:spPr>
          <a:xfrm>
            <a:off x="379927" y="380635"/>
            <a:ext cx="10976889" cy="332399"/>
          </a:xfrm>
        </p:spPr>
        <p:txBody>
          <a:bodyPr/>
          <a:lstStyle/>
          <a:p>
            <a:r>
              <a:rPr lang="en-US" sz="2400" b="1" kern="1200">
                <a:solidFill>
                  <a:srgbClr val="002060"/>
                </a:solidFill>
                <a:ea typeface="+mn-ea"/>
              </a:rPr>
              <a:t>Classification </a:t>
            </a:r>
          </a:p>
        </p:txBody>
      </p:sp>
      <p:sp>
        <p:nvSpPr>
          <p:cNvPr id="7" name="Content Placeholder 10">
            <a:extLst>
              <a:ext uri="{FF2B5EF4-FFF2-40B4-BE49-F238E27FC236}">
                <a16:creationId xmlns:a16="http://schemas.microsoft.com/office/drawing/2014/main" id="{53C38644-462A-1F30-1BA4-67461DD766BC}"/>
              </a:ext>
            </a:extLst>
          </p:cNvPr>
          <p:cNvSpPr>
            <a:spLocks noGrp="1"/>
          </p:cNvSpPr>
          <p:nvPr>
            <p:ph idx="1"/>
          </p:nvPr>
        </p:nvSpPr>
        <p:spPr>
          <a:xfrm>
            <a:off x="448927" y="927274"/>
            <a:ext cx="10734278" cy="738664"/>
          </a:xfrm>
        </p:spPr>
        <p:txBody>
          <a:bodyPr/>
          <a:lstStyle/>
          <a:p>
            <a:pPr marL="0" indent="0">
              <a:buNone/>
            </a:pPr>
            <a:r>
              <a:rPr lang="en-US" sz="1600">
                <a:solidFill>
                  <a:schemeClr val="tx1"/>
                </a:solidFill>
                <a:latin typeface="+mj-lt"/>
              </a:rPr>
              <a:t>Classification is defined as the process of recognition, understanding, and grouping of objects and ideas into preset categories. With the help of these pre-categorized training datasets, classification in machine learning programs leverage a wide range of algorithms to classify future datasets into respective and relevant categories.</a:t>
            </a:r>
          </a:p>
        </p:txBody>
      </p:sp>
      <p:sp>
        <p:nvSpPr>
          <p:cNvPr id="8" name="Rectangle 7">
            <a:extLst>
              <a:ext uri="{FF2B5EF4-FFF2-40B4-BE49-F238E27FC236}">
                <a16:creationId xmlns:a16="http://schemas.microsoft.com/office/drawing/2014/main" id="{3A91EC35-085F-25E0-0808-0A2EF05EBFC0}"/>
              </a:ext>
            </a:extLst>
          </p:cNvPr>
          <p:cNvSpPr/>
          <p:nvPr/>
        </p:nvSpPr>
        <p:spPr>
          <a:xfrm>
            <a:off x="448927" y="3494633"/>
            <a:ext cx="10981427" cy="584775"/>
          </a:xfrm>
          <a:prstGeom prst="rect">
            <a:avLst/>
          </a:prstGeom>
        </p:spPr>
        <p:txBody>
          <a:bodyPr wrap="square">
            <a:spAutoFit/>
          </a:bodyPr>
          <a:lstStyle/>
          <a:p>
            <a:r>
              <a:rPr lang="en-US" sz="1600" i="1">
                <a:latin typeface="+mj-lt"/>
              </a:rPr>
              <a:t>One of the most common applications of classification is for filtering emails into “spam” or “non-spam”, as used by today’s top email service providers</a:t>
            </a:r>
          </a:p>
        </p:txBody>
      </p:sp>
      <p:pic>
        <p:nvPicPr>
          <p:cNvPr id="11" name="Picture 10">
            <a:extLst>
              <a:ext uri="{FF2B5EF4-FFF2-40B4-BE49-F238E27FC236}">
                <a16:creationId xmlns:a16="http://schemas.microsoft.com/office/drawing/2014/main" id="{37B3DCC2-ACA4-B911-BE94-50E27AD54813}"/>
              </a:ext>
            </a:extLst>
          </p:cNvPr>
          <p:cNvPicPr>
            <a:picLocks noChangeAspect="1"/>
          </p:cNvPicPr>
          <p:nvPr/>
        </p:nvPicPr>
        <p:blipFill>
          <a:blip r:embed="rId2"/>
          <a:stretch>
            <a:fillRect/>
          </a:stretch>
        </p:blipFill>
        <p:spPr>
          <a:xfrm>
            <a:off x="2964940" y="1773187"/>
            <a:ext cx="5093443" cy="1590179"/>
          </a:xfrm>
          <a:prstGeom prst="rect">
            <a:avLst/>
          </a:prstGeom>
        </p:spPr>
      </p:pic>
      <p:pic>
        <p:nvPicPr>
          <p:cNvPr id="13" name="Picture 12">
            <a:extLst>
              <a:ext uri="{FF2B5EF4-FFF2-40B4-BE49-F238E27FC236}">
                <a16:creationId xmlns:a16="http://schemas.microsoft.com/office/drawing/2014/main" id="{5FECB5CB-268F-E668-A422-AFB23946630A}"/>
              </a:ext>
            </a:extLst>
          </p:cNvPr>
          <p:cNvPicPr>
            <a:picLocks noChangeAspect="1"/>
          </p:cNvPicPr>
          <p:nvPr/>
        </p:nvPicPr>
        <p:blipFill>
          <a:blip r:embed="rId3"/>
          <a:stretch>
            <a:fillRect/>
          </a:stretch>
        </p:blipFill>
        <p:spPr>
          <a:xfrm>
            <a:off x="2509561" y="4156780"/>
            <a:ext cx="6318906" cy="2608516"/>
          </a:xfrm>
          <a:prstGeom prst="rect">
            <a:avLst/>
          </a:prstGeom>
          <a:ln>
            <a:solidFill>
              <a:schemeClr val="bg1">
                <a:lumMod val="75000"/>
              </a:schemeClr>
            </a:solidFill>
          </a:ln>
        </p:spPr>
      </p:pic>
    </p:spTree>
    <p:extLst>
      <p:ext uri="{BB962C8B-B14F-4D97-AF65-F5344CB8AC3E}">
        <p14:creationId xmlns:p14="http://schemas.microsoft.com/office/powerpoint/2010/main" val="4566707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B4B7A-4AE5-A030-C048-2538B8833BB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9CC25D-9106-0562-6980-4AF73CE07AC0}"/>
              </a:ext>
            </a:extLst>
          </p:cNvPr>
          <p:cNvSpPr>
            <a:spLocks noGrp="1"/>
          </p:cNvSpPr>
          <p:nvPr>
            <p:ph type="sldNum" sz="quarter" idx="10"/>
          </p:nvPr>
        </p:nvSpPr>
        <p:spPr/>
        <p:txBody>
          <a:bodyPr/>
          <a:lstStyle/>
          <a:p>
            <a:fld id="{48FFE6E1-85EB-9E42-824B-7CC9267ED8B9}" type="slidenum">
              <a:rPr lang="en-US" smtClean="0"/>
              <a:pPr/>
              <a:t>5</a:t>
            </a:fld>
            <a:endParaRPr lang="en-US"/>
          </a:p>
        </p:txBody>
      </p:sp>
      <p:sp>
        <p:nvSpPr>
          <p:cNvPr id="18" name="Rectangle 17">
            <a:extLst>
              <a:ext uri="{FF2B5EF4-FFF2-40B4-BE49-F238E27FC236}">
                <a16:creationId xmlns:a16="http://schemas.microsoft.com/office/drawing/2014/main" id="{0D397C19-A7EB-AF1E-2916-3E9E60EDFD78}"/>
              </a:ext>
            </a:extLst>
          </p:cNvPr>
          <p:cNvSpPr/>
          <p:nvPr/>
        </p:nvSpPr>
        <p:spPr>
          <a:xfrm>
            <a:off x="1970193" y="671331"/>
            <a:ext cx="1753746" cy="876873"/>
          </a:xfrm>
          <a:prstGeom prst="rect">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a:latin typeface="+mj-lt"/>
              </a:rPr>
              <a:t>Classifier</a:t>
            </a:r>
            <a:endParaRPr lang="en-US" sz="2000" kern="1200"/>
          </a:p>
        </p:txBody>
      </p:sp>
      <p:sp>
        <p:nvSpPr>
          <p:cNvPr id="19" name="Rectangle 18">
            <a:extLst>
              <a:ext uri="{FF2B5EF4-FFF2-40B4-BE49-F238E27FC236}">
                <a16:creationId xmlns:a16="http://schemas.microsoft.com/office/drawing/2014/main" id="{E7FC69E6-DE2E-F483-B046-FED783DD8B8F}"/>
              </a:ext>
            </a:extLst>
          </p:cNvPr>
          <p:cNvSpPr/>
          <p:nvPr/>
        </p:nvSpPr>
        <p:spPr>
          <a:xfrm>
            <a:off x="271990" y="1986642"/>
            <a:ext cx="1485976" cy="876872"/>
          </a:xfrm>
          <a:prstGeom prst="rect">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200" b="1" kern="1200">
                <a:latin typeface="+mj-lt"/>
              </a:rPr>
              <a:t>Binary Classifier</a:t>
            </a:r>
          </a:p>
          <a:p>
            <a:pPr marL="0" lvl="0" indent="0" algn="ctr" defTabSz="711200">
              <a:lnSpc>
                <a:spcPct val="90000"/>
              </a:lnSpc>
              <a:spcBef>
                <a:spcPct val="0"/>
              </a:spcBef>
              <a:spcAft>
                <a:spcPct val="35000"/>
              </a:spcAft>
              <a:buNone/>
            </a:pPr>
            <a:r>
              <a:rPr lang="en-US" sz="1000" b="1" kern="1200">
                <a:latin typeface="+mj-lt"/>
              </a:rPr>
              <a:t>Ex: </a:t>
            </a:r>
            <a:r>
              <a:rPr lang="en-US" sz="1000" kern="1200">
                <a:latin typeface="+mj-lt"/>
              </a:rPr>
              <a:t>YES or NO, MALE or FEMALE</a:t>
            </a:r>
            <a:endParaRPr lang="en-US" sz="1000" kern="1200"/>
          </a:p>
        </p:txBody>
      </p:sp>
      <p:sp>
        <p:nvSpPr>
          <p:cNvPr id="20" name="Rectangle 19">
            <a:extLst>
              <a:ext uri="{FF2B5EF4-FFF2-40B4-BE49-F238E27FC236}">
                <a16:creationId xmlns:a16="http://schemas.microsoft.com/office/drawing/2014/main" id="{F0867EDA-54C2-CB97-C47A-8DB6C4361177}"/>
              </a:ext>
            </a:extLst>
          </p:cNvPr>
          <p:cNvSpPr/>
          <p:nvPr/>
        </p:nvSpPr>
        <p:spPr>
          <a:xfrm>
            <a:off x="2104847" y="1986641"/>
            <a:ext cx="1485976" cy="876872"/>
          </a:xfrm>
          <a:prstGeom prst="rect">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200" b="1" kern="1200">
                <a:latin typeface="+mj-lt"/>
              </a:rPr>
              <a:t>Multi-class Classifier</a:t>
            </a:r>
          </a:p>
          <a:p>
            <a:pPr marL="0" lvl="0" indent="0" algn="ctr" defTabSz="711200">
              <a:lnSpc>
                <a:spcPct val="90000"/>
              </a:lnSpc>
              <a:spcBef>
                <a:spcPct val="0"/>
              </a:spcBef>
              <a:spcAft>
                <a:spcPct val="35000"/>
              </a:spcAft>
              <a:buNone/>
            </a:pPr>
            <a:r>
              <a:rPr lang="en-US" sz="1000" b="1" kern="1200">
                <a:latin typeface="+mj-lt"/>
              </a:rPr>
              <a:t>Ex: </a:t>
            </a:r>
            <a:r>
              <a:rPr lang="en-US" sz="1000" kern="1200">
                <a:latin typeface="+mj-lt"/>
              </a:rPr>
              <a:t>Types of animals </a:t>
            </a:r>
            <a:endParaRPr lang="en-US" sz="1000" kern="1200"/>
          </a:p>
        </p:txBody>
      </p:sp>
      <p:sp>
        <p:nvSpPr>
          <p:cNvPr id="21" name="Rectangle 20">
            <a:extLst>
              <a:ext uri="{FF2B5EF4-FFF2-40B4-BE49-F238E27FC236}">
                <a16:creationId xmlns:a16="http://schemas.microsoft.com/office/drawing/2014/main" id="{6A31D458-6463-5B91-AE30-5E234B028A69}"/>
              </a:ext>
            </a:extLst>
          </p:cNvPr>
          <p:cNvSpPr/>
          <p:nvPr/>
        </p:nvSpPr>
        <p:spPr>
          <a:xfrm>
            <a:off x="3937704" y="1986641"/>
            <a:ext cx="1484562" cy="876872"/>
          </a:xfrm>
          <a:prstGeom prst="rect">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200" b="1" kern="1200">
                <a:latin typeface="+mj-lt"/>
              </a:rPr>
              <a:t>Multi-label Classifier</a:t>
            </a:r>
          </a:p>
          <a:p>
            <a:pPr marL="0" lvl="0" indent="0" algn="ctr" defTabSz="711200">
              <a:lnSpc>
                <a:spcPct val="90000"/>
              </a:lnSpc>
              <a:spcBef>
                <a:spcPct val="0"/>
              </a:spcBef>
              <a:spcAft>
                <a:spcPct val="35000"/>
              </a:spcAft>
              <a:buNone/>
            </a:pPr>
            <a:r>
              <a:rPr lang="en-US" sz="1000" b="1" kern="1200">
                <a:latin typeface="+mj-lt"/>
              </a:rPr>
              <a:t>Ex: </a:t>
            </a:r>
            <a:r>
              <a:rPr lang="en-US" sz="1000" kern="1200">
                <a:latin typeface="+mj-lt"/>
              </a:rPr>
              <a:t>movie genres, scientific journals</a:t>
            </a:r>
            <a:endParaRPr lang="en-US" sz="1000" kern="1200"/>
          </a:p>
        </p:txBody>
      </p:sp>
      <p:graphicFrame>
        <p:nvGraphicFramePr>
          <p:cNvPr id="12" name="Content Placeholder 5">
            <a:extLst>
              <a:ext uri="{FF2B5EF4-FFF2-40B4-BE49-F238E27FC236}">
                <a16:creationId xmlns:a16="http://schemas.microsoft.com/office/drawing/2014/main" id="{DE92B5E3-2CAA-29C3-6072-54E230A6D911}"/>
              </a:ext>
            </a:extLst>
          </p:cNvPr>
          <p:cNvGraphicFramePr>
            <a:graphicFrameLocks/>
          </p:cNvGraphicFramePr>
          <p:nvPr>
            <p:extLst>
              <p:ext uri="{D42A27DB-BD31-4B8C-83A1-F6EECF244321}">
                <p14:modId xmlns:p14="http://schemas.microsoft.com/office/powerpoint/2010/main" val="119078743"/>
              </p:ext>
            </p:extLst>
          </p:nvPr>
        </p:nvGraphicFramePr>
        <p:xfrm>
          <a:off x="5615449" y="3740944"/>
          <a:ext cx="5227607" cy="23083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Rectangle 12">
            <a:extLst>
              <a:ext uri="{FF2B5EF4-FFF2-40B4-BE49-F238E27FC236}">
                <a16:creationId xmlns:a16="http://schemas.microsoft.com/office/drawing/2014/main" id="{E39929BC-2558-6E6A-2E89-D6F88562B378}"/>
              </a:ext>
            </a:extLst>
          </p:cNvPr>
          <p:cNvSpPr/>
          <p:nvPr/>
        </p:nvSpPr>
        <p:spPr>
          <a:xfrm>
            <a:off x="6165415" y="320871"/>
            <a:ext cx="5738996" cy="2893100"/>
          </a:xfrm>
          <a:prstGeom prst="rect">
            <a:avLst/>
          </a:prstGeom>
        </p:spPr>
        <p:txBody>
          <a:bodyPr wrap="square">
            <a:spAutoFit/>
          </a:bodyPr>
          <a:lstStyle/>
          <a:p>
            <a:r>
              <a:rPr lang="en-US" sz="1400" b="1">
                <a:latin typeface="+mj-lt"/>
              </a:rPr>
              <a:t>Classifier</a:t>
            </a:r>
          </a:p>
          <a:p>
            <a:r>
              <a:rPr lang="en-US" sz="1400">
                <a:latin typeface="+mj-lt"/>
              </a:rPr>
              <a:t>The algorithm which implements the classification on a dataset is known as a classifier. There are two types of Classifications:</a:t>
            </a:r>
          </a:p>
          <a:p>
            <a:endParaRPr lang="en-US" sz="1400">
              <a:latin typeface="+mj-lt"/>
            </a:endParaRPr>
          </a:p>
          <a:p>
            <a:r>
              <a:rPr lang="en-US" sz="1400" b="1">
                <a:latin typeface="+mj-lt"/>
              </a:rPr>
              <a:t>Binary Classifier:</a:t>
            </a:r>
            <a:r>
              <a:rPr lang="en-US" sz="1400">
                <a:latin typeface="+mj-lt"/>
              </a:rPr>
              <a:t> If the classification problem has only two possible outcomes, then it is called as Binary Classifier.</a:t>
            </a:r>
          </a:p>
          <a:p>
            <a:endParaRPr lang="en-US" sz="1400">
              <a:latin typeface="+mj-lt"/>
            </a:endParaRPr>
          </a:p>
          <a:p>
            <a:r>
              <a:rPr lang="en-US" sz="1400" b="1">
                <a:latin typeface="+mj-lt"/>
              </a:rPr>
              <a:t>Multi-class Classifier:</a:t>
            </a:r>
            <a:r>
              <a:rPr lang="en-US" sz="1400">
                <a:latin typeface="+mj-lt"/>
              </a:rPr>
              <a:t> If a classification problem has more than two outcomes, then it is called as Multi-class Classifier.</a:t>
            </a:r>
          </a:p>
          <a:p>
            <a:endParaRPr lang="en-US" sz="1400">
              <a:latin typeface="+mj-lt"/>
            </a:endParaRPr>
          </a:p>
          <a:p>
            <a:r>
              <a:rPr lang="en-US" sz="1400" b="1"/>
              <a:t>Multi-label Classifier: </a:t>
            </a:r>
            <a:r>
              <a:rPr lang="en-US" sz="1400"/>
              <a:t>A multilabel classifier is a model that maps each input instance to a subset of possible labels (one, several, or none)</a:t>
            </a:r>
            <a:endParaRPr lang="en-US" sz="1400">
              <a:latin typeface="+mj-lt"/>
            </a:endParaRPr>
          </a:p>
        </p:txBody>
      </p:sp>
      <p:sp>
        <p:nvSpPr>
          <p:cNvPr id="14" name="Rectangle 13">
            <a:extLst>
              <a:ext uri="{FF2B5EF4-FFF2-40B4-BE49-F238E27FC236}">
                <a16:creationId xmlns:a16="http://schemas.microsoft.com/office/drawing/2014/main" id="{B84C39F7-232A-6CFF-05D9-611B539C37D8}"/>
              </a:ext>
            </a:extLst>
          </p:cNvPr>
          <p:cNvSpPr/>
          <p:nvPr/>
        </p:nvSpPr>
        <p:spPr>
          <a:xfrm>
            <a:off x="303982" y="3740944"/>
            <a:ext cx="5311467" cy="2246769"/>
          </a:xfrm>
          <a:prstGeom prst="rect">
            <a:avLst/>
          </a:prstGeom>
        </p:spPr>
        <p:txBody>
          <a:bodyPr wrap="square">
            <a:spAutoFit/>
          </a:bodyPr>
          <a:lstStyle/>
          <a:p>
            <a:r>
              <a:rPr lang="en-US" sz="1400" b="1">
                <a:latin typeface="+mj-lt"/>
              </a:rPr>
              <a:t>Lazy Learners:</a:t>
            </a:r>
            <a:r>
              <a:rPr lang="en-US" sz="1400">
                <a:latin typeface="+mj-lt"/>
              </a:rPr>
              <a:t> Lazy Learner firstly stores the training dataset and wait until it receives the test dataset. In Lazy learner case, classification is done on the basis of the most related data stored in the training dataset. It takes less time in training but more time for predictions.</a:t>
            </a:r>
          </a:p>
          <a:p>
            <a:endParaRPr lang="en-US" sz="1400">
              <a:latin typeface="+mj-lt"/>
            </a:endParaRPr>
          </a:p>
          <a:p>
            <a:r>
              <a:rPr lang="en-US" sz="1400" b="1">
                <a:latin typeface="+mj-lt"/>
              </a:rPr>
              <a:t>Eager Learners: Eager</a:t>
            </a:r>
            <a:r>
              <a:rPr lang="en-US" sz="1400">
                <a:latin typeface="+mj-lt"/>
              </a:rPr>
              <a:t> Learners develop a classification model based on a training dataset before receiving a test dataset. Opposite to Lazy learners, Eager Learner takes more time in learning, and less time in prediction. </a:t>
            </a:r>
          </a:p>
        </p:txBody>
      </p:sp>
      <p:cxnSp>
        <p:nvCxnSpPr>
          <p:cNvPr id="33" name="Connector: Elbow 32">
            <a:extLst>
              <a:ext uri="{FF2B5EF4-FFF2-40B4-BE49-F238E27FC236}">
                <a16:creationId xmlns:a16="http://schemas.microsoft.com/office/drawing/2014/main" id="{54FAC70A-F133-AAC5-23B8-15520B8301FD}"/>
              </a:ext>
            </a:extLst>
          </p:cNvPr>
          <p:cNvCxnSpPr>
            <a:stCxn id="18" idx="2"/>
            <a:endCxn id="19" idx="0"/>
          </p:cNvCxnSpPr>
          <p:nvPr/>
        </p:nvCxnSpPr>
        <p:spPr>
          <a:xfrm rot="5400000">
            <a:off x="1711803" y="851379"/>
            <a:ext cx="438438" cy="1832088"/>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1CB6B1C7-EA5E-0F2C-0974-85B2EC25932C}"/>
              </a:ext>
            </a:extLst>
          </p:cNvPr>
          <p:cNvCxnSpPr>
            <a:cxnSpLocks/>
            <a:stCxn id="18" idx="2"/>
            <a:endCxn id="20" idx="0"/>
          </p:cNvCxnSpPr>
          <p:nvPr/>
        </p:nvCxnSpPr>
        <p:spPr>
          <a:xfrm rot="16200000" flipH="1">
            <a:off x="2628232" y="1767037"/>
            <a:ext cx="438437" cy="769"/>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B658FC3D-9F9E-F85E-A90B-F45D7E39A2D8}"/>
              </a:ext>
            </a:extLst>
          </p:cNvPr>
          <p:cNvCxnSpPr>
            <a:cxnSpLocks/>
            <a:stCxn id="18" idx="2"/>
            <a:endCxn id="21" idx="0"/>
          </p:cNvCxnSpPr>
          <p:nvPr/>
        </p:nvCxnSpPr>
        <p:spPr>
          <a:xfrm rot="16200000" flipH="1">
            <a:off x="3544307" y="850962"/>
            <a:ext cx="438437" cy="1832919"/>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BC40E06-B684-086F-599B-E5E54A7E7875}"/>
              </a:ext>
            </a:extLst>
          </p:cNvPr>
          <p:cNvSpPr txBox="1"/>
          <p:nvPr/>
        </p:nvSpPr>
        <p:spPr>
          <a:xfrm>
            <a:off x="2294552" y="2649738"/>
            <a:ext cx="1296271" cy="184666"/>
          </a:xfrm>
          <a:prstGeom prst="rect">
            <a:avLst/>
          </a:prstGeom>
          <a:noFill/>
        </p:spPr>
        <p:txBody>
          <a:bodyPr wrap="square" rtlCol="0">
            <a:spAutoFit/>
          </a:bodyPr>
          <a:lstStyle/>
          <a:p>
            <a:r>
              <a:rPr lang="en-US" sz="600">
                <a:solidFill>
                  <a:schemeClr val="bg1"/>
                </a:solidFill>
              </a:rPr>
              <a:t>Carnivore, Herbivore, Omnivore</a:t>
            </a:r>
          </a:p>
        </p:txBody>
      </p:sp>
      <p:sp>
        <p:nvSpPr>
          <p:cNvPr id="44" name="TextBox 43">
            <a:extLst>
              <a:ext uri="{FF2B5EF4-FFF2-40B4-BE49-F238E27FC236}">
                <a16:creationId xmlns:a16="http://schemas.microsoft.com/office/drawing/2014/main" id="{89AABBB9-5BC3-9F65-6A99-1133B330A63C}"/>
              </a:ext>
            </a:extLst>
          </p:cNvPr>
          <p:cNvSpPr txBox="1"/>
          <p:nvPr/>
        </p:nvSpPr>
        <p:spPr>
          <a:xfrm>
            <a:off x="3638664" y="2932390"/>
            <a:ext cx="1069767" cy="369332"/>
          </a:xfrm>
          <a:prstGeom prst="rect">
            <a:avLst/>
          </a:prstGeom>
          <a:noFill/>
        </p:spPr>
        <p:txBody>
          <a:bodyPr wrap="square">
            <a:spAutoFit/>
          </a:bodyPr>
          <a:lstStyle/>
          <a:p>
            <a:r>
              <a:rPr lang="en-US" sz="600"/>
              <a:t>[Action, Adventure], </a:t>
            </a:r>
          </a:p>
          <a:p>
            <a:r>
              <a:rPr lang="en-US" sz="600"/>
              <a:t>[Drama], </a:t>
            </a:r>
          </a:p>
          <a:p>
            <a:r>
              <a:rPr lang="en-US" sz="600"/>
              <a:t>[Comedy, Romance]</a:t>
            </a:r>
          </a:p>
        </p:txBody>
      </p:sp>
      <p:sp>
        <p:nvSpPr>
          <p:cNvPr id="46" name="TextBox 45">
            <a:extLst>
              <a:ext uri="{FF2B5EF4-FFF2-40B4-BE49-F238E27FC236}">
                <a16:creationId xmlns:a16="http://schemas.microsoft.com/office/drawing/2014/main" id="{11078B0B-784F-88B9-7556-3395F7570236}"/>
              </a:ext>
            </a:extLst>
          </p:cNvPr>
          <p:cNvSpPr txBox="1"/>
          <p:nvPr/>
        </p:nvSpPr>
        <p:spPr>
          <a:xfrm>
            <a:off x="4394066" y="2932390"/>
            <a:ext cx="1632521" cy="369332"/>
          </a:xfrm>
          <a:prstGeom prst="rect">
            <a:avLst/>
          </a:prstGeom>
          <a:noFill/>
        </p:spPr>
        <p:txBody>
          <a:bodyPr wrap="square">
            <a:spAutoFit/>
          </a:bodyPr>
          <a:lstStyle/>
          <a:p>
            <a:r>
              <a:rPr lang="en-US" sz="600"/>
              <a:t>["Materials Science", "Nanotechnology"]</a:t>
            </a:r>
          </a:p>
          <a:p>
            <a:r>
              <a:rPr lang="en-US" sz="600"/>
              <a:t>["Bioinformatics", "Genomics"]</a:t>
            </a:r>
          </a:p>
          <a:p>
            <a:r>
              <a:rPr lang="en-US" sz="600"/>
              <a:t>["Machine Learning", "Computer Vision"]</a:t>
            </a:r>
          </a:p>
        </p:txBody>
      </p:sp>
    </p:spTree>
    <p:extLst>
      <p:ext uri="{BB962C8B-B14F-4D97-AF65-F5344CB8AC3E}">
        <p14:creationId xmlns:p14="http://schemas.microsoft.com/office/powerpoint/2010/main" val="36327811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1DD32-70D7-CA68-4462-4B1CA5BF64E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71CCB-01E7-4082-E4EB-5D85DA0DF112}"/>
              </a:ext>
            </a:extLst>
          </p:cNvPr>
          <p:cNvSpPr>
            <a:spLocks noGrp="1"/>
          </p:cNvSpPr>
          <p:nvPr>
            <p:ph type="sldNum" sz="quarter" idx="10"/>
          </p:nvPr>
        </p:nvSpPr>
        <p:spPr/>
        <p:txBody>
          <a:bodyPr/>
          <a:lstStyle/>
          <a:p>
            <a:fld id="{48FFE6E1-85EB-9E42-824B-7CC9267ED8B9}" type="slidenum">
              <a:rPr lang="en-US" smtClean="0"/>
              <a:pPr/>
              <a:t>6</a:t>
            </a:fld>
            <a:endParaRPr lang="en-US"/>
          </a:p>
        </p:txBody>
      </p:sp>
      <p:sp>
        <p:nvSpPr>
          <p:cNvPr id="4" name="Content Placeholder 3">
            <a:extLst>
              <a:ext uri="{FF2B5EF4-FFF2-40B4-BE49-F238E27FC236}">
                <a16:creationId xmlns:a16="http://schemas.microsoft.com/office/drawing/2014/main" id="{A7E8DDB9-7E6B-C526-26E6-26C15E5A0CD2}"/>
              </a:ext>
            </a:extLst>
          </p:cNvPr>
          <p:cNvSpPr>
            <a:spLocks noGrp="1"/>
          </p:cNvSpPr>
          <p:nvPr>
            <p:ph idx="1"/>
          </p:nvPr>
        </p:nvSpPr>
        <p:spPr>
          <a:xfrm>
            <a:off x="517859" y="1201088"/>
            <a:ext cx="10980835" cy="3552254"/>
          </a:xfrm>
        </p:spPr>
        <p:txBody>
          <a:bodyPr/>
          <a:lstStyle/>
          <a:p>
            <a:r>
              <a:rPr lang="en-US" b="1">
                <a:solidFill>
                  <a:schemeClr val="tx1"/>
                </a:solidFill>
              </a:rPr>
              <a:t>Linear Models</a:t>
            </a:r>
            <a:r>
              <a:rPr lang="en-US">
                <a:solidFill>
                  <a:schemeClr val="tx1"/>
                </a:solidFill>
              </a:rPr>
              <a:t> </a:t>
            </a:r>
          </a:p>
          <a:p>
            <a:pPr lvl="1">
              <a:buFont typeface="Arial" panose="020B0604020202020204" pitchFamily="34" charset="0"/>
              <a:buChar char="•"/>
            </a:pPr>
            <a:r>
              <a:rPr lang="en-US">
                <a:solidFill>
                  <a:schemeClr val="tx1"/>
                </a:solidFill>
              </a:rPr>
              <a:t>Logistic Regression </a:t>
            </a:r>
          </a:p>
          <a:p>
            <a:pPr lvl="1">
              <a:buFont typeface="Arial" panose="020B0604020202020204" pitchFamily="34" charset="0"/>
              <a:buChar char="•"/>
            </a:pPr>
            <a:r>
              <a:rPr lang="en-US">
                <a:solidFill>
                  <a:schemeClr val="tx1"/>
                </a:solidFill>
              </a:rPr>
              <a:t>Support Vector Machines</a:t>
            </a:r>
          </a:p>
          <a:p>
            <a:pPr lvl="1"/>
            <a:endParaRPr lang="en-US">
              <a:solidFill>
                <a:schemeClr val="tx1"/>
              </a:solidFill>
            </a:endParaRPr>
          </a:p>
          <a:p>
            <a:r>
              <a:rPr lang="en-US" b="1">
                <a:solidFill>
                  <a:schemeClr val="tx1"/>
                </a:solidFill>
              </a:rPr>
              <a:t>Non-linear Models</a:t>
            </a:r>
            <a:r>
              <a:rPr lang="en-US">
                <a:solidFill>
                  <a:schemeClr val="tx1"/>
                </a:solidFill>
              </a:rPr>
              <a:t> </a:t>
            </a:r>
          </a:p>
          <a:p>
            <a:pPr lvl="1">
              <a:buFont typeface="Arial" panose="020B0604020202020204" pitchFamily="34" charset="0"/>
              <a:buChar char="•"/>
            </a:pPr>
            <a:r>
              <a:rPr lang="en-US">
                <a:solidFill>
                  <a:schemeClr val="tx1"/>
                </a:solidFill>
              </a:rPr>
              <a:t>K-Nearest Neighbor</a:t>
            </a:r>
          </a:p>
          <a:p>
            <a:pPr lvl="1">
              <a:buFont typeface="Arial" panose="020B0604020202020204" pitchFamily="34" charset="0"/>
              <a:buChar char="•"/>
            </a:pPr>
            <a:r>
              <a:rPr lang="en-US">
                <a:solidFill>
                  <a:schemeClr val="tx1"/>
                </a:solidFill>
              </a:rPr>
              <a:t>Kernel SVM</a:t>
            </a:r>
          </a:p>
          <a:p>
            <a:pPr lvl="1">
              <a:buFont typeface="Arial" panose="020B0604020202020204" pitchFamily="34" charset="0"/>
              <a:buChar char="•"/>
            </a:pPr>
            <a:r>
              <a:rPr lang="en-US">
                <a:solidFill>
                  <a:schemeClr val="tx1"/>
                </a:solidFill>
              </a:rPr>
              <a:t>Naïve Bayes </a:t>
            </a:r>
          </a:p>
          <a:p>
            <a:pPr lvl="1">
              <a:buFont typeface="Arial" panose="020B0604020202020204" pitchFamily="34" charset="0"/>
              <a:buChar char="•"/>
            </a:pPr>
            <a:r>
              <a:rPr lang="en-US">
                <a:solidFill>
                  <a:schemeClr val="tx1"/>
                </a:solidFill>
              </a:rPr>
              <a:t>Decision Tree Classification </a:t>
            </a:r>
          </a:p>
          <a:p>
            <a:pPr lvl="1">
              <a:buFont typeface="Arial" panose="020B0604020202020204" pitchFamily="34" charset="0"/>
              <a:buChar char="•"/>
            </a:pPr>
            <a:r>
              <a:rPr lang="en-US">
                <a:solidFill>
                  <a:schemeClr val="tx1"/>
                </a:solidFill>
              </a:rPr>
              <a:t>Random Forest Classification</a:t>
            </a:r>
          </a:p>
          <a:p>
            <a:pPr lvl="1">
              <a:buFont typeface="Arial" panose="020B0604020202020204" pitchFamily="34" charset="0"/>
              <a:buChar char="•"/>
            </a:pPr>
            <a:r>
              <a:rPr lang="en-US">
                <a:solidFill>
                  <a:schemeClr val="tx1"/>
                </a:solidFill>
              </a:rPr>
              <a:t>Neural Networks </a:t>
            </a:r>
          </a:p>
        </p:txBody>
      </p:sp>
      <p:sp>
        <p:nvSpPr>
          <p:cNvPr id="9" name="Title 8">
            <a:extLst>
              <a:ext uri="{FF2B5EF4-FFF2-40B4-BE49-F238E27FC236}">
                <a16:creationId xmlns:a16="http://schemas.microsoft.com/office/drawing/2014/main" id="{F593B518-5C4F-6102-6270-143FDBE3ECD2}"/>
              </a:ext>
            </a:extLst>
          </p:cNvPr>
          <p:cNvSpPr>
            <a:spLocks noGrp="1"/>
          </p:cNvSpPr>
          <p:nvPr>
            <p:ph type="title"/>
          </p:nvPr>
        </p:nvSpPr>
        <p:spPr>
          <a:xfrm>
            <a:off x="466344" y="501740"/>
            <a:ext cx="10976889" cy="332399"/>
          </a:xfrm>
        </p:spPr>
        <p:txBody>
          <a:bodyPr/>
          <a:lstStyle/>
          <a:p>
            <a:r>
              <a:rPr lang="en-US" sz="2400" b="1" i="0">
                <a:solidFill>
                  <a:srgbClr val="002060"/>
                </a:solidFill>
              </a:rPr>
              <a:t>Types of ML Classification Algorithms</a:t>
            </a:r>
            <a:endParaRPr lang="en-US" sz="2800" b="1">
              <a:solidFill>
                <a:srgbClr val="002060"/>
              </a:solidFill>
            </a:endParaRPr>
          </a:p>
        </p:txBody>
      </p:sp>
      <p:sp>
        <p:nvSpPr>
          <p:cNvPr id="8" name="TextBox 7">
            <a:extLst>
              <a:ext uri="{FF2B5EF4-FFF2-40B4-BE49-F238E27FC236}">
                <a16:creationId xmlns:a16="http://schemas.microsoft.com/office/drawing/2014/main" id="{4DD063BC-8592-FBAB-FFEA-B6AFBA5A89AF}"/>
              </a:ext>
            </a:extLst>
          </p:cNvPr>
          <p:cNvSpPr txBox="1"/>
          <p:nvPr/>
        </p:nvSpPr>
        <p:spPr>
          <a:xfrm>
            <a:off x="4977235" y="1201088"/>
            <a:ext cx="4473798" cy="923330"/>
          </a:xfrm>
          <a:prstGeom prst="rect">
            <a:avLst/>
          </a:prstGeom>
          <a:noFill/>
        </p:spPr>
        <p:txBody>
          <a:bodyPr wrap="square">
            <a:spAutoFit/>
          </a:bodyPr>
          <a:lstStyle/>
          <a:p>
            <a:r>
              <a:rPr lang="en-US"/>
              <a:t>Linear classifiers make predictions based on a linear combination of the input features.</a:t>
            </a:r>
          </a:p>
        </p:txBody>
      </p:sp>
      <p:sp>
        <p:nvSpPr>
          <p:cNvPr id="11" name="TextBox 10">
            <a:extLst>
              <a:ext uri="{FF2B5EF4-FFF2-40B4-BE49-F238E27FC236}">
                <a16:creationId xmlns:a16="http://schemas.microsoft.com/office/drawing/2014/main" id="{12629E72-3848-58B5-890D-D90999E4995E}"/>
              </a:ext>
            </a:extLst>
          </p:cNvPr>
          <p:cNvSpPr txBox="1"/>
          <p:nvPr/>
        </p:nvSpPr>
        <p:spPr>
          <a:xfrm>
            <a:off x="5037604" y="2838715"/>
            <a:ext cx="4963196" cy="1200329"/>
          </a:xfrm>
          <a:prstGeom prst="rect">
            <a:avLst/>
          </a:prstGeom>
          <a:noFill/>
        </p:spPr>
        <p:txBody>
          <a:bodyPr wrap="square">
            <a:spAutoFit/>
          </a:bodyPr>
          <a:lstStyle/>
          <a:p>
            <a:r>
              <a:rPr lang="en-US"/>
              <a:t>Nonlinear classifiers can model more complex relationships between features and can produce nonlinear (curved) decision boundaries.</a:t>
            </a:r>
          </a:p>
        </p:txBody>
      </p:sp>
    </p:spTree>
    <p:extLst>
      <p:ext uri="{BB962C8B-B14F-4D97-AF65-F5344CB8AC3E}">
        <p14:creationId xmlns:p14="http://schemas.microsoft.com/office/powerpoint/2010/main" val="40870317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AA178-EB93-8C21-FB70-F90AAAAD8D4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35E8B0-B39C-B56A-E110-4144A0275FBC}"/>
              </a:ext>
            </a:extLst>
          </p:cNvPr>
          <p:cNvSpPr>
            <a:spLocks noGrp="1"/>
          </p:cNvSpPr>
          <p:nvPr>
            <p:ph type="sldNum" sz="quarter" idx="10"/>
          </p:nvPr>
        </p:nvSpPr>
        <p:spPr/>
        <p:txBody>
          <a:bodyPr/>
          <a:lstStyle/>
          <a:p>
            <a:fld id="{48FFE6E1-85EB-9E42-824B-7CC9267ED8B9}" type="slidenum">
              <a:rPr lang="en-US" smtClean="0"/>
              <a:pPr/>
              <a:t>7</a:t>
            </a:fld>
            <a:endParaRPr lang="en-US"/>
          </a:p>
        </p:txBody>
      </p:sp>
      <p:sp>
        <p:nvSpPr>
          <p:cNvPr id="9" name="Title 8">
            <a:extLst>
              <a:ext uri="{FF2B5EF4-FFF2-40B4-BE49-F238E27FC236}">
                <a16:creationId xmlns:a16="http://schemas.microsoft.com/office/drawing/2014/main" id="{682D9934-00DB-4472-3044-348D8BE84832}"/>
              </a:ext>
            </a:extLst>
          </p:cNvPr>
          <p:cNvSpPr>
            <a:spLocks noGrp="1"/>
          </p:cNvSpPr>
          <p:nvPr>
            <p:ph type="title"/>
          </p:nvPr>
        </p:nvSpPr>
        <p:spPr>
          <a:xfrm>
            <a:off x="492101" y="410727"/>
            <a:ext cx="10976889" cy="332399"/>
          </a:xfrm>
        </p:spPr>
        <p:txBody>
          <a:bodyPr/>
          <a:lstStyle/>
          <a:p>
            <a:r>
              <a:rPr lang="en-US" sz="2400" b="1">
                <a:solidFill>
                  <a:srgbClr val="002060"/>
                </a:solidFill>
              </a:rPr>
              <a:t>Algorithm 1 -  Logistic Regression</a:t>
            </a:r>
            <a:r>
              <a:rPr lang="en-US" sz="2400">
                <a:solidFill>
                  <a:srgbClr val="002060"/>
                </a:solidFill>
              </a:rPr>
              <a:t> </a:t>
            </a:r>
          </a:p>
        </p:txBody>
      </p:sp>
      <p:sp>
        <p:nvSpPr>
          <p:cNvPr id="7" name="TextBox 6">
            <a:extLst>
              <a:ext uri="{FF2B5EF4-FFF2-40B4-BE49-F238E27FC236}">
                <a16:creationId xmlns:a16="http://schemas.microsoft.com/office/drawing/2014/main" id="{D0D7021E-1A9F-0D71-B572-696EAB1E5204}"/>
              </a:ext>
            </a:extLst>
          </p:cNvPr>
          <p:cNvSpPr txBox="1"/>
          <p:nvPr/>
        </p:nvSpPr>
        <p:spPr>
          <a:xfrm>
            <a:off x="492101" y="1095243"/>
            <a:ext cx="11150400" cy="1754326"/>
          </a:xfrm>
          <a:prstGeom prst="rect">
            <a:avLst/>
          </a:prstGeom>
          <a:noFill/>
        </p:spPr>
        <p:txBody>
          <a:bodyPr wrap="square" rtlCol="0">
            <a:spAutoFit/>
          </a:bodyPr>
          <a:lstStyle/>
          <a:p>
            <a:r>
              <a:rPr lang="en-US">
                <a:latin typeface="+mj-lt"/>
              </a:rPr>
              <a:t>Logistic regression is a classification algorithm used to predict a binary outcome: either something happens or does not. This can be exhibited as Yes/No, Pass/Fail, Alive/Dead, etc. </a:t>
            </a:r>
          </a:p>
          <a:p>
            <a:endParaRPr lang="en-US">
              <a:latin typeface="+mj-lt"/>
            </a:endParaRPr>
          </a:p>
          <a:p>
            <a:r>
              <a:rPr lang="en-US">
                <a:latin typeface="+mj-lt"/>
              </a:rPr>
              <a:t>Independent variables are analyzed to determine the binary outcome with the results falling into one of two categories. The independent variables can be categorical or numeric, but the dependent variable is always categorical. </a:t>
            </a:r>
          </a:p>
        </p:txBody>
      </p:sp>
      <p:pic>
        <p:nvPicPr>
          <p:cNvPr id="8" name="Picture 7">
            <a:extLst>
              <a:ext uri="{FF2B5EF4-FFF2-40B4-BE49-F238E27FC236}">
                <a16:creationId xmlns:a16="http://schemas.microsoft.com/office/drawing/2014/main" id="{3E5171F9-236A-5BEE-30A5-06DAEB6CB9C7}"/>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Effect>
                      <a14:brightnessContrast bright="40000" contrast="40000"/>
                    </a14:imgEffect>
                  </a14:imgLayer>
                </a14:imgProps>
              </a:ext>
            </a:extLst>
          </a:blip>
          <a:stretch>
            <a:fillRect/>
          </a:stretch>
        </p:blipFill>
        <p:spPr>
          <a:xfrm>
            <a:off x="1319176" y="3305856"/>
            <a:ext cx="8657070" cy="2456901"/>
          </a:xfrm>
          <a:prstGeom prst="rect">
            <a:avLst/>
          </a:prstGeom>
        </p:spPr>
      </p:pic>
    </p:spTree>
    <p:extLst>
      <p:ext uri="{BB962C8B-B14F-4D97-AF65-F5344CB8AC3E}">
        <p14:creationId xmlns:p14="http://schemas.microsoft.com/office/powerpoint/2010/main" val="30126116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00B6C-4A4D-6077-ECA5-7CFC9FD174A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42C51C5-DE24-1C94-962B-204BEDD80752}"/>
              </a:ext>
            </a:extLst>
          </p:cNvPr>
          <p:cNvSpPr>
            <a:spLocks noGrp="1"/>
          </p:cNvSpPr>
          <p:nvPr>
            <p:ph type="sldNum" sz="quarter" idx="10"/>
          </p:nvPr>
        </p:nvSpPr>
        <p:spPr/>
        <p:txBody>
          <a:bodyPr/>
          <a:lstStyle/>
          <a:p>
            <a:fld id="{48FFE6E1-85EB-9E42-824B-7CC9267ED8B9}" type="slidenum">
              <a:rPr lang="en-US" smtClean="0"/>
              <a:pPr/>
              <a:t>8</a:t>
            </a:fld>
            <a:endParaRPr lang="en-US"/>
          </a:p>
        </p:txBody>
      </p:sp>
      <p:sp>
        <p:nvSpPr>
          <p:cNvPr id="3" name="TextBox 2">
            <a:extLst>
              <a:ext uri="{FF2B5EF4-FFF2-40B4-BE49-F238E27FC236}">
                <a16:creationId xmlns:a16="http://schemas.microsoft.com/office/drawing/2014/main" id="{B6B0219C-ED05-F755-D8B2-0511D6E6BD78}"/>
              </a:ext>
            </a:extLst>
          </p:cNvPr>
          <p:cNvSpPr txBox="1"/>
          <p:nvPr/>
        </p:nvSpPr>
        <p:spPr>
          <a:xfrm>
            <a:off x="742442" y="1021908"/>
            <a:ext cx="10095130" cy="830997"/>
          </a:xfrm>
          <a:prstGeom prst="rect">
            <a:avLst/>
          </a:prstGeom>
          <a:noFill/>
        </p:spPr>
        <p:txBody>
          <a:bodyPr wrap="square" rtlCol="0">
            <a:spAutoFit/>
          </a:bodyPr>
          <a:lstStyle/>
          <a:p>
            <a:r>
              <a:rPr lang="en-US" sz="1600"/>
              <a:t>Logistic regression models the probability that an event Y=1 occurs given features x using the logistic (sigmoid) function. The sigmoid function is a smooth, S-shaped function that maps any real number to a value between 0 and 1. Note how p(x) is limited between the value of 0 and 1 for all possible values of x</a:t>
            </a:r>
          </a:p>
        </p:txBody>
      </p:sp>
      <p:sp>
        <p:nvSpPr>
          <p:cNvPr id="4" name="TextBox 3">
            <a:extLst>
              <a:ext uri="{FF2B5EF4-FFF2-40B4-BE49-F238E27FC236}">
                <a16:creationId xmlns:a16="http://schemas.microsoft.com/office/drawing/2014/main" id="{12F4AE1D-D987-C621-6157-53505D82F572}"/>
              </a:ext>
            </a:extLst>
          </p:cNvPr>
          <p:cNvSpPr txBox="1"/>
          <p:nvPr/>
        </p:nvSpPr>
        <p:spPr>
          <a:xfrm>
            <a:off x="774639" y="2757938"/>
            <a:ext cx="9806275" cy="584775"/>
          </a:xfrm>
          <a:prstGeom prst="rect">
            <a:avLst/>
          </a:prstGeom>
          <a:noFill/>
        </p:spPr>
        <p:txBody>
          <a:bodyPr wrap="square" rtlCol="0">
            <a:spAutoFit/>
          </a:bodyPr>
          <a:lstStyle/>
          <a:p>
            <a:r>
              <a:rPr lang="en-US" sz="1600"/>
              <a:t>With some simple steps we get derive a formulation similar looking to a regression equation. Taking the natural logarithm of the odds yields the log-odds (also called the “logit”)</a:t>
            </a:r>
          </a:p>
        </p:txBody>
      </p:sp>
      <p:sp>
        <p:nvSpPr>
          <p:cNvPr id="6" name="TextBox 5">
            <a:extLst>
              <a:ext uri="{FF2B5EF4-FFF2-40B4-BE49-F238E27FC236}">
                <a16:creationId xmlns:a16="http://schemas.microsoft.com/office/drawing/2014/main" id="{82A381DB-5B75-C1C7-C383-8C00FD607911}"/>
              </a:ext>
            </a:extLst>
          </p:cNvPr>
          <p:cNvSpPr txBox="1"/>
          <p:nvPr/>
        </p:nvSpPr>
        <p:spPr>
          <a:xfrm>
            <a:off x="1401545" y="3379406"/>
            <a:ext cx="1069524" cy="369332"/>
          </a:xfrm>
          <a:prstGeom prst="rect">
            <a:avLst/>
          </a:prstGeom>
          <a:noFill/>
        </p:spPr>
        <p:txBody>
          <a:bodyPr wrap="none" rtlCol="0">
            <a:spAutoFit/>
          </a:bodyPr>
          <a:lstStyle/>
          <a:p>
            <a:r>
              <a:rPr lang="en-US" i="1">
                <a:solidFill>
                  <a:srgbClr val="002060"/>
                </a:solidFill>
              </a:rPr>
              <a:t>log-odds</a:t>
            </a:r>
          </a:p>
        </p:txBody>
      </p:sp>
      <p:sp>
        <p:nvSpPr>
          <p:cNvPr id="11" name="Oval 10">
            <a:extLst>
              <a:ext uri="{FF2B5EF4-FFF2-40B4-BE49-F238E27FC236}">
                <a16:creationId xmlns:a16="http://schemas.microsoft.com/office/drawing/2014/main" id="{221C2FBB-CCB8-F488-1BDF-A2454A68B61D}"/>
              </a:ext>
            </a:extLst>
          </p:cNvPr>
          <p:cNvSpPr/>
          <p:nvPr/>
        </p:nvSpPr>
        <p:spPr>
          <a:xfrm>
            <a:off x="2638962" y="3504143"/>
            <a:ext cx="1198907" cy="1100985"/>
          </a:xfrm>
          <a:prstGeom prst="ellipse">
            <a:avLst/>
          </a:prstGeom>
          <a:noFill/>
          <a:ln w="19050">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2EA5902-40B5-6F58-0390-B53AF5699D4F}"/>
              </a:ext>
            </a:extLst>
          </p:cNvPr>
          <p:cNvCxnSpPr/>
          <p:nvPr/>
        </p:nvCxnSpPr>
        <p:spPr>
          <a:xfrm>
            <a:off x="2457065" y="3609475"/>
            <a:ext cx="181897" cy="1392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A64EA705-418B-6C33-C55D-53955FC28C2E}"/>
                  </a:ext>
                </a:extLst>
              </p:cNvPr>
              <p:cNvSpPr txBox="1"/>
              <p:nvPr/>
            </p:nvSpPr>
            <p:spPr>
              <a:xfrm>
                <a:off x="568235" y="5046493"/>
                <a:ext cx="10460927" cy="584775"/>
              </a:xfrm>
              <a:prstGeom prst="rect">
                <a:avLst/>
              </a:prstGeom>
              <a:noFill/>
            </p:spPr>
            <p:txBody>
              <a:bodyPr wrap="square" rtlCol="0">
                <a:spAutoFit/>
              </a:bodyPr>
              <a:lstStyle/>
              <a:p>
                <a:r>
                  <a:rPr lang="en-US" sz="1600"/>
                  <a:t>This shows that logistic regression is a linear model on the log-odds scale. The coefficients </a:t>
                </a:r>
                <a14:m>
                  <m:oMath xmlns:m="http://schemas.openxmlformats.org/officeDocument/2006/math">
                    <m:r>
                      <a:rPr lang="en-US" sz="1600" i="1">
                        <a:latin typeface="Cambria Math" panose="02040503050406030204" pitchFamily="18" charset="0"/>
                      </a:rPr>
                      <m:t>𝛽</m:t>
                    </m:r>
                  </m:oMath>
                </a14:m>
                <a:r>
                  <a:rPr lang="en-US" sz="1600"/>
                  <a:t>represent how a unit change in a feature changes the log-odds of the event. We will predict Y = 1 when p ≥ 0.5 and Y = 0 when p &lt; 0.5</a:t>
                </a:r>
              </a:p>
            </p:txBody>
          </p:sp>
        </mc:Choice>
        <mc:Fallback>
          <p:sp>
            <p:nvSpPr>
              <p:cNvPr id="13" name="TextBox 12">
                <a:extLst>
                  <a:ext uri="{FF2B5EF4-FFF2-40B4-BE49-F238E27FC236}">
                    <a16:creationId xmlns:a16="http://schemas.microsoft.com/office/drawing/2014/main" id="{A64EA705-418B-6C33-C55D-53955FC28C2E}"/>
                  </a:ext>
                </a:extLst>
              </p:cNvPr>
              <p:cNvSpPr txBox="1">
                <a:spLocks noRot="1" noChangeAspect="1" noMove="1" noResize="1" noEditPoints="1" noAdjustHandles="1" noChangeArrowheads="1" noChangeShapeType="1" noTextEdit="1"/>
              </p:cNvSpPr>
              <p:nvPr/>
            </p:nvSpPr>
            <p:spPr>
              <a:xfrm>
                <a:off x="568235" y="5046493"/>
                <a:ext cx="10460927" cy="584775"/>
              </a:xfrm>
              <a:prstGeom prst="rect">
                <a:avLst/>
              </a:prstGeom>
              <a:blipFill>
                <a:blip r:embed="rId2"/>
                <a:stretch>
                  <a:fillRect l="-291" t="-3125" b="-125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5881083-FD10-C503-A617-FA8237588194}"/>
                  </a:ext>
                </a:extLst>
              </p:cNvPr>
              <p:cNvSpPr txBox="1"/>
              <p:nvPr/>
            </p:nvSpPr>
            <p:spPr>
              <a:xfrm>
                <a:off x="2721323" y="3867185"/>
                <a:ext cx="2327497" cy="441211"/>
              </a:xfrm>
              <a:prstGeom prst="rect">
                <a:avLst/>
              </a:prstGeom>
              <a:noFill/>
            </p:spPr>
            <p:txBody>
              <a:bodyPr wrap="none" lIns="0" tIns="0" rIns="0" bIns="0" rtlCol="0">
                <a:spAutoFit/>
              </a:bodyPr>
              <a:lstStyle/>
              <a:p>
                <a:r>
                  <a:rPr lang="en-US"/>
                  <a:t>log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num>
                      <m:den>
                        <m:r>
                          <a:rPr lang="en-US" b="0" i="1" smtClean="0">
                            <a:latin typeface="Cambria Math" panose="02040503050406030204" pitchFamily="18" charset="0"/>
                          </a:rPr>
                          <m:t>1 −</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den>
                    </m:f>
                    <m:r>
                      <a:rPr lang="en-US" i="1" smtClean="0">
                        <a:latin typeface="Cambria Math" panose="02040503050406030204" pitchFamily="18" charset="0"/>
                      </a:rPr>
                      <m:t>=</m:t>
                    </m:r>
                    <m:r>
                      <a:rPr lang="el-GR" i="1" smtClean="0">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𝑜</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𝛽</m:t>
                    </m:r>
                  </m:oMath>
                </a14:m>
                <a:endParaRPr lang="en-US"/>
              </a:p>
            </p:txBody>
          </p:sp>
        </mc:Choice>
        <mc:Fallback>
          <p:sp>
            <p:nvSpPr>
              <p:cNvPr id="14" name="TextBox 13">
                <a:extLst>
                  <a:ext uri="{FF2B5EF4-FFF2-40B4-BE49-F238E27FC236}">
                    <a16:creationId xmlns:a16="http://schemas.microsoft.com/office/drawing/2014/main" id="{25881083-FD10-C503-A617-FA8237588194}"/>
                  </a:ext>
                </a:extLst>
              </p:cNvPr>
              <p:cNvSpPr txBox="1">
                <a:spLocks noRot="1" noChangeAspect="1" noMove="1" noResize="1" noEditPoints="1" noAdjustHandles="1" noChangeArrowheads="1" noChangeShapeType="1" noTextEdit="1"/>
              </p:cNvSpPr>
              <p:nvPr/>
            </p:nvSpPr>
            <p:spPr>
              <a:xfrm>
                <a:off x="2721323" y="3867185"/>
                <a:ext cx="2327497" cy="441211"/>
              </a:xfrm>
              <a:prstGeom prst="rect">
                <a:avLst/>
              </a:prstGeom>
              <a:blipFill>
                <a:blip r:embed="rId3"/>
                <a:stretch>
                  <a:fillRect l="-6021" t="-2740" r="-3403" b="-1643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A155963B-3BD0-A112-BCA1-5D6C1D3605F8}"/>
                  </a:ext>
                </a:extLst>
              </p:cNvPr>
              <p:cNvSpPr txBox="1"/>
              <p:nvPr/>
            </p:nvSpPr>
            <p:spPr>
              <a:xfrm>
                <a:off x="3229179" y="1947985"/>
                <a:ext cx="2271583" cy="5311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l-GR" i="1">
                                  <a:latin typeface="Cambria Math" panose="02040503050406030204" pitchFamily="18" charset="0"/>
                                  <a:ea typeface="Cambria Math" panose="02040503050406030204" pitchFamily="18" charset="0"/>
                                </a:rPr>
                                <m:t>𝛽</m:t>
                              </m:r>
                              <m:r>
                                <a:rPr lang="en-US" i="1" baseline="-25000">
                                  <a:latin typeface="Cambria Math" panose="02040503050406030204" pitchFamily="18" charset="0"/>
                                  <a:ea typeface="Cambria Math" panose="02040503050406030204" pitchFamily="18" charset="0"/>
                                </a:rPr>
                                <m:t>𝑜</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sup>
                          </m:sSup>
                        </m:den>
                      </m:f>
                    </m:oMath>
                  </m:oMathPara>
                </a14:m>
                <a:endParaRPr lang="en-US"/>
              </a:p>
            </p:txBody>
          </p:sp>
        </mc:Choice>
        <mc:Fallback>
          <p:sp>
            <p:nvSpPr>
              <p:cNvPr id="15" name="TextBox 14">
                <a:extLst>
                  <a:ext uri="{FF2B5EF4-FFF2-40B4-BE49-F238E27FC236}">
                    <a16:creationId xmlns:a16="http://schemas.microsoft.com/office/drawing/2014/main" id="{A155963B-3BD0-A112-BCA1-5D6C1D3605F8}"/>
                  </a:ext>
                </a:extLst>
              </p:cNvPr>
              <p:cNvSpPr txBox="1">
                <a:spLocks noRot="1" noChangeAspect="1" noMove="1" noResize="1" noEditPoints="1" noAdjustHandles="1" noChangeArrowheads="1" noChangeShapeType="1" noTextEdit="1"/>
              </p:cNvSpPr>
              <p:nvPr/>
            </p:nvSpPr>
            <p:spPr>
              <a:xfrm>
                <a:off x="3229179" y="1947985"/>
                <a:ext cx="2271583" cy="531171"/>
              </a:xfrm>
              <a:prstGeom prst="rect">
                <a:avLst/>
              </a:prstGeom>
              <a:blipFill>
                <a:blip r:embed="rId4"/>
                <a:stretch>
                  <a:fillRect/>
                </a:stretch>
              </a:blipFill>
            </p:spPr>
            <p:txBody>
              <a:bodyPr/>
              <a:lstStyle/>
              <a:p>
                <a:r>
                  <a:rPr lang="en-US">
                    <a:noFill/>
                  </a:rPr>
                  <a:t> </a:t>
                </a:r>
              </a:p>
            </p:txBody>
          </p:sp>
        </mc:Fallback>
      </mc:AlternateContent>
      <p:sp>
        <p:nvSpPr>
          <p:cNvPr id="16" name="Title 8">
            <a:extLst>
              <a:ext uri="{FF2B5EF4-FFF2-40B4-BE49-F238E27FC236}">
                <a16:creationId xmlns:a16="http://schemas.microsoft.com/office/drawing/2014/main" id="{B04EEFAD-F731-C5BA-E5B6-7FEBC1D4E1C0}"/>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kern="0">
                <a:solidFill>
                  <a:srgbClr val="002060"/>
                </a:solidFill>
              </a:rPr>
              <a:t>Algorithm 1 -  Logistic Regression</a:t>
            </a:r>
            <a:r>
              <a:rPr lang="en-US" sz="2400" kern="0">
                <a:solidFill>
                  <a:srgbClr val="002060"/>
                </a:solidFill>
              </a:rPr>
              <a:t> </a:t>
            </a:r>
          </a:p>
        </p:txBody>
      </p:sp>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F0F8893F-384E-2579-8C34-5D65EEBC0F12}"/>
                  </a:ext>
                </a:extLst>
              </p:cNvPr>
              <p:cNvSpPr txBox="1"/>
              <p:nvPr/>
            </p:nvSpPr>
            <p:spPr>
              <a:xfrm>
                <a:off x="5689595" y="2092239"/>
                <a:ext cx="5521464" cy="307777"/>
              </a:xfrm>
              <a:prstGeom prst="rect">
                <a:avLst/>
              </a:prstGeom>
              <a:noFill/>
            </p:spPr>
            <p:txBody>
              <a:bodyPr wrap="square">
                <a:spAutoFit/>
              </a:bodyPr>
              <a:lstStyle/>
              <a:p>
                <a:r>
                  <a:rPr lang="en-US" sz="1400">
                    <a:effectLst/>
                    <a:latin typeface="Aptos" panose="020B0004020202020204" pitchFamily="34" charset="0"/>
                    <a:ea typeface="Aptos" panose="020B0004020202020204" pitchFamily="34" charset="0"/>
                    <a:cs typeface="Times New Roman" panose="02020603050405020304" pitchFamily="18" charset="0"/>
                  </a:rPr>
                  <a:t>Here, </a:t>
                </a:r>
                <a14:m>
                  <m:oMath xmlns:m="http://schemas.openxmlformats.org/officeDocument/2006/math">
                    <m:sSub>
                      <m:sSubPr>
                        <m:ctrlPr>
                          <a:rPr lang="en-US" sz="1400" i="1">
                            <a:effectLst/>
                            <a:latin typeface="Cambria Math" panose="02040503050406030204" pitchFamily="18" charset="0"/>
                          </a:rPr>
                        </m:ctrlPr>
                      </m:sSubPr>
                      <m:e>
                        <m:r>
                          <a:rPr lang="en-US" sz="1400" i="1">
                            <a:effectLst/>
                            <a:latin typeface="Cambria Math" panose="02040503050406030204" pitchFamily="18" charset="0"/>
                            <a:ea typeface="Aptos" panose="020B0004020202020204" pitchFamily="34" charset="0"/>
                            <a:cs typeface="Times New Roman" panose="02020603050405020304" pitchFamily="18" charset="0"/>
                          </a:rPr>
                          <m:t>𝛽</m:t>
                        </m:r>
                      </m:e>
                      <m:sub>
                        <m:r>
                          <a:rPr lang="en-US" sz="1400" i="1">
                            <a:effectLst/>
                            <a:latin typeface="Cambria Math" panose="02040503050406030204" pitchFamily="18" charset="0"/>
                            <a:ea typeface="Aptos" panose="020B0004020202020204" pitchFamily="34" charset="0"/>
                            <a:cs typeface="Times New Roman" panose="02020603050405020304" pitchFamily="18" charset="0"/>
                          </a:rPr>
                          <m:t>0</m:t>
                        </m:r>
                      </m:sub>
                    </m:sSub>
                  </m:oMath>
                </a14:m>
                <a:r>
                  <a:rPr lang="en-US" sz="1400">
                    <a:effectLst/>
                    <a:latin typeface="Aptos" panose="020B0004020202020204" pitchFamily="34" charset="0"/>
                    <a:ea typeface="Aptos" panose="020B0004020202020204" pitchFamily="34" charset="0"/>
                    <a:cs typeface="Times New Roman" panose="02020603050405020304" pitchFamily="18" charset="0"/>
                  </a:rPr>
                  <a:t>is the intercept, </a:t>
                </a:r>
                <a14:m>
                  <m:oMath xmlns:m="http://schemas.openxmlformats.org/officeDocument/2006/math">
                    <m:r>
                      <a:rPr lang="en-US" sz="1400" i="1">
                        <a:effectLst/>
                        <a:latin typeface="Cambria Math" panose="02040503050406030204" pitchFamily="18" charset="0"/>
                        <a:ea typeface="Aptos" panose="020B0004020202020204" pitchFamily="34" charset="0"/>
                        <a:cs typeface="Times New Roman" panose="02020603050405020304" pitchFamily="18" charset="0"/>
                      </a:rPr>
                      <m:t>𝛽</m:t>
                    </m:r>
                  </m:oMath>
                </a14:m>
                <a:r>
                  <a:rPr lang="en-US" sz="1400">
                    <a:effectLst/>
                    <a:latin typeface="Aptos" panose="020B0004020202020204" pitchFamily="34" charset="0"/>
                    <a:ea typeface="Aptos" panose="020B0004020202020204" pitchFamily="34" charset="0"/>
                    <a:cs typeface="Times New Roman" panose="02020603050405020304" pitchFamily="18" charset="0"/>
                  </a:rPr>
                  <a:t>is the coefficients, and </a:t>
                </a:r>
                <a14:m>
                  <m:oMath xmlns:m="http://schemas.openxmlformats.org/officeDocument/2006/math">
                    <m:r>
                      <a:rPr lang="en-US" sz="1400" i="1">
                        <a:effectLst/>
                        <a:latin typeface="Cambria Math" panose="02040503050406030204" pitchFamily="18" charset="0"/>
                        <a:ea typeface="Aptos" panose="020B0004020202020204" pitchFamily="34" charset="0"/>
                        <a:cs typeface="Times New Roman" panose="02020603050405020304" pitchFamily="18" charset="0"/>
                      </a:rPr>
                      <m:t>𝑥</m:t>
                    </m:r>
                  </m:oMath>
                </a14:m>
                <a:r>
                  <a:rPr lang="en-US" sz="1400"/>
                  <a:t> </a:t>
                </a:r>
                <a:r>
                  <a:rPr lang="en-US" sz="1400">
                    <a:latin typeface="Aptos" panose="020B0004020202020204" pitchFamily="34" charset="0"/>
                    <a:ea typeface="Aptos" panose="020B0004020202020204" pitchFamily="34" charset="0"/>
                    <a:cs typeface="Times New Roman" panose="02020603050405020304" pitchFamily="18" charset="0"/>
                  </a:rPr>
                  <a:t>is the feature</a:t>
                </a:r>
              </a:p>
            </p:txBody>
          </p:sp>
        </mc:Choice>
        <mc:Fallback>
          <p:sp>
            <p:nvSpPr>
              <p:cNvPr id="20" name="TextBox 19">
                <a:extLst>
                  <a:ext uri="{FF2B5EF4-FFF2-40B4-BE49-F238E27FC236}">
                    <a16:creationId xmlns:a16="http://schemas.microsoft.com/office/drawing/2014/main" id="{F0F8893F-384E-2579-8C34-5D65EEBC0F12}"/>
                  </a:ext>
                </a:extLst>
              </p:cNvPr>
              <p:cNvSpPr txBox="1">
                <a:spLocks noRot="1" noChangeAspect="1" noMove="1" noResize="1" noEditPoints="1" noAdjustHandles="1" noChangeArrowheads="1" noChangeShapeType="1" noTextEdit="1"/>
              </p:cNvSpPr>
              <p:nvPr/>
            </p:nvSpPr>
            <p:spPr>
              <a:xfrm>
                <a:off x="5689595" y="2092239"/>
                <a:ext cx="5521464" cy="307777"/>
              </a:xfrm>
              <a:prstGeom prst="rect">
                <a:avLst/>
              </a:prstGeom>
              <a:blipFill>
                <a:blip r:embed="rId5"/>
                <a:stretch>
                  <a:fillRect l="-331" t="-1961" b="-21569"/>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7DB91EDA-E795-FB92-D00F-EC9505E3A4E1}"/>
              </a:ext>
            </a:extLst>
          </p:cNvPr>
          <p:cNvSpPr txBox="1"/>
          <p:nvPr/>
        </p:nvSpPr>
        <p:spPr>
          <a:xfrm>
            <a:off x="5790007" y="3764711"/>
            <a:ext cx="5187267" cy="575670"/>
          </a:xfrm>
          <a:prstGeom prst="rect">
            <a:avLst/>
          </a:prstGeom>
          <a:noFill/>
        </p:spPr>
        <p:txBody>
          <a:bodyPr wrap="square">
            <a:spAutoFit/>
          </a:bodyPr>
          <a:lstStyle/>
          <a:p>
            <a:pPr>
              <a:lnSpc>
                <a:spcPct val="115000"/>
              </a:lnSpc>
              <a:spcAft>
                <a:spcPts val="800"/>
              </a:spcAft>
              <a:buSzPts val="1000"/>
              <a:tabLst>
                <a:tab pos="914400" algn="l"/>
              </a:tabLst>
            </a:pPr>
            <a:r>
              <a:rPr lang="en-US" sz="1400" kern="100">
                <a:effectLst/>
                <a:latin typeface="Aptos" panose="020B0004020202020204" pitchFamily="34" charset="0"/>
                <a:ea typeface="Aptos" panose="020B0004020202020204" pitchFamily="34" charset="0"/>
                <a:cs typeface="Times New Roman" panose="02020603050405020304" pitchFamily="18" charset="0"/>
              </a:rPr>
              <a:t>Odds: It is the ratio of the probability the event happens to the probability it does not happen.</a:t>
            </a:r>
          </a:p>
        </p:txBody>
      </p:sp>
    </p:spTree>
    <p:extLst>
      <p:ext uri="{BB962C8B-B14F-4D97-AF65-F5344CB8AC3E}">
        <p14:creationId xmlns:p14="http://schemas.microsoft.com/office/powerpoint/2010/main" val="19352012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03C6D-AD95-825D-3E33-AEE9C8962A0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5F033E-0BF4-E5B1-7BFB-6658118683D6}"/>
              </a:ext>
            </a:extLst>
          </p:cNvPr>
          <p:cNvSpPr>
            <a:spLocks noGrp="1"/>
          </p:cNvSpPr>
          <p:nvPr>
            <p:ph type="sldNum" sz="quarter" idx="10"/>
          </p:nvPr>
        </p:nvSpPr>
        <p:spPr/>
        <p:txBody>
          <a:bodyPr/>
          <a:lstStyle/>
          <a:p>
            <a:fld id="{48FFE6E1-85EB-9E42-824B-7CC9267ED8B9}" type="slidenum">
              <a:rPr lang="en-US" smtClean="0"/>
              <a:pPr/>
              <a:t>9</a:t>
            </a:fld>
            <a:endParaRPr lang="en-US"/>
          </a:p>
        </p:txBody>
      </p:sp>
      <p:sp>
        <p:nvSpPr>
          <p:cNvPr id="7" name="TextBox 6">
            <a:extLst>
              <a:ext uri="{FF2B5EF4-FFF2-40B4-BE49-F238E27FC236}">
                <a16:creationId xmlns:a16="http://schemas.microsoft.com/office/drawing/2014/main" id="{829C6CE6-8423-AFDF-3DD9-61155C254255}"/>
              </a:ext>
            </a:extLst>
          </p:cNvPr>
          <p:cNvSpPr txBox="1"/>
          <p:nvPr/>
        </p:nvSpPr>
        <p:spPr>
          <a:xfrm>
            <a:off x="657659" y="1745064"/>
            <a:ext cx="10306878" cy="338554"/>
          </a:xfrm>
          <a:prstGeom prst="rect">
            <a:avLst/>
          </a:prstGeom>
          <a:noFill/>
        </p:spPr>
        <p:txBody>
          <a:bodyPr wrap="square" rtlCol="0">
            <a:spAutoFit/>
          </a:bodyPr>
          <a:lstStyle/>
          <a:p>
            <a:r>
              <a:rPr lang="en-US" sz="1600"/>
              <a:t>For each training data-point, we have a vector of features, x</a:t>
            </a:r>
            <a:r>
              <a:rPr lang="en-US" sz="1600" baseline="-25000"/>
              <a:t>i</a:t>
            </a:r>
            <a:r>
              <a:rPr lang="en-US" sz="1600"/>
              <a:t> , and an observed class, </a:t>
            </a:r>
            <a:r>
              <a:rPr lang="en-US" sz="1600" err="1"/>
              <a:t>y</a:t>
            </a:r>
            <a:r>
              <a:rPr lang="en-US" sz="1600" baseline="-25000" err="1"/>
              <a:t>i</a:t>
            </a:r>
            <a:r>
              <a:rPr lang="en-US" sz="1600"/>
              <a:t> . For every sample,</a:t>
            </a:r>
          </a:p>
        </p:txBody>
      </p:sp>
      <p:sp>
        <p:nvSpPr>
          <p:cNvPr id="8" name="TextBox 7">
            <a:extLst>
              <a:ext uri="{FF2B5EF4-FFF2-40B4-BE49-F238E27FC236}">
                <a16:creationId xmlns:a16="http://schemas.microsoft.com/office/drawing/2014/main" id="{72F9E564-2896-7964-0A23-8258F1B8765C}"/>
              </a:ext>
            </a:extLst>
          </p:cNvPr>
          <p:cNvSpPr txBox="1"/>
          <p:nvPr/>
        </p:nvSpPr>
        <p:spPr>
          <a:xfrm>
            <a:off x="657658" y="1048957"/>
            <a:ext cx="11039041" cy="584775"/>
          </a:xfrm>
          <a:prstGeom prst="rect">
            <a:avLst/>
          </a:prstGeom>
          <a:noFill/>
        </p:spPr>
        <p:txBody>
          <a:bodyPr wrap="square" rtlCol="0">
            <a:spAutoFit/>
          </a:bodyPr>
          <a:lstStyle/>
          <a:p>
            <a:r>
              <a:rPr lang="en-US" sz="1600"/>
              <a:t>We can get the optimal estimates for the unknown parameters of logistic regression using Maximum Likelihood Estimation</a:t>
            </a:r>
          </a:p>
        </p:txBody>
      </p:sp>
      <p:sp>
        <p:nvSpPr>
          <p:cNvPr id="16" name="TextBox 15">
            <a:extLst>
              <a:ext uri="{FF2B5EF4-FFF2-40B4-BE49-F238E27FC236}">
                <a16:creationId xmlns:a16="http://schemas.microsoft.com/office/drawing/2014/main" id="{C8E52475-81C1-69BC-7EA2-3C3AD57EF4A3}"/>
              </a:ext>
            </a:extLst>
          </p:cNvPr>
          <p:cNvSpPr txBox="1"/>
          <p:nvPr/>
        </p:nvSpPr>
        <p:spPr>
          <a:xfrm>
            <a:off x="657659" y="3769992"/>
            <a:ext cx="6722994" cy="338554"/>
          </a:xfrm>
          <a:prstGeom prst="rect">
            <a:avLst/>
          </a:prstGeom>
          <a:noFill/>
        </p:spPr>
        <p:txBody>
          <a:bodyPr wrap="none" rtlCol="0">
            <a:spAutoFit/>
          </a:bodyPr>
          <a:lstStyle/>
          <a:p>
            <a:r>
              <a:rPr lang="en-US" sz="1600"/>
              <a:t>Take log on both sides and rearrange terms to get the below formulation</a:t>
            </a: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92734AF9-D863-B591-95A7-625B0AC21206}"/>
                  </a:ext>
                </a:extLst>
              </p:cNvPr>
              <p:cNvSpPr txBox="1"/>
              <p:nvPr/>
            </p:nvSpPr>
            <p:spPr>
              <a:xfrm>
                <a:off x="3213402" y="3261907"/>
                <a:ext cx="3322704" cy="247055"/>
              </a:xfrm>
              <a:prstGeom prst="rect">
                <a:avLst/>
              </a:prstGeom>
              <a:noFill/>
            </p:spPr>
            <p:txBody>
              <a:bodyPr wrap="none" lIns="0" tIns="0" rIns="0" bIns="0" rtlCol="0">
                <a:spAutoFit/>
              </a:bodyPr>
              <a:lstStyle/>
              <a:p>
                <a14:m>
                  <m:oMath xmlns:m="http://schemas.openxmlformats.org/officeDocument/2006/math">
                    <m:r>
                      <a:rPr lang="en-US" sz="1600" b="0" i="1" smtClean="0">
                        <a:latin typeface="Cambria Math" panose="02040503050406030204" pitchFamily="18" charset="0"/>
                      </a:rPr>
                      <m:t>𝐿</m:t>
                    </m:r>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𝛽</m:t>
                    </m:r>
                    <m:r>
                      <a:rPr lang="en-US" sz="1600" b="0" i="1" baseline="-25000" smtClean="0">
                        <a:latin typeface="Cambria Math" panose="02040503050406030204" pitchFamily="18" charset="0"/>
                        <a:ea typeface="Cambria Math" panose="02040503050406030204" pitchFamily="18" charset="0"/>
                      </a:rPr>
                      <m:t>𝑜</m:t>
                    </m:r>
                    <m:r>
                      <a:rPr lang="en-US" sz="1600" b="0" i="1" baseline="-25000" smtClean="0">
                        <a:latin typeface="Cambria Math" panose="02040503050406030204" pitchFamily="18" charset="0"/>
                        <a:ea typeface="Cambria Math" panose="02040503050406030204" pitchFamily="18" charset="0"/>
                      </a:rPr>
                      <m:t>  , </m:t>
                    </m:r>
                    <m:r>
                      <a:rPr lang="en-US" sz="1600" b="0" i="1" smtClean="0">
                        <a:latin typeface="Cambria Math" panose="02040503050406030204" pitchFamily="18" charset="0"/>
                        <a:ea typeface="Cambria Math" panose="02040503050406030204" pitchFamily="18" charset="0"/>
                      </a:rPr>
                      <m:t>𝛽</m:t>
                    </m:r>
                    <m:r>
                      <a:rPr lang="en-US" sz="1600" b="0" i="1" smtClean="0">
                        <a:latin typeface="Cambria Math" panose="02040503050406030204" pitchFamily="18" charset="0"/>
                        <a:ea typeface="Cambria Math" panose="02040503050406030204" pitchFamily="18" charset="0"/>
                      </a:rPr>
                      <m:t>)=</m:t>
                    </m:r>
                    <m:nary>
                      <m:naryPr>
                        <m:chr m:val="∏"/>
                        <m:ctrlPr>
                          <a:rPr lang="en-US" sz="1600" i="1" smtClean="0">
                            <a:latin typeface="Cambria Math" panose="02040503050406030204" pitchFamily="18" charset="0"/>
                          </a:rPr>
                        </m:ctrlPr>
                      </m:naryPr>
                      <m:sub>
                        <m:r>
                          <m:rPr>
                            <m:brk m:alnAt="23"/>
                          </m:rPr>
                          <a:rPr lang="en-US" sz="1600" b="0" i="1" smtClean="0">
                            <a:latin typeface="Cambria Math" panose="02040503050406030204" pitchFamily="18" charset="0"/>
                          </a:rPr>
                          <m:t>𝑖</m:t>
                        </m:r>
                        <m:r>
                          <a:rPr lang="en-US" sz="1600" b="0" i="1" smtClean="0">
                            <a:latin typeface="Cambria Math" panose="02040503050406030204" pitchFamily="18" charset="0"/>
                          </a:rPr>
                          <m:t>=1</m:t>
                        </m:r>
                      </m:sub>
                      <m:sup>
                        <m:r>
                          <a:rPr lang="en-US" sz="1600" b="0" i="1" smtClean="0">
                            <a:latin typeface="Cambria Math" panose="02040503050406030204" pitchFamily="18" charset="0"/>
                          </a:rPr>
                          <m:t>𝑛</m:t>
                        </m:r>
                      </m:sup>
                      <m:e>
                        <m:r>
                          <a:rPr lang="en-US" sz="1600" b="0" i="1" smtClean="0">
                            <a:latin typeface="Cambria Math" panose="02040503050406030204" pitchFamily="18" charset="0"/>
                          </a:rPr>
                          <m:t>𝑝</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𝑥</m:t>
                            </m:r>
                            <m:r>
                              <a:rPr lang="en-US" sz="1600" b="0" i="1" baseline="-25000" smtClean="0">
                                <a:latin typeface="Cambria Math" panose="02040503050406030204" pitchFamily="18" charset="0"/>
                              </a:rPr>
                              <m:t>𝑖</m:t>
                            </m:r>
                          </m:e>
                        </m:d>
                        <m:r>
                          <a:rPr lang="en-US" sz="1600" b="0" i="1" baseline="30000" smtClean="0">
                            <a:latin typeface="Cambria Math" panose="02040503050406030204" pitchFamily="18" charset="0"/>
                          </a:rPr>
                          <m:t>𝑦</m:t>
                        </m:r>
                        <m:r>
                          <a:rPr lang="en-US" sz="1600" b="0" i="1" baseline="-25000" smtClean="0">
                            <a:latin typeface="Cambria Math" panose="02040503050406030204" pitchFamily="18" charset="0"/>
                          </a:rPr>
                          <m:t>𝑖</m:t>
                        </m:r>
                      </m:e>
                    </m:nary>
                    <m:r>
                      <a:rPr lang="en-US" sz="1600" b="0" i="1" smtClean="0">
                        <a:latin typeface="Cambria Math" panose="02040503050406030204" pitchFamily="18" charset="0"/>
                      </a:rPr>
                      <m:t>(1 −</m:t>
                    </m:r>
                  </m:oMath>
                </a14:m>
                <a:r>
                  <a:rPr lang="en-US" sz="1600"/>
                  <a:t> </a:t>
                </a:r>
                <a14:m>
                  <m:oMath xmlns:m="http://schemas.openxmlformats.org/officeDocument/2006/math">
                    <m:r>
                      <a:rPr lang="en-US" sz="1600" i="1">
                        <a:latin typeface="Cambria Math" panose="02040503050406030204" pitchFamily="18" charset="0"/>
                      </a:rPr>
                      <m:t>𝑝</m:t>
                    </m:r>
                    <m:d>
                      <m:dPr>
                        <m:ctrlPr>
                          <a:rPr lang="en-US" sz="1600" i="1">
                            <a:latin typeface="Cambria Math" panose="02040503050406030204" pitchFamily="18" charset="0"/>
                          </a:rPr>
                        </m:ctrlPr>
                      </m:dPr>
                      <m:e>
                        <m:r>
                          <a:rPr lang="en-US" sz="1600" i="1">
                            <a:latin typeface="Cambria Math" panose="02040503050406030204" pitchFamily="18" charset="0"/>
                          </a:rPr>
                          <m:t>𝑥</m:t>
                        </m:r>
                        <m:r>
                          <a:rPr lang="en-US" sz="1600" i="1" baseline="-25000">
                            <a:latin typeface="Cambria Math" panose="02040503050406030204" pitchFamily="18" charset="0"/>
                          </a:rPr>
                          <m:t>𝑖</m:t>
                        </m:r>
                      </m:e>
                    </m:d>
                  </m:oMath>
                </a14:m>
                <a:r>
                  <a:rPr lang="en-US" sz="1600" baseline="30000"/>
                  <a:t>(1-y</a:t>
                </a:r>
                <a:r>
                  <a:rPr lang="en-US" sz="1600" baseline="-25000"/>
                  <a:t>i</a:t>
                </a:r>
                <a:r>
                  <a:rPr lang="en-US" sz="1600" baseline="30000"/>
                  <a:t>)</a:t>
                </a:r>
              </a:p>
            </p:txBody>
          </p:sp>
        </mc:Choice>
        <mc:Fallback>
          <p:sp>
            <p:nvSpPr>
              <p:cNvPr id="17" name="TextBox 16">
                <a:extLst>
                  <a:ext uri="{FF2B5EF4-FFF2-40B4-BE49-F238E27FC236}">
                    <a16:creationId xmlns:a16="http://schemas.microsoft.com/office/drawing/2014/main" id="{92734AF9-D863-B591-95A7-625B0AC21206}"/>
                  </a:ext>
                </a:extLst>
              </p:cNvPr>
              <p:cNvSpPr txBox="1">
                <a:spLocks noRot="1" noChangeAspect="1" noMove="1" noResize="1" noEditPoints="1" noAdjustHandles="1" noChangeArrowheads="1" noChangeShapeType="1" noTextEdit="1"/>
              </p:cNvSpPr>
              <p:nvPr/>
            </p:nvSpPr>
            <p:spPr>
              <a:xfrm>
                <a:off x="3213402" y="3261907"/>
                <a:ext cx="3322704" cy="247055"/>
              </a:xfrm>
              <a:prstGeom prst="rect">
                <a:avLst/>
              </a:prstGeom>
              <a:blipFill>
                <a:blip r:embed="rId2"/>
                <a:stretch>
                  <a:fillRect l="-2018" t="-163415" r="-1284" b="-25122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85393213-F65D-9D0B-86E7-151E1430612B}"/>
                  </a:ext>
                </a:extLst>
              </p:cNvPr>
              <p:cNvSpPr txBox="1"/>
              <p:nvPr/>
            </p:nvSpPr>
            <p:spPr>
              <a:xfrm>
                <a:off x="1457085" y="4274897"/>
                <a:ext cx="4990472" cy="246221"/>
              </a:xfrm>
              <a:prstGeom prst="rect">
                <a:avLst/>
              </a:prstGeom>
              <a:noFill/>
            </p:spPr>
            <p:txBody>
              <a:bodyPr wrap="square" lIns="0" tIns="0" rIns="0" bIns="0" rtlCol="0">
                <a:spAutoFit/>
              </a:bodyPr>
              <a:lstStyle/>
              <a:p>
                <a14:m>
                  <m:oMath xmlns:m="http://schemas.openxmlformats.org/officeDocument/2006/math">
                    <m:r>
                      <a:rPr lang="en-US" sz="1600" b="0" i="1" smtClean="0">
                        <a:latin typeface="Cambria Math" panose="02040503050406030204" pitchFamily="18" charset="0"/>
                      </a:rPr>
                      <m:t>𝑙</m:t>
                    </m:r>
                    <m:r>
                      <a:rPr lang="en-US" sz="1600" b="0" i="1" smtClean="0">
                        <a:latin typeface="Cambria Math" panose="02040503050406030204" pitchFamily="18" charset="0"/>
                      </a:rPr>
                      <m:t>(</m:t>
                    </m:r>
                    <m:r>
                      <a:rPr lang="en-US" sz="1600" i="1">
                        <a:latin typeface="Cambria Math" panose="02040503050406030204" pitchFamily="18" charset="0"/>
                        <a:ea typeface="Cambria Math" panose="02040503050406030204" pitchFamily="18" charset="0"/>
                      </a:rPr>
                      <m:t>𝛽</m:t>
                    </m:r>
                    <m:r>
                      <a:rPr lang="en-US" sz="1600" i="1" baseline="-25000">
                        <a:latin typeface="Cambria Math" panose="02040503050406030204" pitchFamily="18" charset="0"/>
                        <a:ea typeface="Cambria Math" panose="02040503050406030204" pitchFamily="18" charset="0"/>
                      </a:rPr>
                      <m:t>𝑜</m:t>
                    </m:r>
                    <m:r>
                      <a:rPr lang="en-US" sz="1600" i="1" baseline="-25000">
                        <a:latin typeface="Cambria Math" panose="02040503050406030204" pitchFamily="18" charset="0"/>
                        <a:ea typeface="Cambria Math" panose="02040503050406030204" pitchFamily="18" charset="0"/>
                      </a:rPr>
                      <m:t>  , </m:t>
                    </m:r>
                    <m:r>
                      <a:rPr lang="en-US" sz="1600" i="1">
                        <a:latin typeface="Cambria Math" panose="02040503050406030204" pitchFamily="18" charset="0"/>
                        <a:ea typeface="Cambria Math" panose="02040503050406030204" pitchFamily="18" charset="0"/>
                      </a:rPr>
                      <m:t>𝛽</m:t>
                    </m:r>
                    <m:r>
                      <a:rPr lang="en-US" sz="1600" b="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rPr>
                      <m:t>=</m:t>
                    </m:r>
                  </m:oMath>
                </a14:m>
                <a:r>
                  <a:rPr lang="en-US" sz="1600"/>
                  <a:t> </a:t>
                </a:r>
                <a14:m>
                  <m:oMath xmlns:m="http://schemas.openxmlformats.org/officeDocument/2006/math">
                    <m:nary>
                      <m:naryPr>
                        <m:chr m:val="∑"/>
                        <m:ctrlPr>
                          <a:rPr lang="en-US" sz="1600" i="1">
                            <a:latin typeface="Cambria Math" panose="02040503050406030204" pitchFamily="18" charset="0"/>
                          </a:rPr>
                        </m:ctrlPr>
                      </m:naryPr>
                      <m:sub>
                        <m:r>
                          <m:rPr>
                            <m:brk m:alnAt="23"/>
                          </m:rPr>
                          <a:rPr lang="en-US" sz="1600" b="0" i="1" smtClean="0">
                            <a:latin typeface="Cambria Math" panose="02040503050406030204" pitchFamily="18" charset="0"/>
                          </a:rPr>
                          <m:t>1</m:t>
                        </m:r>
                        <m:r>
                          <a:rPr lang="en-US" sz="1600" b="0" i="1" smtClean="0">
                            <a:latin typeface="Cambria Math" panose="02040503050406030204" pitchFamily="18" charset="0"/>
                          </a:rPr>
                          <m:t>=1</m:t>
                        </m:r>
                      </m:sub>
                      <m:sup>
                        <m:r>
                          <a:rPr lang="en-US" sz="1600" b="0" i="1" smtClean="0">
                            <a:latin typeface="Cambria Math" panose="02040503050406030204" pitchFamily="18" charset="0"/>
                          </a:rPr>
                          <m:t>𝑛</m:t>
                        </m:r>
                      </m:sup>
                      <m:e>
                        <m:r>
                          <a:rPr lang="en-US" sz="1600" b="0" i="1" smtClean="0">
                            <a:latin typeface="Cambria Math" panose="02040503050406030204" pitchFamily="18" charset="0"/>
                          </a:rPr>
                          <m:t>𝑦</m:t>
                        </m:r>
                        <m:r>
                          <a:rPr lang="en-US" sz="1600" b="0" i="1" baseline="-25000" smtClean="0">
                            <a:latin typeface="Cambria Math" panose="02040503050406030204" pitchFamily="18" charset="0"/>
                          </a:rPr>
                          <m:t>𝑖</m:t>
                        </m:r>
                      </m:e>
                    </m:nary>
                    <m:r>
                      <a:rPr lang="en-US" sz="1600" b="0" i="1" smtClean="0">
                        <a:latin typeface="Cambria Math" panose="02040503050406030204" pitchFamily="18" charset="0"/>
                      </a:rPr>
                      <m:t> </m:t>
                    </m:r>
                    <m:r>
                      <a:rPr lang="en-US" sz="1600" b="0" i="1" smtClean="0">
                        <a:latin typeface="Cambria Math" panose="02040503050406030204" pitchFamily="18" charset="0"/>
                      </a:rPr>
                      <m:t>𝑙𝑜𝑔𝑝</m:t>
                    </m:r>
                    <m:d>
                      <m:dPr>
                        <m:ctrlPr>
                          <a:rPr lang="en-US" sz="1600" i="1">
                            <a:latin typeface="Cambria Math" panose="02040503050406030204" pitchFamily="18" charset="0"/>
                          </a:rPr>
                        </m:ctrlPr>
                      </m:dPr>
                      <m:e>
                        <m:r>
                          <a:rPr lang="en-US" sz="1600" i="1">
                            <a:latin typeface="Cambria Math" panose="02040503050406030204" pitchFamily="18" charset="0"/>
                          </a:rPr>
                          <m:t>𝑥</m:t>
                        </m:r>
                        <m:r>
                          <a:rPr lang="en-US" sz="1600" i="1" baseline="-25000">
                            <a:latin typeface="Cambria Math" panose="02040503050406030204" pitchFamily="18" charset="0"/>
                          </a:rPr>
                          <m:t>𝑖</m:t>
                        </m:r>
                      </m:e>
                    </m:d>
                  </m:oMath>
                </a14:m>
                <a:r>
                  <a:rPr lang="en-US" sz="1600"/>
                  <a:t> + (1 – </a:t>
                </a:r>
                <a:r>
                  <a:rPr lang="en-US" sz="1600" err="1"/>
                  <a:t>y</a:t>
                </a:r>
                <a:r>
                  <a:rPr lang="en-US" sz="1600" baseline="-25000" err="1"/>
                  <a:t>i</a:t>
                </a:r>
                <a:r>
                  <a:rPr lang="en-US" sz="1600"/>
                  <a:t>) log (1-</a:t>
                </a:r>
                <a14:m>
                  <m:oMath xmlns:m="http://schemas.openxmlformats.org/officeDocument/2006/math">
                    <m:r>
                      <a:rPr lang="en-US" sz="1600" i="1">
                        <a:latin typeface="Cambria Math" panose="02040503050406030204" pitchFamily="18" charset="0"/>
                      </a:rPr>
                      <m:t>𝑝</m:t>
                    </m:r>
                    <m:d>
                      <m:dPr>
                        <m:ctrlPr>
                          <a:rPr lang="en-US" sz="1600" i="1">
                            <a:latin typeface="Cambria Math" panose="02040503050406030204" pitchFamily="18" charset="0"/>
                          </a:rPr>
                        </m:ctrlPr>
                      </m:dPr>
                      <m:e>
                        <m:r>
                          <a:rPr lang="en-US" sz="1600" i="1">
                            <a:latin typeface="Cambria Math" panose="02040503050406030204" pitchFamily="18" charset="0"/>
                          </a:rPr>
                          <m:t>𝑥</m:t>
                        </m:r>
                        <m:r>
                          <a:rPr lang="en-US" sz="1600" i="1" baseline="-25000">
                            <a:latin typeface="Cambria Math" panose="02040503050406030204" pitchFamily="18" charset="0"/>
                          </a:rPr>
                          <m:t>𝑖</m:t>
                        </m:r>
                      </m:e>
                    </m:d>
                  </m:oMath>
                </a14:m>
                <a:r>
                  <a:rPr lang="en-US" sz="1600"/>
                  <a:t>) </a:t>
                </a:r>
              </a:p>
            </p:txBody>
          </p:sp>
        </mc:Choice>
        <mc:Fallback>
          <p:sp>
            <p:nvSpPr>
              <p:cNvPr id="18" name="TextBox 17">
                <a:extLst>
                  <a:ext uri="{FF2B5EF4-FFF2-40B4-BE49-F238E27FC236}">
                    <a16:creationId xmlns:a16="http://schemas.microsoft.com/office/drawing/2014/main" id="{85393213-F65D-9D0B-86E7-151E1430612B}"/>
                  </a:ext>
                </a:extLst>
              </p:cNvPr>
              <p:cNvSpPr txBox="1">
                <a:spLocks noRot="1" noChangeAspect="1" noMove="1" noResize="1" noEditPoints="1" noAdjustHandles="1" noChangeArrowheads="1" noChangeShapeType="1" noTextEdit="1"/>
              </p:cNvSpPr>
              <p:nvPr/>
            </p:nvSpPr>
            <p:spPr>
              <a:xfrm>
                <a:off x="1457085" y="4274897"/>
                <a:ext cx="4990472" cy="246221"/>
              </a:xfrm>
              <a:prstGeom prst="rect">
                <a:avLst/>
              </a:prstGeom>
              <a:blipFill>
                <a:blip r:embed="rId3"/>
                <a:stretch>
                  <a:fillRect l="-1465" t="-163415" b="-25122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C86ECC80-A82D-FD1B-B8ED-A156020D9EB6}"/>
                  </a:ext>
                </a:extLst>
              </p:cNvPr>
              <p:cNvSpPr txBox="1"/>
              <p:nvPr/>
            </p:nvSpPr>
            <p:spPr>
              <a:xfrm>
                <a:off x="1385752" y="5464209"/>
                <a:ext cx="6097740" cy="300788"/>
              </a:xfrm>
              <a:prstGeom prst="rect">
                <a:avLst/>
              </a:prstGeom>
              <a:noFill/>
            </p:spPr>
            <p:txBody>
              <a:bodyPr wrap="square" lIns="0" tIns="0" rIns="0" bIns="0" rtlCol="0">
                <a:spAutoFit/>
              </a:bodyPr>
              <a:lstStyle/>
              <a:p>
                <a14:m>
                  <m:oMath xmlns:m="http://schemas.openxmlformats.org/officeDocument/2006/math">
                    <m:r>
                      <a:rPr lang="en-US" sz="1600" b="0" i="1" smtClean="0">
                        <a:latin typeface="Cambria Math" panose="02040503050406030204" pitchFamily="18" charset="0"/>
                      </a:rPr>
                      <m:t>𝑙</m:t>
                    </m:r>
                    <m:r>
                      <a:rPr lang="en-US" sz="1600" b="0" i="1" smtClean="0">
                        <a:latin typeface="Cambria Math" panose="02040503050406030204" pitchFamily="18" charset="0"/>
                      </a:rPr>
                      <m:t>(</m:t>
                    </m:r>
                    <m:r>
                      <a:rPr lang="en-US" sz="1600" i="1">
                        <a:latin typeface="Cambria Math" panose="02040503050406030204" pitchFamily="18" charset="0"/>
                        <a:ea typeface="Cambria Math" panose="02040503050406030204" pitchFamily="18" charset="0"/>
                      </a:rPr>
                      <m:t>𝛽</m:t>
                    </m:r>
                    <m:r>
                      <a:rPr lang="en-US" sz="1600" i="1" baseline="-25000">
                        <a:latin typeface="Cambria Math" panose="02040503050406030204" pitchFamily="18" charset="0"/>
                        <a:ea typeface="Cambria Math" panose="02040503050406030204" pitchFamily="18" charset="0"/>
                      </a:rPr>
                      <m:t>𝑜</m:t>
                    </m:r>
                    <m:r>
                      <a:rPr lang="en-US" sz="1600" i="1" baseline="-25000">
                        <a:latin typeface="Cambria Math" panose="02040503050406030204" pitchFamily="18" charset="0"/>
                        <a:ea typeface="Cambria Math" panose="02040503050406030204" pitchFamily="18" charset="0"/>
                      </a:rPr>
                      <m:t>  , </m:t>
                    </m:r>
                    <m:r>
                      <a:rPr lang="en-US" sz="1600" i="1">
                        <a:latin typeface="Cambria Math" panose="02040503050406030204" pitchFamily="18" charset="0"/>
                        <a:ea typeface="Cambria Math" panose="02040503050406030204" pitchFamily="18" charset="0"/>
                      </a:rPr>
                      <m:t>𝛽</m:t>
                    </m:r>
                    <m:r>
                      <a:rPr lang="en-US" sz="1600" b="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rPr>
                      <m:t>=</m:t>
                    </m:r>
                  </m:oMath>
                </a14:m>
                <a:r>
                  <a:rPr lang="en-US" sz="1600"/>
                  <a:t> </a:t>
                </a:r>
                <a14:m>
                  <m:oMath xmlns:m="http://schemas.openxmlformats.org/officeDocument/2006/math">
                    <m:nary>
                      <m:naryPr>
                        <m:chr m:val="∑"/>
                        <m:ctrlPr>
                          <a:rPr lang="en-US" sz="1600" i="1">
                            <a:latin typeface="Cambria Math" panose="02040503050406030204" pitchFamily="18" charset="0"/>
                          </a:rPr>
                        </m:ctrlPr>
                      </m:naryPr>
                      <m:sub>
                        <m:r>
                          <m:rPr>
                            <m:brk m:alnAt="23"/>
                          </m:rPr>
                          <a:rPr lang="en-US" sz="1600" b="0" i="1" smtClean="0">
                            <a:latin typeface="Cambria Math" panose="02040503050406030204" pitchFamily="18" charset="0"/>
                          </a:rPr>
                          <m:t>1</m:t>
                        </m:r>
                        <m:r>
                          <a:rPr lang="en-US" sz="1600" b="0" i="1" smtClean="0">
                            <a:latin typeface="Cambria Math" panose="02040503050406030204" pitchFamily="18" charset="0"/>
                          </a:rPr>
                          <m:t>=1</m:t>
                        </m:r>
                      </m:sub>
                      <m:sup>
                        <m:r>
                          <a:rPr lang="en-US" sz="1600" b="0" i="1" smtClean="0">
                            <a:latin typeface="Cambria Math" panose="02040503050406030204" pitchFamily="18" charset="0"/>
                          </a:rPr>
                          <m:t>𝑛</m:t>
                        </m:r>
                      </m:sup>
                      <m:e>
                        <m:r>
                          <a:rPr lang="en-US" sz="1600" b="0" i="1" smtClean="0">
                            <a:latin typeface="Cambria Math" panose="02040503050406030204" pitchFamily="18" charset="0"/>
                          </a:rPr>
                          <m:t>−</m:t>
                        </m:r>
                      </m:e>
                    </m:nary>
                    <m:func>
                      <m:funcPr>
                        <m:ctrlPr>
                          <a:rPr lang="en-US" sz="1600" b="0" i="1" smtClean="0">
                            <a:latin typeface="Cambria Math" panose="02040503050406030204" pitchFamily="18" charset="0"/>
                          </a:rPr>
                        </m:ctrlPr>
                      </m:funcPr>
                      <m:fName>
                        <m:r>
                          <m:rPr>
                            <m:sty m:val="p"/>
                          </m:rPr>
                          <a:rPr lang="en-US" sz="1600" b="0" i="0" smtClean="0">
                            <a:latin typeface="Cambria Math" panose="02040503050406030204" pitchFamily="18" charset="0"/>
                          </a:rPr>
                          <m:t>log</m:t>
                        </m:r>
                      </m:fName>
                      <m:e>
                        <m:r>
                          <a:rPr lang="en-US" sz="1600" b="0" i="1" smtClean="0">
                            <a:latin typeface="Cambria Math" panose="02040503050406030204" pitchFamily="18" charset="0"/>
                          </a:rPr>
                          <m:t>1 +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𝑒</m:t>
                            </m:r>
                          </m:e>
                          <m:sup>
                            <m:r>
                              <a:rPr lang="en-US" sz="1600" i="1">
                                <a:latin typeface="Cambria Math" panose="02040503050406030204" pitchFamily="18" charset="0"/>
                                <a:ea typeface="Cambria Math" panose="02040503050406030204" pitchFamily="18" charset="0"/>
                              </a:rPr>
                              <m:t>(</m:t>
                            </m:r>
                            <m:r>
                              <a:rPr lang="el-GR" sz="1600" i="1">
                                <a:latin typeface="Cambria Math" panose="02040503050406030204" pitchFamily="18" charset="0"/>
                                <a:ea typeface="Cambria Math" panose="02040503050406030204" pitchFamily="18" charset="0"/>
                              </a:rPr>
                              <m:t>𝛽</m:t>
                            </m:r>
                            <m:r>
                              <a:rPr lang="en-US" sz="1600" i="1" baseline="-25000">
                                <a:latin typeface="Cambria Math" panose="02040503050406030204" pitchFamily="18" charset="0"/>
                                <a:ea typeface="Cambria Math" panose="02040503050406030204" pitchFamily="18" charset="0"/>
                              </a:rPr>
                              <m:t>𝑜</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rPr>
                              <m:t>𝑥</m:t>
                            </m:r>
                            <m:r>
                              <a:rPr lang="en-US" sz="1600" i="1" baseline="-25000">
                                <a:latin typeface="Cambria Math" panose="02040503050406030204" pitchFamily="18" charset="0"/>
                              </a:rPr>
                              <m:t>𝑖</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𝛽</m:t>
                            </m:r>
                            <m:r>
                              <m:rPr>
                                <m:nor/>
                              </m:rPr>
                              <a:rPr lang="en-US" sz="1600" dirty="0"/>
                              <m:t>)</m:t>
                            </m:r>
                          </m:sup>
                        </m:sSup>
                        <m:r>
                          <a:rPr lang="en-US" sz="1600" b="0" i="1" smtClean="0">
                            <a:latin typeface="Cambria Math" panose="02040503050406030204" pitchFamily="18" charset="0"/>
                          </a:rPr>
                          <m:t> − </m:t>
                        </m:r>
                      </m:e>
                    </m:func>
                    <m:r>
                      <a:rPr lang="en-US" sz="1600" i="1">
                        <a:latin typeface="Cambria Math" panose="02040503050406030204" pitchFamily="18" charset="0"/>
                      </a:rPr>
                      <m:t>𝑝</m:t>
                    </m:r>
                    <m:d>
                      <m:dPr>
                        <m:ctrlPr>
                          <a:rPr lang="en-US" sz="1600" i="1">
                            <a:latin typeface="Cambria Math" panose="02040503050406030204" pitchFamily="18" charset="0"/>
                          </a:rPr>
                        </m:ctrlPr>
                      </m:dPr>
                      <m:e>
                        <m:r>
                          <a:rPr lang="en-US" sz="1600" i="1">
                            <a:latin typeface="Cambria Math" panose="02040503050406030204" pitchFamily="18" charset="0"/>
                          </a:rPr>
                          <m:t>𝑥</m:t>
                        </m:r>
                        <m:r>
                          <a:rPr lang="en-US" sz="1600" i="1" baseline="-25000">
                            <a:latin typeface="Cambria Math" panose="02040503050406030204" pitchFamily="18" charset="0"/>
                          </a:rPr>
                          <m:t>𝑖</m:t>
                        </m:r>
                      </m:e>
                    </m:d>
                  </m:oMath>
                </a14:m>
                <a:r>
                  <a:rPr lang="en-US" sz="1600"/>
                  <a:t> + </a:t>
                </a:r>
                <a14:m>
                  <m:oMath xmlns:m="http://schemas.openxmlformats.org/officeDocument/2006/math">
                    <m:r>
                      <a:rPr lang="en-US" sz="1600" b="0" i="0" smtClean="0">
                        <a:latin typeface="Cambria Math" panose="02040503050406030204" pitchFamily="18" charset="0"/>
                        <a:ea typeface="Cambria Math" panose="02040503050406030204" pitchFamily="18" charset="0"/>
                      </a:rPr>
                      <m:t>(</m:t>
                    </m:r>
                    <m:nary>
                      <m:naryPr>
                        <m:chr m:val="∑"/>
                        <m:ctrlPr>
                          <a:rPr lang="en-US" sz="1600" b="0" i="1" smtClean="0">
                            <a:latin typeface="Cambria Math" panose="02040503050406030204" pitchFamily="18" charset="0"/>
                            <a:ea typeface="Cambria Math" panose="02040503050406030204" pitchFamily="18" charset="0"/>
                          </a:rPr>
                        </m:ctrlPr>
                      </m:naryPr>
                      <m:sub>
                        <m:r>
                          <m:rPr>
                            <m:brk m:alnAt="23"/>
                          </m:rPr>
                          <a:rPr lang="en-US" sz="1600" b="0" i="1" smtClean="0">
                            <a:latin typeface="Cambria Math" panose="02040503050406030204" pitchFamily="18" charset="0"/>
                            <a:ea typeface="Cambria Math" panose="02040503050406030204" pitchFamily="18" charset="0"/>
                          </a:rPr>
                          <m:t>𝑖</m:t>
                        </m:r>
                        <m:r>
                          <a:rPr lang="en-US" sz="1600" b="0" i="1" smtClean="0">
                            <a:latin typeface="Cambria Math" panose="02040503050406030204" pitchFamily="18" charset="0"/>
                            <a:ea typeface="Cambria Math" panose="02040503050406030204" pitchFamily="18" charset="0"/>
                          </a:rPr>
                          <m:t>=1</m:t>
                        </m:r>
                      </m:sub>
                      <m:sup>
                        <m:r>
                          <a:rPr lang="en-US" sz="1600" b="0" i="1" smtClean="0">
                            <a:latin typeface="Cambria Math" panose="02040503050406030204" pitchFamily="18" charset="0"/>
                            <a:ea typeface="Cambria Math" panose="02040503050406030204" pitchFamily="18" charset="0"/>
                          </a:rPr>
                          <m:t>𝑛</m:t>
                        </m:r>
                      </m:sup>
                      <m:e>
                        <m:r>
                          <m:rPr>
                            <m:nor/>
                          </m:rPr>
                          <a:rPr lang="en-US" sz="1600" dirty="0"/>
                          <m:t>y</m:t>
                        </m:r>
                        <m:r>
                          <m:rPr>
                            <m:nor/>
                          </m:rPr>
                          <a:rPr lang="en-US" sz="1600" baseline="-25000" dirty="0"/>
                          <m:t>i</m:t>
                        </m:r>
                        <m:r>
                          <a:rPr lang="en-US" sz="1600" i="1">
                            <a:latin typeface="Cambria Math" panose="02040503050406030204" pitchFamily="18" charset="0"/>
                            <a:ea typeface="Cambria Math" panose="02040503050406030204" pitchFamily="18" charset="0"/>
                          </a:rPr>
                          <m:t>(</m:t>
                        </m:r>
                        <m:r>
                          <a:rPr lang="el-GR" sz="1600" i="1">
                            <a:latin typeface="Cambria Math" panose="02040503050406030204" pitchFamily="18" charset="0"/>
                            <a:ea typeface="Cambria Math" panose="02040503050406030204" pitchFamily="18" charset="0"/>
                          </a:rPr>
                          <m:t>𝛽</m:t>
                        </m:r>
                        <m:r>
                          <a:rPr lang="en-US" sz="1600" i="1" baseline="-25000">
                            <a:latin typeface="Cambria Math" panose="02040503050406030204" pitchFamily="18" charset="0"/>
                            <a:ea typeface="Cambria Math" panose="02040503050406030204" pitchFamily="18" charset="0"/>
                          </a:rPr>
                          <m:t>𝑜</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rPr>
                          <m:t>𝑥</m:t>
                        </m:r>
                        <m:r>
                          <a:rPr lang="en-US" sz="1600" i="1" baseline="-25000">
                            <a:latin typeface="Cambria Math" panose="02040503050406030204" pitchFamily="18" charset="0"/>
                          </a:rPr>
                          <m:t>𝑖</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𝛽</m:t>
                        </m:r>
                        <m:r>
                          <m:rPr>
                            <m:nor/>
                          </m:rPr>
                          <a:rPr lang="en-US" sz="1600" dirty="0"/>
                          <m:t>)</m:t>
                        </m:r>
                      </m:e>
                    </m:nary>
                  </m:oMath>
                </a14:m>
                <a:endParaRPr lang="en-US" sz="1600"/>
              </a:p>
            </p:txBody>
          </p:sp>
        </mc:Choice>
        <mc:Fallback>
          <p:sp>
            <p:nvSpPr>
              <p:cNvPr id="21" name="TextBox 20">
                <a:extLst>
                  <a:ext uri="{FF2B5EF4-FFF2-40B4-BE49-F238E27FC236}">
                    <a16:creationId xmlns:a16="http://schemas.microsoft.com/office/drawing/2014/main" id="{C86ECC80-A82D-FD1B-B8ED-A156020D9EB6}"/>
                  </a:ext>
                </a:extLst>
              </p:cNvPr>
              <p:cNvSpPr txBox="1">
                <a:spLocks noRot="1" noChangeAspect="1" noMove="1" noResize="1" noEditPoints="1" noAdjustHandles="1" noChangeArrowheads="1" noChangeShapeType="1" noTextEdit="1"/>
              </p:cNvSpPr>
              <p:nvPr/>
            </p:nvSpPr>
            <p:spPr>
              <a:xfrm>
                <a:off x="1385752" y="5464209"/>
                <a:ext cx="6097740" cy="300788"/>
              </a:xfrm>
              <a:prstGeom prst="rect">
                <a:avLst/>
              </a:prstGeom>
              <a:blipFill>
                <a:blip r:embed="rId4"/>
                <a:stretch>
                  <a:fillRect l="-1199" t="-116000" b="-206000"/>
                </a:stretch>
              </a:blipFill>
            </p:spPr>
            <p:txBody>
              <a:bodyPr/>
              <a:lstStyle/>
              <a:p>
                <a:r>
                  <a:rPr lang="en-US">
                    <a:noFill/>
                  </a:rPr>
                  <a:t> </a:t>
                </a:r>
              </a:p>
            </p:txBody>
          </p:sp>
        </mc:Fallback>
      </mc:AlternateContent>
      <p:sp>
        <p:nvSpPr>
          <p:cNvPr id="22" name="Title 8">
            <a:extLst>
              <a:ext uri="{FF2B5EF4-FFF2-40B4-BE49-F238E27FC236}">
                <a16:creationId xmlns:a16="http://schemas.microsoft.com/office/drawing/2014/main" id="{E48EF57B-A545-336D-0F45-C5DAE6CAD6A4}"/>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kern="0">
                <a:solidFill>
                  <a:srgbClr val="002060"/>
                </a:solidFill>
              </a:rPr>
              <a:t>Algorithm 1 -  Logistic Regression </a:t>
            </a:r>
            <a:r>
              <a:rPr lang="en-US" sz="2400" b="1">
                <a:solidFill>
                  <a:srgbClr val="002060"/>
                </a:solidFill>
              </a:rPr>
              <a:t>– contd..</a:t>
            </a:r>
            <a:r>
              <a:rPr lang="en-US" sz="2400" kern="0">
                <a:solidFill>
                  <a:srgbClr val="002060"/>
                </a:solidFill>
              </a:rPr>
              <a:t> </a:t>
            </a:r>
          </a:p>
        </p:txBody>
      </p:sp>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16917629-47A8-4FC7-043B-92476398C0F5}"/>
                  </a:ext>
                </a:extLst>
              </p:cNvPr>
              <p:cNvSpPr txBox="1"/>
              <p:nvPr/>
            </p:nvSpPr>
            <p:spPr>
              <a:xfrm>
                <a:off x="3213402" y="4770584"/>
                <a:ext cx="1516056" cy="3541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𝑝</m:t>
                      </m:r>
                      <m:r>
                        <a:rPr lang="en-US" sz="1200" b="0" i="1" smtClean="0">
                          <a:latin typeface="Cambria Math" panose="02040503050406030204" pitchFamily="18" charset="0"/>
                        </a:rPr>
                        <m:t>(</m:t>
                      </m:r>
                      <m:r>
                        <a:rPr lang="en-US" sz="1200" b="0" i="1" smtClean="0">
                          <a:latin typeface="Cambria Math" panose="02040503050406030204" pitchFamily="18" charset="0"/>
                        </a:rPr>
                        <m:t>𝑥</m:t>
                      </m:r>
                      <m:r>
                        <a:rPr lang="en-US" sz="1200" b="0" i="1" smtClean="0">
                          <a:latin typeface="Cambria Math" panose="02040503050406030204" pitchFamily="18" charset="0"/>
                        </a:rPr>
                        <m:t>)=</m:t>
                      </m:r>
                      <m:f>
                        <m:fPr>
                          <m:ctrlPr>
                            <a:rPr lang="en-US" sz="1200" i="1" smtClean="0">
                              <a:latin typeface="Cambria Math" panose="02040503050406030204" pitchFamily="18" charset="0"/>
                            </a:rPr>
                          </m:ctrlPr>
                        </m:fPr>
                        <m:num>
                          <m:r>
                            <a:rPr lang="en-US" sz="1200" b="0" i="1" smtClean="0">
                              <a:latin typeface="Cambria Math" panose="02040503050406030204" pitchFamily="18" charset="0"/>
                            </a:rPr>
                            <m:t>1</m:t>
                          </m:r>
                        </m:num>
                        <m:den>
                          <m:r>
                            <a:rPr lang="en-US" sz="1200" b="0" i="1" smtClean="0">
                              <a:latin typeface="Cambria Math" panose="02040503050406030204" pitchFamily="18" charset="0"/>
                            </a:rPr>
                            <m:t>1+</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𝑒</m:t>
                              </m:r>
                            </m:e>
                            <m:sup>
                              <m:r>
                                <a:rPr lang="en-US" sz="1200" b="0" i="1" smtClean="0">
                                  <a:latin typeface="Cambria Math" panose="02040503050406030204" pitchFamily="18" charset="0"/>
                                </a:rPr>
                                <m:t>−(</m:t>
                              </m:r>
                              <m:r>
                                <a:rPr lang="el-GR" sz="1200" i="1">
                                  <a:latin typeface="Cambria Math" panose="02040503050406030204" pitchFamily="18" charset="0"/>
                                  <a:ea typeface="Cambria Math" panose="02040503050406030204" pitchFamily="18" charset="0"/>
                                </a:rPr>
                                <m:t>𝛽</m:t>
                              </m:r>
                              <m:r>
                                <a:rPr lang="en-US" sz="1200" i="1" baseline="-25000">
                                  <a:latin typeface="Cambria Math" panose="02040503050406030204" pitchFamily="18" charset="0"/>
                                  <a:ea typeface="Cambria Math" panose="02040503050406030204" pitchFamily="18" charset="0"/>
                                </a:rPr>
                                <m:t>𝑜</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𝑥</m:t>
                              </m:r>
                              <m:r>
                                <a:rPr lang="en-US" sz="1200" i="1">
                                  <a:latin typeface="Cambria Math" panose="02040503050406030204" pitchFamily="18" charset="0"/>
                                  <a:ea typeface="Cambria Math" panose="02040503050406030204" pitchFamily="18" charset="0"/>
                                </a:rPr>
                                <m:t> ∗</m:t>
                              </m:r>
                              <m:r>
                                <a:rPr lang="en-US" sz="1200" i="1">
                                  <a:latin typeface="Cambria Math" panose="02040503050406030204" pitchFamily="18" charset="0"/>
                                  <a:ea typeface="Cambria Math" panose="02040503050406030204" pitchFamily="18" charset="0"/>
                                </a:rPr>
                                <m:t>𝛽</m:t>
                              </m:r>
                              <m:r>
                                <a:rPr lang="en-US" sz="1200" b="0" i="1" smtClean="0">
                                  <a:latin typeface="Cambria Math" panose="02040503050406030204" pitchFamily="18" charset="0"/>
                                  <a:ea typeface="Cambria Math" panose="02040503050406030204" pitchFamily="18" charset="0"/>
                                </a:rPr>
                                <m:t>)</m:t>
                              </m:r>
                            </m:sup>
                          </m:sSup>
                        </m:den>
                      </m:f>
                    </m:oMath>
                  </m:oMathPara>
                </a14:m>
                <a:endParaRPr lang="en-US" sz="1200"/>
              </a:p>
            </p:txBody>
          </p:sp>
        </mc:Choice>
        <mc:Fallback>
          <p:sp>
            <p:nvSpPr>
              <p:cNvPr id="25" name="TextBox 24">
                <a:extLst>
                  <a:ext uri="{FF2B5EF4-FFF2-40B4-BE49-F238E27FC236}">
                    <a16:creationId xmlns:a16="http://schemas.microsoft.com/office/drawing/2014/main" id="{16917629-47A8-4FC7-043B-92476398C0F5}"/>
                  </a:ext>
                </a:extLst>
              </p:cNvPr>
              <p:cNvSpPr txBox="1">
                <a:spLocks noRot="1" noChangeAspect="1" noMove="1" noResize="1" noEditPoints="1" noAdjustHandles="1" noChangeArrowheads="1" noChangeShapeType="1" noTextEdit="1"/>
              </p:cNvSpPr>
              <p:nvPr/>
            </p:nvSpPr>
            <p:spPr>
              <a:xfrm>
                <a:off x="3213402" y="4770584"/>
                <a:ext cx="1516056" cy="354136"/>
              </a:xfrm>
              <a:prstGeom prst="rect">
                <a:avLst/>
              </a:prstGeom>
              <a:blipFill>
                <a:blip r:embed="rId5"/>
                <a:stretch>
                  <a:fillRect l="-1606" t="-3448" r="-803" b="-1379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F878D2C0-AE0A-4B03-6BF2-5C0F14BB2DE8}"/>
                  </a:ext>
                </a:extLst>
              </p:cNvPr>
              <p:cNvSpPr txBox="1"/>
              <p:nvPr/>
            </p:nvSpPr>
            <p:spPr>
              <a:xfrm>
                <a:off x="4975508" y="4787030"/>
                <a:ext cx="1852110" cy="3870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1 − </m:t>
                      </m:r>
                      <m:r>
                        <a:rPr lang="en-US" sz="1200" b="0" i="1" smtClean="0">
                          <a:latin typeface="Cambria Math" panose="02040503050406030204" pitchFamily="18" charset="0"/>
                        </a:rPr>
                        <m:t>𝑝</m:t>
                      </m:r>
                      <m:r>
                        <a:rPr lang="en-US" sz="1200" b="0" i="1" smtClean="0">
                          <a:latin typeface="Cambria Math" panose="02040503050406030204" pitchFamily="18" charset="0"/>
                        </a:rPr>
                        <m:t>(</m:t>
                      </m:r>
                      <m:r>
                        <a:rPr lang="en-US" sz="1200" b="0" i="1" smtClean="0">
                          <a:latin typeface="Cambria Math" panose="02040503050406030204" pitchFamily="18" charset="0"/>
                        </a:rPr>
                        <m:t>𝑥</m:t>
                      </m:r>
                      <m:r>
                        <a:rPr lang="en-US" sz="1200" b="0" i="1" smtClean="0">
                          <a:latin typeface="Cambria Math" panose="02040503050406030204" pitchFamily="18" charset="0"/>
                        </a:rPr>
                        <m:t>)=</m:t>
                      </m:r>
                      <m:f>
                        <m:fPr>
                          <m:ctrlPr>
                            <a:rPr lang="en-US" sz="1200" i="1" smtClean="0">
                              <a:latin typeface="Cambria Math" panose="02040503050406030204" pitchFamily="18" charset="0"/>
                            </a:rPr>
                          </m:ctrlPr>
                        </m:fPr>
                        <m:num>
                          <m:sSup>
                            <m:sSupPr>
                              <m:ctrlPr>
                                <a:rPr lang="en-US" sz="1200" i="1">
                                  <a:latin typeface="Cambria Math" panose="02040503050406030204" pitchFamily="18" charset="0"/>
                                </a:rPr>
                              </m:ctrlPr>
                            </m:sSupPr>
                            <m:e>
                              <m:r>
                                <a:rPr lang="en-US" sz="1200" i="1">
                                  <a:latin typeface="Cambria Math" panose="02040503050406030204" pitchFamily="18" charset="0"/>
                                </a:rPr>
                                <m:t>𝑒</m:t>
                              </m:r>
                            </m:e>
                            <m:sup>
                              <m:r>
                                <a:rPr lang="en-US" sz="1200" i="1">
                                  <a:latin typeface="Cambria Math" panose="02040503050406030204" pitchFamily="18" charset="0"/>
                                </a:rPr>
                                <m:t>−(</m:t>
                              </m:r>
                              <m:r>
                                <a:rPr lang="el-GR" sz="1200" i="1">
                                  <a:latin typeface="Cambria Math" panose="02040503050406030204" pitchFamily="18" charset="0"/>
                                  <a:ea typeface="Cambria Math" panose="02040503050406030204" pitchFamily="18" charset="0"/>
                                </a:rPr>
                                <m:t>𝛽</m:t>
                              </m:r>
                              <m:r>
                                <a:rPr lang="en-US" sz="1200" i="1" baseline="-25000">
                                  <a:latin typeface="Cambria Math" panose="02040503050406030204" pitchFamily="18" charset="0"/>
                                  <a:ea typeface="Cambria Math" panose="02040503050406030204" pitchFamily="18" charset="0"/>
                                </a:rPr>
                                <m:t>𝑜</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𝑥</m:t>
                              </m:r>
                              <m:r>
                                <a:rPr lang="en-US" sz="1200" i="1">
                                  <a:latin typeface="Cambria Math" panose="02040503050406030204" pitchFamily="18" charset="0"/>
                                  <a:ea typeface="Cambria Math" panose="02040503050406030204" pitchFamily="18" charset="0"/>
                                </a:rPr>
                                <m:t> ∗</m:t>
                              </m:r>
                              <m:r>
                                <a:rPr lang="en-US" sz="1200" i="1">
                                  <a:latin typeface="Cambria Math" panose="02040503050406030204" pitchFamily="18" charset="0"/>
                                  <a:ea typeface="Cambria Math" panose="02040503050406030204" pitchFamily="18" charset="0"/>
                                </a:rPr>
                                <m:t>𝛽</m:t>
                              </m:r>
                              <m:r>
                                <a:rPr lang="en-US" sz="1200" i="1">
                                  <a:latin typeface="Cambria Math" panose="02040503050406030204" pitchFamily="18" charset="0"/>
                                  <a:ea typeface="Cambria Math" panose="02040503050406030204" pitchFamily="18" charset="0"/>
                                </a:rPr>
                                <m:t>)</m:t>
                              </m:r>
                            </m:sup>
                          </m:sSup>
                        </m:num>
                        <m:den>
                          <m:r>
                            <a:rPr lang="en-US" sz="1200" b="0" i="1" smtClean="0">
                              <a:latin typeface="Cambria Math" panose="02040503050406030204" pitchFamily="18" charset="0"/>
                            </a:rPr>
                            <m:t>1+</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𝑒</m:t>
                              </m:r>
                            </m:e>
                            <m:sup>
                              <m:r>
                                <a:rPr lang="en-US" sz="1200" b="0" i="1" smtClean="0">
                                  <a:latin typeface="Cambria Math" panose="02040503050406030204" pitchFamily="18" charset="0"/>
                                </a:rPr>
                                <m:t>−(</m:t>
                              </m:r>
                              <m:r>
                                <a:rPr lang="el-GR" sz="1200" i="1">
                                  <a:latin typeface="Cambria Math" panose="02040503050406030204" pitchFamily="18" charset="0"/>
                                  <a:ea typeface="Cambria Math" panose="02040503050406030204" pitchFamily="18" charset="0"/>
                                </a:rPr>
                                <m:t>𝛽</m:t>
                              </m:r>
                              <m:r>
                                <a:rPr lang="en-US" sz="1200" i="1" baseline="-25000">
                                  <a:latin typeface="Cambria Math" panose="02040503050406030204" pitchFamily="18" charset="0"/>
                                  <a:ea typeface="Cambria Math" panose="02040503050406030204" pitchFamily="18" charset="0"/>
                                </a:rPr>
                                <m:t>𝑜</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𝑥</m:t>
                              </m:r>
                              <m:r>
                                <a:rPr lang="en-US" sz="1200" i="1">
                                  <a:latin typeface="Cambria Math" panose="02040503050406030204" pitchFamily="18" charset="0"/>
                                  <a:ea typeface="Cambria Math" panose="02040503050406030204" pitchFamily="18" charset="0"/>
                                </a:rPr>
                                <m:t> ∗</m:t>
                              </m:r>
                              <m:r>
                                <a:rPr lang="en-US" sz="1200" i="1">
                                  <a:latin typeface="Cambria Math" panose="02040503050406030204" pitchFamily="18" charset="0"/>
                                  <a:ea typeface="Cambria Math" panose="02040503050406030204" pitchFamily="18" charset="0"/>
                                </a:rPr>
                                <m:t>𝛽</m:t>
                              </m:r>
                              <m:r>
                                <a:rPr lang="en-US" sz="1200" b="0" i="1" smtClean="0">
                                  <a:latin typeface="Cambria Math" panose="02040503050406030204" pitchFamily="18" charset="0"/>
                                  <a:ea typeface="Cambria Math" panose="02040503050406030204" pitchFamily="18" charset="0"/>
                                </a:rPr>
                                <m:t>)</m:t>
                              </m:r>
                            </m:sup>
                          </m:sSup>
                        </m:den>
                      </m:f>
                    </m:oMath>
                  </m:oMathPara>
                </a14:m>
                <a:endParaRPr lang="en-US" sz="1200"/>
              </a:p>
            </p:txBody>
          </p:sp>
        </mc:Choice>
        <mc:Fallback>
          <p:sp>
            <p:nvSpPr>
              <p:cNvPr id="26" name="TextBox 25">
                <a:extLst>
                  <a:ext uri="{FF2B5EF4-FFF2-40B4-BE49-F238E27FC236}">
                    <a16:creationId xmlns:a16="http://schemas.microsoft.com/office/drawing/2014/main" id="{F878D2C0-AE0A-4B03-6BF2-5C0F14BB2DE8}"/>
                  </a:ext>
                </a:extLst>
              </p:cNvPr>
              <p:cNvSpPr txBox="1">
                <a:spLocks noRot="1" noChangeAspect="1" noMove="1" noResize="1" noEditPoints="1" noAdjustHandles="1" noChangeArrowheads="1" noChangeShapeType="1" noTextEdit="1"/>
              </p:cNvSpPr>
              <p:nvPr/>
            </p:nvSpPr>
            <p:spPr>
              <a:xfrm>
                <a:off x="4975508" y="4787030"/>
                <a:ext cx="1852110" cy="387029"/>
              </a:xfrm>
              <a:prstGeom prst="rect">
                <a:avLst/>
              </a:prstGeom>
              <a:blipFill>
                <a:blip r:embed="rId6"/>
                <a:stretch>
                  <a:fillRect l="-1316" r="-658" b="-14063"/>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0E9BD5FD-FD5B-DBD6-7C9E-B39FA0642783}"/>
              </a:ext>
            </a:extLst>
          </p:cNvPr>
          <p:cNvSpPr txBox="1"/>
          <p:nvPr/>
        </p:nvSpPr>
        <p:spPr>
          <a:xfrm>
            <a:off x="2150290" y="4811268"/>
            <a:ext cx="1063112" cy="338554"/>
          </a:xfrm>
          <a:prstGeom prst="rect">
            <a:avLst/>
          </a:prstGeom>
          <a:noFill/>
        </p:spPr>
        <p:txBody>
          <a:bodyPr wrap="none" rtlCol="0">
            <a:spAutoFit/>
          </a:bodyPr>
          <a:lstStyle/>
          <a:p>
            <a:r>
              <a:rPr lang="en-US" sz="1600"/>
              <a:t>substitute</a:t>
            </a:r>
          </a:p>
        </p:txBody>
      </p:sp>
      <p:sp>
        <p:nvSpPr>
          <p:cNvPr id="28" name="TextBox 27">
            <a:extLst>
              <a:ext uri="{FF2B5EF4-FFF2-40B4-BE49-F238E27FC236}">
                <a16:creationId xmlns:a16="http://schemas.microsoft.com/office/drawing/2014/main" id="{8461E750-FE30-F181-0BAD-49EAA2610477}"/>
              </a:ext>
            </a:extLst>
          </p:cNvPr>
          <p:cNvSpPr txBox="1"/>
          <p:nvPr/>
        </p:nvSpPr>
        <p:spPr>
          <a:xfrm>
            <a:off x="6827618" y="4786166"/>
            <a:ext cx="2157963" cy="338554"/>
          </a:xfrm>
          <a:prstGeom prst="rect">
            <a:avLst/>
          </a:prstGeom>
          <a:noFill/>
        </p:spPr>
        <p:txBody>
          <a:bodyPr wrap="none" rtlCol="0">
            <a:spAutoFit/>
          </a:bodyPr>
          <a:lstStyle/>
          <a:p>
            <a:r>
              <a:rPr lang="en-US" sz="1600"/>
              <a:t>in the above equation</a:t>
            </a:r>
          </a:p>
        </p:txBody>
      </p: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A1142DCE-32BF-AF14-81FB-FB605F65D3E3}"/>
                  </a:ext>
                </a:extLst>
              </p:cNvPr>
              <p:cNvSpPr txBox="1"/>
              <p:nvPr/>
            </p:nvSpPr>
            <p:spPr>
              <a:xfrm>
                <a:off x="926440" y="2119390"/>
                <a:ext cx="553228" cy="2405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1600" dirty="0" smtClean="0"/>
                        <m:t>y</m:t>
                      </m:r>
                      <m:r>
                        <m:rPr>
                          <m:nor/>
                        </m:rPr>
                        <a:rPr lang="en-US" sz="1600" baseline="-25000" dirty="0" smtClean="0"/>
                        <m:t>i</m:t>
                      </m:r>
                      <m:r>
                        <a:rPr lang="en-US" sz="1600" b="0" i="1" smtClean="0">
                          <a:latin typeface="Cambria Math" panose="02040503050406030204" pitchFamily="18" charset="0"/>
                          <a:ea typeface="Cambria Math" panose="02040503050406030204" pitchFamily="18" charset="0"/>
                        </a:rPr>
                        <m:t>=</m:t>
                      </m:r>
                      <m:r>
                        <a:rPr lang="en-US" sz="1600" b="0" i="0" smtClean="0">
                          <a:latin typeface="Cambria Math" panose="02040503050406030204" pitchFamily="18" charset="0"/>
                          <a:ea typeface="Cambria Math" panose="02040503050406030204" pitchFamily="18" charset="0"/>
                        </a:rPr>
                        <m:t>1</m:t>
                      </m:r>
                    </m:oMath>
                  </m:oMathPara>
                </a14:m>
                <a:endParaRPr lang="en-US" sz="1600" baseline="30000"/>
              </a:p>
            </p:txBody>
          </p:sp>
        </mc:Choice>
        <mc:Fallback>
          <p:sp>
            <p:nvSpPr>
              <p:cNvPr id="29" name="TextBox 28">
                <a:extLst>
                  <a:ext uri="{FF2B5EF4-FFF2-40B4-BE49-F238E27FC236}">
                    <a16:creationId xmlns:a16="http://schemas.microsoft.com/office/drawing/2014/main" id="{A1142DCE-32BF-AF14-81FB-FB605F65D3E3}"/>
                  </a:ext>
                </a:extLst>
              </p:cNvPr>
              <p:cNvSpPr txBox="1">
                <a:spLocks noRot="1" noChangeAspect="1" noMove="1" noResize="1" noEditPoints="1" noAdjustHandles="1" noChangeArrowheads="1" noChangeShapeType="1" noTextEdit="1"/>
              </p:cNvSpPr>
              <p:nvPr/>
            </p:nvSpPr>
            <p:spPr>
              <a:xfrm>
                <a:off x="926440" y="2119390"/>
                <a:ext cx="553228" cy="240579"/>
              </a:xfrm>
              <a:prstGeom prst="rect">
                <a:avLst/>
              </a:prstGeom>
              <a:blipFill>
                <a:blip r:embed="rId7"/>
                <a:stretch>
                  <a:fillRect l="-9890" r="-7692" b="-33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97365644-6C7F-6824-BD50-8F171EA4F635}"/>
                  </a:ext>
                </a:extLst>
              </p:cNvPr>
              <p:cNvSpPr txBox="1"/>
              <p:nvPr/>
            </p:nvSpPr>
            <p:spPr>
              <a:xfrm>
                <a:off x="2626411" y="2102266"/>
                <a:ext cx="483915" cy="2405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𝑝</m:t>
                      </m:r>
                      <m:d>
                        <m:dPr>
                          <m:ctrlPr>
                            <a:rPr lang="en-US" sz="1600" i="1">
                              <a:latin typeface="Cambria Math" panose="02040503050406030204" pitchFamily="18" charset="0"/>
                            </a:rPr>
                          </m:ctrlPr>
                        </m:dPr>
                        <m:e>
                          <m:r>
                            <a:rPr lang="en-US" sz="1600" i="1">
                              <a:latin typeface="Cambria Math" panose="02040503050406030204" pitchFamily="18" charset="0"/>
                            </a:rPr>
                            <m:t>𝑥</m:t>
                          </m:r>
                          <m:r>
                            <a:rPr lang="en-US" sz="1600" i="1" baseline="-25000">
                              <a:latin typeface="Cambria Math" panose="02040503050406030204" pitchFamily="18" charset="0"/>
                            </a:rPr>
                            <m:t>𝑖</m:t>
                          </m:r>
                        </m:e>
                      </m:d>
                    </m:oMath>
                  </m:oMathPara>
                </a14:m>
                <a:endParaRPr lang="en-US" sz="1600" baseline="30000"/>
              </a:p>
            </p:txBody>
          </p:sp>
        </mc:Choice>
        <mc:Fallback>
          <p:sp>
            <p:nvSpPr>
              <p:cNvPr id="30" name="TextBox 29">
                <a:extLst>
                  <a:ext uri="{FF2B5EF4-FFF2-40B4-BE49-F238E27FC236}">
                    <a16:creationId xmlns:a16="http://schemas.microsoft.com/office/drawing/2014/main" id="{97365644-6C7F-6824-BD50-8F171EA4F635}"/>
                  </a:ext>
                </a:extLst>
              </p:cNvPr>
              <p:cNvSpPr txBox="1">
                <a:spLocks noRot="1" noChangeAspect="1" noMove="1" noResize="1" noEditPoints="1" noAdjustHandles="1" noChangeArrowheads="1" noChangeShapeType="1" noTextEdit="1"/>
              </p:cNvSpPr>
              <p:nvPr/>
            </p:nvSpPr>
            <p:spPr>
              <a:xfrm>
                <a:off x="2626411" y="2102266"/>
                <a:ext cx="483915" cy="240579"/>
              </a:xfrm>
              <a:prstGeom prst="rect">
                <a:avLst/>
              </a:prstGeom>
              <a:blipFill>
                <a:blip r:embed="rId8"/>
                <a:stretch>
                  <a:fillRect l="-11392" b="-3076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7C42F016-ADC2-64BC-CB14-2C231B56A585}"/>
                  </a:ext>
                </a:extLst>
              </p:cNvPr>
              <p:cNvSpPr txBox="1"/>
              <p:nvPr/>
            </p:nvSpPr>
            <p:spPr>
              <a:xfrm>
                <a:off x="2632219" y="2430427"/>
                <a:ext cx="887679" cy="2405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1 −</m:t>
                      </m:r>
                      <m:r>
                        <a:rPr lang="en-US" sz="1600" i="1">
                          <a:latin typeface="Cambria Math" panose="02040503050406030204" pitchFamily="18" charset="0"/>
                        </a:rPr>
                        <m:t>𝑝</m:t>
                      </m:r>
                      <m:d>
                        <m:dPr>
                          <m:ctrlPr>
                            <a:rPr lang="en-US" sz="1600" i="1">
                              <a:latin typeface="Cambria Math" panose="02040503050406030204" pitchFamily="18" charset="0"/>
                            </a:rPr>
                          </m:ctrlPr>
                        </m:dPr>
                        <m:e>
                          <m:r>
                            <a:rPr lang="en-US" sz="1600" i="1">
                              <a:latin typeface="Cambria Math" panose="02040503050406030204" pitchFamily="18" charset="0"/>
                            </a:rPr>
                            <m:t>𝑥</m:t>
                          </m:r>
                          <m:r>
                            <a:rPr lang="en-US" sz="1600" i="1" baseline="-25000">
                              <a:latin typeface="Cambria Math" panose="02040503050406030204" pitchFamily="18" charset="0"/>
                            </a:rPr>
                            <m:t>𝑖</m:t>
                          </m:r>
                        </m:e>
                      </m:d>
                    </m:oMath>
                  </m:oMathPara>
                </a14:m>
                <a:endParaRPr lang="en-US" sz="1600" baseline="30000"/>
              </a:p>
            </p:txBody>
          </p:sp>
        </mc:Choice>
        <mc:Fallback>
          <p:sp>
            <p:nvSpPr>
              <p:cNvPr id="31" name="TextBox 30">
                <a:extLst>
                  <a:ext uri="{FF2B5EF4-FFF2-40B4-BE49-F238E27FC236}">
                    <a16:creationId xmlns:a16="http://schemas.microsoft.com/office/drawing/2014/main" id="{7C42F016-ADC2-64BC-CB14-2C231B56A585}"/>
                  </a:ext>
                </a:extLst>
              </p:cNvPr>
              <p:cNvSpPr txBox="1">
                <a:spLocks noRot="1" noChangeAspect="1" noMove="1" noResize="1" noEditPoints="1" noAdjustHandles="1" noChangeArrowheads="1" noChangeShapeType="1" noTextEdit="1"/>
              </p:cNvSpPr>
              <p:nvPr/>
            </p:nvSpPr>
            <p:spPr>
              <a:xfrm>
                <a:off x="2632219" y="2430427"/>
                <a:ext cx="887679" cy="240579"/>
              </a:xfrm>
              <a:prstGeom prst="rect">
                <a:avLst/>
              </a:prstGeom>
              <a:blipFill>
                <a:blip r:embed="rId9"/>
                <a:stretch>
                  <a:fillRect l="-5517" b="-3076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0B7C7CC8-2004-24DF-D756-D89AF9D2DE92}"/>
                  </a:ext>
                </a:extLst>
              </p:cNvPr>
              <p:cNvSpPr txBox="1"/>
              <p:nvPr/>
            </p:nvSpPr>
            <p:spPr>
              <a:xfrm>
                <a:off x="924146" y="2418533"/>
                <a:ext cx="553228" cy="2405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1600" dirty="0" smtClean="0"/>
                        <m:t>y</m:t>
                      </m:r>
                      <m:r>
                        <m:rPr>
                          <m:nor/>
                        </m:rPr>
                        <a:rPr lang="en-US" sz="1600" baseline="-25000" dirty="0" smtClean="0"/>
                        <m:t>i</m:t>
                      </m:r>
                      <m:r>
                        <a:rPr lang="en-US" sz="1600" b="0" i="1" smtClean="0">
                          <a:latin typeface="Cambria Math" panose="02040503050406030204" pitchFamily="18" charset="0"/>
                          <a:ea typeface="Cambria Math" panose="02040503050406030204" pitchFamily="18" charset="0"/>
                        </a:rPr>
                        <m:t>=</m:t>
                      </m:r>
                      <m:r>
                        <a:rPr lang="en-US" sz="1600" b="0" i="0" smtClean="0">
                          <a:latin typeface="Cambria Math" panose="02040503050406030204" pitchFamily="18" charset="0"/>
                          <a:ea typeface="Cambria Math" panose="02040503050406030204" pitchFamily="18" charset="0"/>
                        </a:rPr>
                        <m:t>0</m:t>
                      </m:r>
                    </m:oMath>
                  </m:oMathPara>
                </a14:m>
                <a:endParaRPr lang="en-US" sz="1600" baseline="30000"/>
              </a:p>
            </p:txBody>
          </p:sp>
        </mc:Choice>
        <mc:Fallback>
          <p:sp>
            <p:nvSpPr>
              <p:cNvPr id="32" name="TextBox 31">
                <a:extLst>
                  <a:ext uri="{FF2B5EF4-FFF2-40B4-BE49-F238E27FC236}">
                    <a16:creationId xmlns:a16="http://schemas.microsoft.com/office/drawing/2014/main" id="{0B7C7CC8-2004-24DF-D756-D89AF9D2DE92}"/>
                  </a:ext>
                </a:extLst>
              </p:cNvPr>
              <p:cNvSpPr txBox="1">
                <a:spLocks noRot="1" noChangeAspect="1" noMove="1" noResize="1" noEditPoints="1" noAdjustHandles="1" noChangeArrowheads="1" noChangeShapeType="1" noTextEdit="1"/>
              </p:cNvSpPr>
              <p:nvPr/>
            </p:nvSpPr>
            <p:spPr>
              <a:xfrm>
                <a:off x="924146" y="2418533"/>
                <a:ext cx="553228" cy="240579"/>
              </a:xfrm>
              <a:prstGeom prst="rect">
                <a:avLst/>
              </a:prstGeom>
              <a:blipFill>
                <a:blip r:embed="rId10"/>
                <a:stretch>
                  <a:fillRect l="-10000" r="-8889" b="-33333"/>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53D585D9-936D-BBD1-C8E0-B3E57C74D14E}"/>
              </a:ext>
            </a:extLst>
          </p:cNvPr>
          <p:cNvSpPr txBox="1"/>
          <p:nvPr/>
        </p:nvSpPr>
        <p:spPr>
          <a:xfrm>
            <a:off x="657659" y="2105658"/>
            <a:ext cx="481347" cy="307777"/>
          </a:xfrm>
          <a:prstGeom prst="rect">
            <a:avLst/>
          </a:prstGeom>
          <a:noFill/>
        </p:spPr>
        <p:txBody>
          <a:bodyPr wrap="square">
            <a:spAutoFit/>
          </a:bodyPr>
          <a:lstStyle/>
          <a:p>
            <a:r>
              <a:rPr lang="en-US" sz="1400"/>
              <a:t>if</a:t>
            </a:r>
          </a:p>
        </p:txBody>
      </p:sp>
      <p:sp>
        <p:nvSpPr>
          <p:cNvPr id="35" name="TextBox 34">
            <a:extLst>
              <a:ext uri="{FF2B5EF4-FFF2-40B4-BE49-F238E27FC236}">
                <a16:creationId xmlns:a16="http://schemas.microsoft.com/office/drawing/2014/main" id="{4676CD60-1152-2095-02AA-F1B505EC3194}"/>
              </a:ext>
            </a:extLst>
          </p:cNvPr>
          <p:cNvSpPr txBox="1"/>
          <p:nvPr/>
        </p:nvSpPr>
        <p:spPr>
          <a:xfrm>
            <a:off x="1385752" y="2093101"/>
            <a:ext cx="1506474" cy="307777"/>
          </a:xfrm>
          <a:prstGeom prst="rect">
            <a:avLst/>
          </a:prstGeom>
          <a:noFill/>
        </p:spPr>
        <p:txBody>
          <a:bodyPr wrap="square">
            <a:spAutoFit/>
          </a:bodyPr>
          <a:lstStyle/>
          <a:p>
            <a:r>
              <a:rPr lang="en-US" sz="1400"/>
              <a:t>, probability is</a:t>
            </a:r>
          </a:p>
        </p:txBody>
      </p:sp>
      <p:sp>
        <p:nvSpPr>
          <p:cNvPr id="36" name="TextBox 35">
            <a:extLst>
              <a:ext uri="{FF2B5EF4-FFF2-40B4-BE49-F238E27FC236}">
                <a16:creationId xmlns:a16="http://schemas.microsoft.com/office/drawing/2014/main" id="{222DDA8A-B059-F276-A743-FBD043627C42}"/>
              </a:ext>
            </a:extLst>
          </p:cNvPr>
          <p:cNvSpPr txBox="1"/>
          <p:nvPr/>
        </p:nvSpPr>
        <p:spPr>
          <a:xfrm>
            <a:off x="660899" y="2424777"/>
            <a:ext cx="481347" cy="307777"/>
          </a:xfrm>
          <a:prstGeom prst="rect">
            <a:avLst/>
          </a:prstGeom>
          <a:noFill/>
        </p:spPr>
        <p:txBody>
          <a:bodyPr wrap="square">
            <a:spAutoFit/>
          </a:bodyPr>
          <a:lstStyle/>
          <a:p>
            <a:r>
              <a:rPr lang="en-US" sz="1400"/>
              <a:t>if</a:t>
            </a:r>
          </a:p>
        </p:txBody>
      </p:sp>
      <p:sp>
        <p:nvSpPr>
          <p:cNvPr id="37" name="TextBox 36">
            <a:extLst>
              <a:ext uri="{FF2B5EF4-FFF2-40B4-BE49-F238E27FC236}">
                <a16:creationId xmlns:a16="http://schemas.microsoft.com/office/drawing/2014/main" id="{160C66DA-C576-ADF1-1CCB-F5288DE13C31}"/>
              </a:ext>
            </a:extLst>
          </p:cNvPr>
          <p:cNvSpPr txBox="1"/>
          <p:nvPr/>
        </p:nvSpPr>
        <p:spPr>
          <a:xfrm>
            <a:off x="1397053" y="2396829"/>
            <a:ext cx="1506474" cy="307777"/>
          </a:xfrm>
          <a:prstGeom prst="rect">
            <a:avLst/>
          </a:prstGeom>
          <a:noFill/>
        </p:spPr>
        <p:txBody>
          <a:bodyPr wrap="square">
            <a:spAutoFit/>
          </a:bodyPr>
          <a:lstStyle/>
          <a:p>
            <a:r>
              <a:rPr lang="en-US" sz="1400"/>
              <a:t>, probability is</a:t>
            </a:r>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19BA823C-B750-1EF1-E720-7F7219A21875}"/>
                  </a:ext>
                </a:extLst>
              </p:cNvPr>
              <p:cNvSpPr txBox="1"/>
              <p:nvPr/>
            </p:nvSpPr>
            <p:spPr>
              <a:xfrm>
                <a:off x="3896526" y="2828570"/>
                <a:ext cx="2157963" cy="246221"/>
              </a:xfrm>
              <a:prstGeom prst="rect">
                <a:avLst/>
              </a:prstGeom>
              <a:noFill/>
            </p:spPr>
            <p:txBody>
              <a:bodyPr wrap="square" lIns="0" tIns="0" rIns="0" bIns="0" rtlCol="0">
                <a:spAutoFit/>
              </a:bodyPr>
              <a:lstStyle/>
              <a:p>
                <a14:m>
                  <m:oMath xmlns:m="http://schemas.openxmlformats.org/officeDocument/2006/math">
                    <m:r>
                      <a:rPr lang="en-US" sz="1600" i="1">
                        <a:latin typeface="Cambria Math" panose="02040503050406030204" pitchFamily="18" charset="0"/>
                      </a:rPr>
                      <m:t>𝑝</m:t>
                    </m:r>
                    <m:d>
                      <m:dPr>
                        <m:ctrlPr>
                          <a:rPr lang="en-US" sz="1600" i="1">
                            <a:latin typeface="Cambria Math" panose="02040503050406030204" pitchFamily="18" charset="0"/>
                          </a:rPr>
                        </m:ctrlPr>
                      </m:dPr>
                      <m:e>
                        <m:r>
                          <a:rPr lang="en-US" sz="1600" i="1">
                            <a:latin typeface="Cambria Math" panose="02040503050406030204" pitchFamily="18" charset="0"/>
                          </a:rPr>
                          <m:t>𝑥</m:t>
                        </m:r>
                        <m:r>
                          <a:rPr lang="en-US" sz="1600" i="1" baseline="-25000">
                            <a:latin typeface="Cambria Math" panose="02040503050406030204" pitchFamily="18" charset="0"/>
                          </a:rPr>
                          <m:t>𝑖</m:t>
                        </m:r>
                      </m:e>
                    </m:d>
                    <m:r>
                      <m:rPr>
                        <m:nor/>
                      </m:rPr>
                      <a:rPr lang="en-US" sz="1600" baseline="30000" dirty="0"/>
                      <m:t>(</m:t>
                    </m:r>
                    <m:r>
                      <m:rPr>
                        <m:nor/>
                      </m:rPr>
                      <a:rPr lang="en-US" sz="1600" baseline="30000" dirty="0"/>
                      <m:t>yi</m:t>
                    </m:r>
                    <m:r>
                      <m:rPr>
                        <m:nor/>
                      </m:rPr>
                      <a:rPr lang="en-US" sz="1600" baseline="30000" dirty="0"/>
                      <m:t>)</m:t>
                    </m:r>
                    <m:r>
                      <a:rPr lang="en-US" sz="1600" b="0" i="1" smtClean="0">
                        <a:latin typeface="Cambria Math" panose="02040503050406030204" pitchFamily="18" charset="0"/>
                      </a:rPr>
                      <m:t>(1 −</m:t>
                    </m:r>
                  </m:oMath>
                </a14:m>
                <a:r>
                  <a:rPr lang="en-US" sz="1600"/>
                  <a:t> </a:t>
                </a:r>
                <a14:m>
                  <m:oMath xmlns:m="http://schemas.openxmlformats.org/officeDocument/2006/math">
                    <m:r>
                      <a:rPr lang="en-US" sz="1600" i="1">
                        <a:latin typeface="Cambria Math" panose="02040503050406030204" pitchFamily="18" charset="0"/>
                      </a:rPr>
                      <m:t>𝑝</m:t>
                    </m:r>
                    <m:d>
                      <m:dPr>
                        <m:ctrlPr>
                          <a:rPr lang="en-US" sz="1600" i="1">
                            <a:latin typeface="Cambria Math" panose="02040503050406030204" pitchFamily="18" charset="0"/>
                          </a:rPr>
                        </m:ctrlPr>
                      </m:dPr>
                      <m:e>
                        <m:r>
                          <a:rPr lang="en-US" sz="1600" i="1">
                            <a:latin typeface="Cambria Math" panose="02040503050406030204" pitchFamily="18" charset="0"/>
                          </a:rPr>
                          <m:t>𝑥</m:t>
                        </m:r>
                        <m:r>
                          <a:rPr lang="en-US" sz="1600" i="1" baseline="-25000">
                            <a:latin typeface="Cambria Math" panose="02040503050406030204" pitchFamily="18" charset="0"/>
                          </a:rPr>
                          <m:t>𝑖</m:t>
                        </m:r>
                      </m:e>
                    </m:d>
                  </m:oMath>
                </a14:m>
                <a:r>
                  <a:rPr lang="en-US" sz="1600" baseline="30000"/>
                  <a:t>(1-y</a:t>
                </a:r>
                <a:r>
                  <a:rPr lang="en-US" sz="1600" baseline="-25000"/>
                  <a:t>i</a:t>
                </a:r>
                <a:r>
                  <a:rPr lang="en-US" sz="1600" baseline="30000"/>
                  <a:t>)</a:t>
                </a:r>
              </a:p>
            </p:txBody>
          </p:sp>
        </mc:Choice>
        <mc:Fallback>
          <p:sp>
            <p:nvSpPr>
              <p:cNvPr id="38" name="TextBox 37">
                <a:extLst>
                  <a:ext uri="{FF2B5EF4-FFF2-40B4-BE49-F238E27FC236}">
                    <a16:creationId xmlns:a16="http://schemas.microsoft.com/office/drawing/2014/main" id="{19BA823C-B750-1EF1-E720-7F7219A21875}"/>
                  </a:ext>
                </a:extLst>
              </p:cNvPr>
              <p:cNvSpPr txBox="1">
                <a:spLocks noRot="1" noChangeAspect="1" noMove="1" noResize="1" noEditPoints="1" noAdjustHandles="1" noChangeArrowheads="1" noChangeShapeType="1" noTextEdit="1"/>
              </p:cNvSpPr>
              <p:nvPr/>
            </p:nvSpPr>
            <p:spPr>
              <a:xfrm>
                <a:off x="3896526" y="2828570"/>
                <a:ext cx="2157963" cy="246221"/>
              </a:xfrm>
              <a:prstGeom prst="rect">
                <a:avLst/>
              </a:prstGeom>
              <a:blipFill>
                <a:blip r:embed="rId11"/>
                <a:stretch>
                  <a:fillRect l="-3390" t="-15000" b="-45000"/>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B6CC05F8-45C6-7DD1-FEE5-6788D9210C16}"/>
              </a:ext>
            </a:extLst>
          </p:cNvPr>
          <p:cNvSpPr txBox="1"/>
          <p:nvPr/>
        </p:nvSpPr>
        <p:spPr>
          <a:xfrm>
            <a:off x="657659" y="2832470"/>
            <a:ext cx="3624253" cy="307777"/>
          </a:xfrm>
          <a:prstGeom prst="rect">
            <a:avLst/>
          </a:prstGeom>
          <a:noFill/>
        </p:spPr>
        <p:txBody>
          <a:bodyPr wrap="square" rtlCol="0">
            <a:spAutoFit/>
          </a:bodyPr>
          <a:lstStyle/>
          <a:p>
            <a:r>
              <a:rPr lang="en-US" sz="1400"/>
              <a:t>So, the likelihood for one data point is,</a:t>
            </a:r>
          </a:p>
        </p:txBody>
      </p:sp>
      <p:sp>
        <p:nvSpPr>
          <p:cNvPr id="40" name="TextBox 39">
            <a:extLst>
              <a:ext uri="{FF2B5EF4-FFF2-40B4-BE49-F238E27FC236}">
                <a16:creationId xmlns:a16="http://schemas.microsoft.com/office/drawing/2014/main" id="{E2C3FF78-BC5D-EC80-4412-B41E301713DF}"/>
              </a:ext>
            </a:extLst>
          </p:cNvPr>
          <p:cNvSpPr txBox="1"/>
          <p:nvPr/>
        </p:nvSpPr>
        <p:spPr>
          <a:xfrm>
            <a:off x="679545" y="3247582"/>
            <a:ext cx="2533858" cy="307777"/>
          </a:xfrm>
          <a:prstGeom prst="rect">
            <a:avLst/>
          </a:prstGeom>
          <a:noFill/>
        </p:spPr>
        <p:txBody>
          <a:bodyPr wrap="square" rtlCol="0">
            <a:spAutoFit/>
          </a:bodyPr>
          <a:lstStyle/>
          <a:p>
            <a:r>
              <a:rPr lang="en-US" sz="1400"/>
              <a:t>For all data points (I = 1 to n),</a:t>
            </a:r>
          </a:p>
        </p:txBody>
      </p:sp>
      <p:sp>
        <p:nvSpPr>
          <p:cNvPr id="41" name="TextBox 40">
            <a:extLst>
              <a:ext uri="{FF2B5EF4-FFF2-40B4-BE49-F238E27FC236}">
                <a16:creationId xmlns:a16="http://schemas.microsoft.com/office/drawing/2014/main" id="{41563964-2D6E-CF89-B414-25046C06535A}"/>
              </a:ext>
            </a:extLst>
          </p:cNvPr>
          <p:cNvSpPr txBox="1"/>
          <p:nvPr/>
        </p:nvSpPr>
        <p:spPr>
          <a:xfrm>
            <a:off x="590824" y="6067811"/>
            <a:ext cx="10614894" cy="338554"/>
          </a:xfrm>
          <a:prstGeom prst="rect">
            <a:avLst/>
          </a:prstGeom>
          <a:noFill/>
        </p:spPr>
        <p:txBody>
          <a:bodyPr wrap="none" rtlCol="0">
            <a:spAutoFit/>
          </a:bodyPr>
          <a:lstStyle/>
          <a:p>
            <a:r>
              <a:rPr lang="en-US" sz="1600"/>
              <a:t>This is the standard logistic regression log-likelihood. This is the function we maximize to learn the best parameters </a:t>
            </a:r>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464290E7-6BFD-5084-D7EA-AF576F929612}"/>
                  </a:ext>
                </a:extLst>
              </p:cNvPr>
              <p:cNvSpPr txBox="1"/>
              <p:nvPr/>
            </p:nvSpPr>
            <p:spPr>
              <a:xfrm>
                <a:off x="11093793" y="6067811"/>
                <a:ext cx="5073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l-GR" i="1" smtClean="0">
                          <a:latin typeface="Cambria Math" panose="02040503050406030204" pitchFamily="18" charset="0"/>
                          <a:ea typeface="Cambria Math" panose="02040503050406030204" pitchFamily="18" charset="0"/>
                        </a:rPr>
                        <m:t>𝛽</m:t>
                      </m:r>
                      <m:r>
                        <a:rPr lang="en-US" b="0" i="1" baseline="-25000" smtClean="0">
                          <a:latin typeface="Cambria Math" panose="02040503050406030204" pitchFamily="18" charset="0"/>
                          <a:ea typeface="Cambria Math" panose="02040503050406030204" pitchFamily="18" charset="0"/>
                        </a:rPr>
                        <m:t>𝑜</m:t>
                      </m:r>
                      <m:r>
                        <a:rPr lang="en-US" b="0" i="1" baseline="-25000"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𝛽</m:t>
                      </m:r>
                    </m:oMath>
                  </m:oMathPara>
                </a14:m>
                <a:endParaRPr lang="en-US"/>
              </a:p>
            </p:txBody>
          </p:sp>
        </mc:Choice>
        <mc:Fallback>
          <p:sp>
            <p:nvSpPr>
              <p:cNvPr id="42" name="TextBox 41">
                <a:extLst>
                  <a:ext uri="{FF2B5EF4-FFF2-40B4-BE49-F238E27FC236}">
                    <a16:creationId xmlns:a16="http://schemas.microsoft.com/office/drawing/2014/main" id="{464290E7-6BFD-5084-D7EA-AF576F929612}"/>
                  </a:ext>
                </a:extLst>
              </p:cNvPr>
              <p:cNvSpPr txBox="1">
                <a:spLocks noRot="1" noChangeAspect="1" noMove="1" noResize="1" noEditPoints="1" noAdjustHandles="1" noChangeArrowheads="1" noChangeShapeType="1" noTextEdit="1"/>
              </p:cNvSpPr>
              <p:nvPr/>
            </p:nvSpPr>
            <p:spPr>
              <a:xfrm>
                <a:off x="11093793" y="6067811"/>
                <a:ext cx="507383" cy="276999"/>
              </a:xfrm>
              <a:prstGeom prst="rect">
                <a:avLst/>
              </a:prstGeom>
              <a:blipFill>
                <a:blip r:embed="rId12"/>
                <a:stretch>
                  <a:fillRect l="-14458" r="-14458" b="-34783"/>
                </a:stretch>
              </a:blipFill>
            </p:spPr>
            <p:txBody>
              <a:bodyPr/>
              <a:lstStyle/>
              <a:p>
                <a:r>
                  <a:rPr lang="en-US">
                    <a:noFill/>
                  </a:rPr>
                  <a:t> </a:t>
                </a:r>
              </a:p>
            </p:txBody>
          </p:sp>
        </mc:Fallback>
      </mc:AlternateContent>
    </p:spTree>
    <p:extLst>
      <p:ext uri="{BB962C8B-B14F-4D97-AF65-F5344CB8AC3E}">
        <p14:creationId xmlns:p14="http://schemas.microsoft.com/office/powerpoint/2010/main" val="38495745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A12DC-61A8-54F3-21E5-E7E5B863100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11667C-5C8A-AC2F-F47C-E75754FF97D2}"/>
              </a:ext>
            </a:extLst>
          </p:cNvPr>
          <p:cNvSpPr>
            <a:spLocks noGrp="1"/>
          </p:cNvSpPr>
          <p:nvPr>
            <p:ph type="sldNum" sz="quarter" idx="10"/>
          </p:nvPr>
        </p:nvSpPr>
        <p:spPr/>
        <p:txBody>
          <a:bodyPr/>
          <a:lstStyle/>
          <a:p>
            <a:fld id="{48FFE6E1-85EB-9E42-824B-7CC9267ED8B9}" type="slidenum">
              <a:rPr lang="en-US" smtClean="0"/>
              <a:pPr/>
              <a:t>10</a:t>
            </a:fld>
            <a:endParaRPr lang="en-US"/>
          </a:p>
        </p:txBody>
      </p:sp>
      <p:sp>
        <p:nvSpPr>
          <p:cNvPr id="7" name="Rectangle 6">
            <a:extLst>
              <a:ext uri="{FF2B5EF4-FFF2-40B4-BE49-F238E27FC236}">
                <a16:creationId xmlns:a16="http://schemas.microsoft.com/office/drawing/2014/main" id="{A6547E9B-2927-C826-7B9D-0B2B402ADB89}"/>
              </a:ext>
            </a:extLst>
          </p:cNvPr>
          <p:cNvSpPr/>
          <p:nvPr/>
        </p:nvSpPr>
        <p:spPr>
          <a:xfrm>
            <a:off x="492101" y="1219642"/>
            <a:ext cx="7640907" cy="830997"/>
          </a:xfrm>
          <a:prstGeom prst="rect">
            <a:avLst/>
          </a:prstGeom>
        </p:spPr>
        <p:txBody>
          <a:bodyPr wrap="square">
            <a:spAutoFit/>
          </a:bodyPr>
          <a:lstStyle/>
          <a:p>
            <a:r>
              <a:rPr lang="en-US" sz="1600">
                <a:solidFill>
                  <a:srgbClr val="202122"/>
                </a:solidFill>
                <a:latin typeface="Arial" panose="020B0604020202020204" pitchFamily="34" charset="0"/>
              </a:rPr>
              <a:t>Example: A group of 40 students spends between 0 and 10.5 hours studying for an exam. How does the number of hours spent studying affect the probability of the student passing the exam?</a:t>
            </a:r>
            <a:endParaRPr lang="en-US" sz="1600"/>
          </a:p>
        </p:txBody>
      </p:sp>
      <p:sp>
        <p:nvSpPr>
          <p:cNvPr id="8" name="TextBox 7">
            <a:extLst>
              <a:ext uri="{FF2B5EF4-FFF2-40B4-BE49-F238E27FC236}">
                <a16:creationId xmlns:a16="http://schemas.microsoft.com/office/drawing/2014/main" id="{680169D0-7A83-91AE-BD38-B5AA521F60EE}"/>
              </a:ext>
            </a:extLst>
          </p:cNvPr>
          <p:cNvSpPr txBox="1"/>
          <p:nvPr/>
        </p:nvSpPr>
        <p:spPr>
          <a:xfrm>
            <a:off x="492101" y="3431582"/>
            <a:ext cx="9428922" cy="584775"/>
          </a:xfrm>
          <a:prstGeom prst="rect">
            <a:avLst/>
          </a:prstGeom>
          <a:noFill/>
        </p:spPr>
        <p:txBody>
          <a:bodyPr wrap="square" rtlCol="0">
            <a:spAutoFit/>
          </a:bodyPr>
          <a:lstStyle/>
          <a:p>
            <a:r>
              <a:rPr lang="en-US" sz="1600"/>
              <a:t>Assume that the logistic regression parameters have been derived using techniques discussed earlier, and we have the following estimates of the unknown parameters: β</a:t>
            </a:r>
            <a:r>
              <a:rPr lang="en-US" sz="1600" baseline="-25000"/>
              <a:t>0</a:t>
            </a:r>
            <a:r>
              <a:rPr lang="en-US" sz="1600"/>
              <a:t>= -4.1 and  β</a:t>
            </a:r>
            <a:r>
              <a:rPr lang="en-US" sz="1600" baseline="-25000"/>
              <a:t>1</a:t>
            </a:r>
            <a:r>
              <a:rPr lang="en-US" sz="1600"/>
              <a:t>=1.5</a:t>
            </a:r>
          </a:p>
        </p:txBody>
      </p:sp>
      <p:sp>
        <p:nvSpPr>
          <p:cNvPr id="14" name="TextBox 13">
            <a:extLst>
              <a:ext uri="{FF2B5EF4-FFF2-40B4-BE49-F238E27FC236}">
                <a16:creationId xmlns:a16="http://schemas.microsoft.com/office/drawing/2014/main" id="{1DFE80FE-EE83-A5D9-5F4A-3487BA6A8E4A}"/>
              </a:ext>
            </a:extLst>
          </p:cNvPr>
          <p:cNvSpPr txBox="1"/>
          <p:nvPr/>
        </p:nvSpPr>
        <p:spPr>
          <a:xfrm>
            <a:off x="492101" y="4203048"/>
            <a:ext cx="10393017" cy="1569660"/>
          </a:xfrm>
          <a:prstGeom prst="rect">
            <a:avLst/>
          </a:prstGeom>
          <a:noFill/>
        </p:spPr>
        <p:txBody>
          <a:bodyPr wrap="square" rtlCol="0">
            <a:spAutoFit/>
          </a:bodyPr>
          <a:lstStyle/>
          <a:p>
            <a:r>
              <a:rPr lang="en-US" sz="1600"/>
              <a:t>Use the Logistic Regression formula			to compute the probability of passing p(x) for different hours spent studying (x). </a:t>
            </a:r>
          </a:p>
          <a:p>
            <a:endParaRPr lang="en-US" sz="1600"/>
          </a:p>
          <a:p>
            <a:r>
              <a:rPr lang="en-US" sz="1600"/>
              <a:t>The value of x for which p(x) = 0.5 is ~2.73 hours. It is the decision threshold, so the model would predict “pass” for students who study more than ~2.73 hours and “fail” for students who study less. It is also the inflection point in the logistic curve where the slope is steepest.</a:t>
            </a:r>
          </a:p>
        </p:txBody>
      </p:sp>
      <p:grpSp>
        <p:nvGrpSpPr>
          <p:cNvPr id="15" name="Group 14">
            <a:extLst>
              <a:ext uri="{FF2B5EF4-FFF2-40B4-BE49-F238E27FC236}">
                <a16:creationId xmlns:a16="http://schemas.microsoft.com/office/drawing/2014/main" id="{F0D3B705-C659-A2FD-6E02-4C9735F3AF10}"/>
              </a:ext>
            </a:extLst>
          </p:cNvPr>
          <p:cNvGrpSpPr/>
          <p:nvPr/>
        </p:nvGrpSpPr>
        <p:grpSpPr>
          <a:xfrm>
            <a:off x="3923801" y="4016357"/>
            <a:ext cx="2079548" cy="641981"/>
            <a:chOff x="2463680" y="597381"/>
            <a:chExt cx="2744424" cy="806587"/>
          </a:xfrm>
        </p:grpSpPr>
        <p:pic>
          <p:nvPicPr>
            <p:cNvPr id="16" name="Picture 15">
              <a:extLst>
                <a:ext uri="{FF2B5EF4-FFF2-40B4-BE49-F238E27FC236}">
                  <a16:creationId xmlns:a16="http://schemas.microsoft.com/office/drawing/2014/main" id="{38A122BB-B675-7AEC-A409-60FADF9B2208}"/>
                </a:ext>
              </a:extLst>
            </p:cNvPr>
            <p:cNvPicPr>
              <a:picLocks noChangeAspect="1"/>
            </p:cNvPicPr>
            <p:nvPr/>
          </p:nvPicPr>
          <p:blipFill>
            <a:blip r:embed="rId2"/>
            <a:stretch>
              <a:fillRect/>
            </a:stretch>
          </p:blipFill>
          <p:spPr>
            <a:xfrm>
              <a:off x="3343275" y="597381"/>
              <a:ext cx="1864829" cy="806587"/>
            </a:xfrm>
            <a:prstGeom prst="rect">
              <a:avLst/>
            </a:prstGeom>
          </p:spPr>
        </p:pic>
        <p:pic>
          <p:nvPicPr>
            <p:cNvPr id="17" name="Picture 16">
              <a:extLst>
                <a:ext uri="{FF2B5EF4-FFF2-40B4-BE49-F238E27FC236}">
                  <a16:creationId xmlns:a16="http://schemas.microsoft.com/office/drawing/2014/main" id="{77B25EB9-2A21-959D-70BC-9829D7F19A60}"/>
                </a:ext>
              </a:extLst>
            </p:cNvPr>
            <p:cNvPicPr>
              <a:picLocks noChangeAspect="1"/>
            </p:cNvPicPr>
            <p:nvPr/>
          </p:nvPicPr>
          <p:blipFill>
            <a:blip r:embed="rId3"/>
            <a:stretch>
              <a:fillRect/>
            </a:stretch>
          </p:blipFill>
          <p:spPr>
            <a:xfrm>
              <a:off x="2463680" y="758785"/>
              <a:ext cx="879595" cy="483777"/>
            </a:xfrm>
            <a:prstGeom prst="rect">
              <a:avLst/>
            </a:prstGeom>
          </p:spPr>
        </p:pic>
      </p:grpSp>
      <p:pic>
        <p:nvPicPr>
          <p:cNvPr id="19" name="Picture 4">
            <a:extLst>
              <a:ext uri="{FF2B5EF4-FFF2-40B4-BE49-F238E27FC236}">
                <a16:creationId xmlns:a16="http://schemas.microsoft.com/office/drawing/2014/main" id="{F14D4D2C-2A68-D7EA-F5F6-93CE690628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70523" y="548067"/>
            <a:ext cx="2501000" cy="190293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0" name="Table 19">
            <a:extLst>
              <a:ext uri="{FF2B5EF4-FFF2-40B4-BE49-F238E27FC236}">
                <a16:creationId xmlns:a16="http://schemas.microsoft.com/office/drawing/2014/main" id="{2682CC24-F9B8-7B4B-742E-BC5E43ACE85B}"/>
              </a:ext>
            </a:extLst>
          </p:cNvPr>
          <p:cNvGraphicFramePr>
            <a:graphicFrameLocks noGrp="1"/>
          </p:cNvGraphicFramePr>
          <p:nvPr>
            <p:extLst>
              <p:ext uri="{D42A27DB-BD31-4B8C-83A1-F6EECF244321}">
                <p14:modId xmlns:p14="http://schemas.microsoft.com/office/powerpoint/2010/main" val="1039279981"/>
              </p:ext>
            </p:extLst>
          </p:nvPr>
        </p:nvGraphicFramePr>
        <p:xfrm>
          <a:off x="215742" y="2598991"/>
          <a:ext cx="11603860" cy="555214"/>
        </p:xfrm>
        <a:graphic>
          <a:graphicData uri="http://schemas.openxmlformats.org/drawingml/2006/table">
            <a:tbl>
              <a:tblPr>
                <a:tableStyleId>{5C22544A-7EE6-4342-B048-85BDC9FD1C3A}</a:tableStyleId>
              </a:tblPr>
              <a:tblGrid>
                <a:gridCol w="578904">
                  <a:extLst>
                    <a:ext uri="{9D8B030D-6E8A-4147-A177-3AD203B41FA5}">
                      <a16:colId xmlns:a16="http://schemas.microsoft.com/office/drawing/2014/main" val="3227391895"/>
                    </a:ext>
                  </a:extLst>
                </a:gridCol>
                <a:gridCol w="193318">
                  <a:extLst>
                    <a:ext uri="{9D8B030D-6E8A-4147-A177-3AD203B41FA5}">
                      <a16:colId xmlns:a16="http://schemas.microsoft.com/office/drawing/2014/main" val="262134772"/>
                    </a:ext>
                  </a:extLst>
                </a:gridCol>
                <a:gridCol w="302983">
                  <a:extLst>
                    <a:ext uri="{9D8B030D-6E8A-4147-A177-3AD203B41FA5}">
                      <a16:colId xmlns:a16="http://schemas.microsoft.com/office/drawing/2014/main" val="1255005556"/>
                    </a:ext>
                  </a:extLst>
                </a:gridCol>
                <a:gridCol w="178491">
                  <a:extLst>
                    <a:ext uri="{9D8B030D-6E8A-4147-A177-3AD203B41FA5}">
                      <a16:colId xmlns:a16="http://schemas.microsoft.com/office/drawing/2014/main" val="2678884414"/>
                    </a:ext>
                  </a:extLst>
                </a:gridCol>
                <a:gridCol w="274328">
                  <a:extLst>
                    <a:ext uri="{9D8B030D-6E8A-4147-A177-3AD203B41FA5}">
                      <a16:colId xmlns:a16="http://schemas.microsoft.com/office/drawing/2014/main" val="1210171532"/>
                    </a:ext>
                  </a:extLst>
                </a:gridCol>
                <a:gridCol w="274328">
                  <a:extLst>
                    <a:ext uri="{9D8B030D-6E8A-4147-A177-3AD203B41FA5}">
                      <a16:colId xmlns:a16="http://schemas.microsoft.com/office/drawing/2014/main" val="1921084539"/>
                    </a:ext>
                  </a:extLst>
                </a:gridCol>
                <a:gridCol w="274328">
                  <a:extLst>
                    <a:ext uri="{9D8B030D-6E8A-4147-A177-3AD203B41FA5}">
                      <a16:colId xmlns:a16="http://schemas.microsoft.com/office/drawing/2014/main" val="1160632422"/>
                    </a:ext>
                  </a:extLst>
                </a:gridCol>
                <a:gridCol w="274328">
                  <a:extLst>
                    <a:ext uri="{9D8B030D-6E8A-4147-A177-3AD203B41FA5}">
                      <a16:colId xmlns:a16="http://schemas.microsoft.com/office/drawing/2014/main" val="2969826722"/>
                    </a:ext>
                  </a:extLst>
                </a:gridCol>
                <a:gridCol w="274328">
                  <a:extLst>
                    <a:ext uri="{9D8B030D-6E8A-4147-A177-3AD203B41FA5}">
                      <a16:colId xmlns:a16="http://schemas.microsoft.com/office/drawing/2014/main" val="51938367"/>
                    </a:ext>
                  </a:extLst>
                </a:gridCol>
                <a:gridCol w="274328">
                  <a:extLst>
                    <a:ext uri="{9D8B030D-6E8A-4147-A177-3AD203B41FA5}">
                      <a16:colId xmlns:a16="http://schemas.microsoft.com/office/drawing/2014/main" val="301836670"/>
                    </a:ext>
                  </a:extLst>
                </a:gridCol>
                <a:gridCol w="372171">
                  <a:extLst>
                    <a:ext uri="{9D8B030D-6E8A-4147-A177-3AD203B41FA5}">
                      <a16:colId xmlns:a16="http://schemas.microsoft.com/office/drawing/2014/main" val="695769992"/>
                    </a:ext>
                  </a:extLst>
                </a:gridCol>
                <a:gridCol w="246173">
                  <a:extLst>
                    <a:ext uri="{9D8B030D-6E8A-4147-A177-3AD203B41FA5}">
                      <a16:colId xmlns:a16="http://schemas.microsoft.com/office/drawing/2014/main" val="3507665970"/>
                    </a:ext>
                  </a:extLst>
                </a:gridCol>
                <a:gridCol w="404669">
                  <a:extLst>
                    <a:ext uri="{9D8B030D-6E8A-4147-A177-3AD203B41FA5}">
                      <a16:colId xmlns:a16="http://schemas.microsoft.com/office/drawing/2014/main" val="1521870242"/>
                    </a:ext>
                  </a:extLst>
                </a:gridCol>
                <a:gridCol w="274328">
                  <a:extLst>
                    <a:ext uri="{9D8B030D-6E8A-4147-A177-3AD203B41FA5}">
                      <a16:colId xmlns:a16="http://schemas.microsoft.com/office/drawing/2014/main" val="3504319290"/>
                    </a:ext>
                  </a:extLst>
                </a:gridCol>
                <a:gridCol w="274328">
                  <a:extLst>
                    <a:ext uri="{9D8B030D-6E8A-4147-A177-3AD203B41FA5}">
                      <a16:colId xmlns:a16="http://schemas.microsoft.com/office/drawing/2014/main" val="3130698293"/>
                    </a:ext>
                  </a:extLst>
                </a:gridCol>
                <a:gridCol w="274328">
                  <a:extLst>
                    <a:ext uri="{9D8B030D-6E8A-4147-A177-3AD203B41FA5}">
                      <a16:colId xmlns:a16="http://schemas.microsoft.com/office/drawing/2014/main" val="2983970429"/>
                    </a:ext>
                  </a:extLst>
                </a:gridCol>
                <a:gridCol w="274328">
                  <a:extLst>
                    <a:ext uri="{9D8B030D-6E8A-4147-A177-3AD203B41FA5}">
                      <a16:colId xmlns:a16="http://schemas.microsoft.com/office/drawing/2014/main" val="757632396"/>
                    </a:ext>
                  </a:extLst>
                </a:gridCol>
                <a:gridCol w="274328">
                  <a:extLst>
                    <a:ext uri="{9D8B030D-6E8A-4147-A177-3AD203B41FA5}">
                      <a16:colId xmlns:a16="http://schemas.microsoft.com/office/drawing/2014/main" val="1202771382"/>
                    </a:ext>
                  </a:extLst>
                </a:gridCol>
                <a:gridCol w="274328">
                  <a:extLst>
                    <a:ext uri="{9D8B030D-6E8A-4147-A177-3AD203B41FA5}">
                      <a16:colId xmlns:a16="http://schemas.microsoft.com/office/drawing/2014/main" val="2333980090"/>
                    </a:ext>
                  </a:extLst>
                </a:gridCol>
                <a:gridCol w="274328">
                  <a:extLst>
                    <a:ext uri="{9D8B030D-6E8A-4147-A177-3AD203B41FA5}">
                      <a16:colId xmlns:a16="http://schemas.microsoft.com/office/drawing/2014/main" val="1403340626"/>
                    </a:ext>
                  </a:extLst>
                </a:gridCol>
                <a:gridCol w="274328">
                  <a:extLst>
                    <a:ext uri="{9D8B030D-6E8A-4147-A177-3AD203B41FA5}">
                      <a16:colId xmlns:a16="http://schemas.microsoft.com/office/drawing/2014/main" val="3019352410"/>
                    </a:ext>
                  </a:extLst>
                </a:gridCol>
                <a:gridCol w="274328">
                  <a:extLst>
                    <a:ext uri="{9D8B030D-6E8A-4147-A177-3AD203B41FA5}">
                      <a16:colId xmlns:a16="http://schemas.microsoft.com/office/drawing/2014/main" val="2469277569"/>
                    </a:ext>
                  </a:extLst>
                </a:gridCol>
                <a:gridCol w="274328">
                  <a:extLst>
                    <a:ext uri="{9D8B030D-6E8A-4147-A177-3AD203B41FA5}">
                      <a16:colId xmlns:a16="http://schemas.microsoft.com/office/drawing/2014/main" val="2689762155"/>
                    </a:ext>
                  </a:extLst>
                </a:gridCol>
                <a:gridCol w="274328">
                  <a:extLst>
                    <a:ext uri="{9D8B030D-6E8A-4147-A177-3AD203B41FA5}">
                      <a16:colId xmlns:a16="http://schemas.microsoft.com/office/drawing/2014/main" val="165357676"/>
                    </a:ext>
                  </a:extLst>
                </a:gridCol>
                <a:gridCol w="274328">
                  <a:extLst>
                    <a:ext uri="{9D8B030D-6E8A-4147-A177-3AD203B41FA5}">
                      <a16:colId xmlns:a16="http://schemas.microsoft.com/office/drawing/2014/main" val="540315601"/>
                    </a:ext>
                  </a:extLst>
                </a:gridCol>
                <a:gridCol w="274328">
                  <a:extLst>
                    <a:ext uri="{9D8B030D-6E8A-4147-A177-3AD203B41FA5}">
                      <a16:colId xmlns:a16="http://schemas.microsoft.com/office/drawing/2014/main" val="2724551571"/>
                    </a:ext>
                  </a:extLst>
                </a:gridCol>
                <a:gridCol w="274328">
                  <a:extLst>
                    <a:ext uri="{9D8B030D-6E8A-4147-A177-3AD203B41FA5}">
                      <a16:colId xmlns:a16="http://schemas.microsoft.com/office/drawing/2014/main" val="2394239321"/>
                    </a:ext>
                  </a:extLst>
                </a:gridCol>
                <a:gridCol w="274328">
                  <a:extLst>
                    <a:ext uri="{9D8B030D-6E8A-4147-A177-3AD203B41FA5}">
                      <a16:colId xmlns:a16="http://schemas.microsoft.com/office/drawing/2014/main" val="1741272961"/>
                    </a:ext>
                  </a:extLst>
                </a:gridCol>
                <a:gridCol w="274328">
                  <a:extLst>
                    <a:ext uri="{9D8B030D-6E8A-4147-A177-3AD203B41FA5}">
                      <a16:colId xmlns:a16="http://schemas.microsoft.com/office/drawing/2014/main" val="1394278146"/>
                    </a:ext>
                  </a:extLst>
                </a:gridCol>
                <a:gridCol w="274328">
                  <a:extLst>
                    <a:ext uri="{9D8B030D-6E8A-4147-A177-3AD203B41FA5}">
                      <a16:colId xmlns:a16="http://schemas.microsoft.com/office/drawing/2014/main" val="1899466962"/>
                    </a:ext>
                  </a:extLst>
                </a:gridCol>
                <a:gridCol w="274328">
                  <a:extLst>
                    <a:ext uri="{9D8B030D-6E8A-4147-A177-3AD203B41FA5}">
                      <a16:colId xmlns:a16="http://schemas.microsoft.com/office/drawing/2014/main" val="4146335443"/>
                    </a:ext>
                  </a:extLst>
                </a:gridCol>
                <a:gridCol w="274328">
                  <a:extLst>
                    <a:ext uri="{9D8B030D-6E8A-4147-A177-3AD203B41FA5}">
                      <a16:colId xmlns:a16="http://schemas.microsoft.com/office/drawing/2014/main" val="315027105"/>
                    </a:ext>
                  </a:extLst>
                </a:gridCol>
                <a:gridCol w="274328">
                  <a:extLst>
                    <a:ext uri="{9D8B030D-6E8A-4147-A177-3AD203B41FA5}">
                      <a16:colId xmlns:a16="http://schemas.microsoft.com/office/drawing/2014/main" val="1398303398"/>
                    </a:ext>
                  </a:extLst>
                </a:gridCol>
                <a:gridCol w="274328">
                  <a:extLst>
                    <a:ext uri="{9D8B030D-6E8A-4147-A177-3AD203B41FA5}">
                      <a16:colId xmlns:a16="http://schemas.microsoft.com/office/drawing/2014/main" val="4260008363"/>
                    </a:ext>
                  </a:extLst>
                </a:gridCol>
                <a:gridCol w="274328">
                  <a:extLst>
                    <a:ext uri="{9D8B030D-6E8A-4147-A177-3AD203B41FA5}">
                      <a16:colId xmlns:a16="http://schemas.microsoft.com/office/drawing/2014/main" val="1621379004"/>
                    </a:ext>
                  </a:extLst>
                </a:gridCol>
                <a:gridCol w="274328">
                  <a:extLst>
                    <a:ext uri="{9D8B030D-6E8A-4147-A177-3AD203B41FA5}">
                      <a16:colId xmlns:a16="http://schemas.microsoft.com/office/drawing/2014/main" val="4134003579"/>
                    </a:ext>
                  </a:extLst>
                </a:gridCol>
                <a:gridCol w="274328">
                  <a:extLst>
                    <a:ext uri="{9D8B030D-6E8A-4147-A177-3AD203B41FA5}">
                      <a16:colId xmlns:a16="http://schemas.microsoft.com/office/drawing/2014/main" val="840926012"/>
                    </a:ext>
                  </a:extLst>
                </a:gridCol>
                <a:gridCol w="274328">
                  <a:extLst>
                    <a:ext uri="{9D8B030D-6E8A-4147-A177-3AD203B41FA5}">
                      <a16:colId xmlns:a16="http://schemas.microsoft.com/office/drawing/2014/main" val="1151465227"/>
                    </a:ext>
                  </a:extLst>
                </a:gridCol>
                <a:gridCol w="274328">
                  <a:extLst>
                    <a:ext uri="{9D8B030D-6E8A-4147-A177-3AD203B41FA5}">
                      <a16:colId xmlns:a16="http://schemas.microsoft.com/office/drawing/2014/main" val="2305765395"/>
                    </a:ext>
                  </a:extLst>
                </a:gridCol>
                <a:gridCol w="233253">
                  <a:extLst>
                    <a:ext uri="{9D8B030D-6E8A-4147-A177-3AD203B41FA5}">
                      <a16:colId xmlns:a16="http://schemas.microsoft.com/office/drawing/2014/main" val="3086283137"/>
                    </a:ext>
                  </a:extLst>
                </a:gridCol>
                <a:gridCol w="315402">
                  <a:extLst>
                    <a:ext uri="{9D8B030D-6E8A-4147-A177-3AD203B41FA5}">
                      <a16:colId xmlns:a16="http://schemas.microsoft.com/office/drawing/2014/main" val="801004074"/>
                    </a:ext>
                  </a:extLst>
                </a:gridCol>
              </a:tblGrid>
              <a:tr h="213271">
                <a:tc>
                  <a:txBody>
                    <a:bodyPr/>
                    <a:lstStyle/>
                    <a:p>
                      <a:pPr algn="l" fontAlgn="ctr"/>
                      <a:r>
                        <a:rPr lang="en-US" sz="900" b="1" u="none" strike="noStrike">
                          <a:effectLst/>
                        </a:rPr>
                        <a:t>Hours of study</a:t>
                      </a:r>
                      <a:endParaRPr lang="en-US" sz="900" b="1"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0.5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0.75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1.25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1.75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2</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2.25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2.5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2.75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3</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3.25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3.5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3.75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4</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4.25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4.5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4.75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5.25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5.5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5.75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6</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6.25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6.5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6.75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7</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7.25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7.5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7.75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8</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8.25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8.5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8.75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9</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9.25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9.5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9.75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10</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10.25</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extLst>
                  <a:ext uri="{0D108BD9-81ED-4DB2-BD59-A6C34878D82A}">
                    <a16:rowId xmlns:a16="http://schemas.microsoft.com/office/drawing/2014/main" val="2524961658"/>
                  </a:ext>
                </a:extLst>
              </a:tr>
              <a:tr h="151198">
                <a:tc>
                  <a:txBody>
                    <a:bodyPr/>
                    <a:lstStyle/>
                    <a:p>
                      <a:pPr algn="l" fontAlgn="ctr"/>
                      <a:r>
                        <a:rPr lang="en-US" sz="900" b="1" u="none" strike="noStrike">
                          <a:effectLst/>
                        </a:rPr>
                        <a:t>Exam success</a:t>
                      </a:r>
                      <a:endParaRPr lang="en-US" sz="900" b="1"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0</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0</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0</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0</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0</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0</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0</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0</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0</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0</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tc>
                  <a:txBody>
                    <a:bodyPr/>
                    <a:lstStyle/>
                    <a:p>
                      <a:pPr algn="ctr" fontAlgn="ctr"/>
                      <a:r>
                        <a:rPr lang="en-US" sz="900" u="none" strike="noStrike">
                          <a:effectLst/>
                        </a:rPr>
                        <a:t>1</a:t>
                      </a:r>
                      <a:endParaRPr lang="en-US" sz="900" b="0" i="0" u="none" strike="noStrike">
                        <a:solidFill>
                          <a:srgbClr val="000000"/>
                        </a:solidFill>
                        <a:effectLst/>
                        <a:latin typeface="Arial" panose="020B0604020202020204" pitchFamily="34" charset="0"/>
                      </a:endParaRPr>
                    </a:p>
                  </a:txBody>
                  <a:tcPr marL="3287" marR="3287" marT="3287" marB="0" anchor="ctr">
                    <a:solidFill>
                      <a:schemeClr val="bg1">
                        <a:lumMod val="95000"/>
                      </a:schemeClr>
                    </a:solidFill>
                  </a:tcPr>
                </a:tc>
                <a:extLst>
                  <a:ext uri="{0D108BD9-81ED-4DB2-BD59-A6C34878D82A}">
                    <a16:rowId xmlns:a16="http://schemas.microsoft.com/office/drawing/2014/main" val="3939094673"/>
                  </a:ext>
                </a:extLst>
              </a:tr>
            </a:tbl>
          </a:graphicData>
        </a:graphic>
      </p:graphicFrame>
      <p:sp>
        <p:nvSpPr>
          <p:cNvPr id="21" name="Title 8">
            <a:extLst>
              <a:ext uri="{FF2B5EF4-FFF2-40B4-BE49-F238E27FC236}">
                <a16:creationId xmlns:a16="http://schemas.microsoft.com/office/drawing/2014/main" id="{4DEDD03D-37E7-CEC5-AEC9-07B96D0B7AB5}"/>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kern="0">
                <a:solidFill>
                  <a:srgbClr val="002060"/>
                </a:solidFill>
              </a:rPr>
              <a:t>Algorithm 1 -  Logistic Regression </a:t>
            </a:r>
            <a:r>
              <a:rPr lang="en-US" sz="2400" b="1">
                <a:solidFill>
                  <a:srgbClr val="002060"/>
                </a:solidFill>
              </a:rPr>
              <a:t>– contd..</a:t>
            </a:r>
            <a:r>
              <a:rPr lang="en-US" sz="2400" kern="0">
                <a:solidFill>
                  <a:srgbClr val="002060"/>
                </a:solidFill>
              </a:rPr>
              <a:t> </a:t>
            </a:r>
          </a:p>
        </p:txBody>
      </p:sp>
    </p:spTree>
    <p:extLst>
      <p:ext uri="{BB962C8B-B14F-4D97-AF65-F5344CB8AC3E}">
        <p14:creationId xmlns:p14="http://schemas.microsoft.com/office/powerpoint/2010/main" val="39622447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50028-C763-4310-8214-C00731D534C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7D9486-75EC-B29D-E29A-FE110A650ABA}"/>
              </a:ext>
            </a:extLst>
          </p:cNvPr>
          <p:cNvSpPr>
            <a:spLocks noGrp="1"/>
          </p:cNvSpPr>
          <p:nvPr>
            <p:ph type="sldNum" sz="quarter" idx="10"/>
          </p:nvPr>
        </p:nvSpPr>
        <p:spPr/>
        <p:txBody>
          <a:bodyPr/>
          <a:lstStyle/>
          <a:p>
            <a:fld id="{48FFE6E1-85EB-9E42-824B-7CC9267ED8B9}" type="slidenum">
              <a:rPr lang="en-US" smtClean="0"/>
              <a:pPr/>
              <a:t>11</a:t>
            </a:fld>
            <a:endParaRPr lang="en-US"/>
          </a:p>
        </p:txBody>
      </p:sp>
      <p:sp>
        <p:nvSpPr>
          <p:cNvPr id="21" name="Title 8">
            <a:extLst>
              <a:ext uri="{FF2B5EF4-FFF2-40B4-BE49-F238E27FC236}">
                <a16:creationId xmlns:a16="http://schemas.microsoft.com/office/drawing/2014/main" id="{C8DBEB22-6CA8-2B2D-D698-59364F4B1B47}"/>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Algorithm 2 -  Support Vector Machine (SVM)</a:t>
            </a:r>
            <a:endParaRPr lang="en-US" sz="2400">
              <a:solidFill>
                <a:srgbClr val="002060"/>
              </a:solidFill>
            </a:endParaRPr>
          </a:p>
        </p:txBody>
      </p:sp>
      <p:sp>
        <p:nvSpPr>
          <p:cNvPr id="3" name="Content Placeholder 2">
            <a:extLst>
              <a:ext uri="{FF2B5EF4-FFF2-40B4-BE49-F238E27FC236}">
                <a16:creationId xmlns:a16="http://schemas.microsoft.com/office/drawing/2014/main" id="{47CA2E3E-6917-B4BA-CBF6-4F091F511540}"/>
              </a:ext>
            </a:extLst>
          </p:cNvPr>
          <p:cNvSpPr>
            <a:spLocks noGrp="1"/>
          </p:cNvSpPr>
          <p:nvPr>
            <p:ph idx="1"/>
          </p:nvPr>
        </p:nvSpPr>
        <p:spPr>
          <a:xfrm>
            <a:off x="601017" y="1057924"/>
            <a:ext cx="11277600" cy="4351338"/>
          </a:xfrm>
        </p:spPr>
        <p:txBody>
          <a:bodyPr>
            <a:normAutofit/>
          </a:bodyPr>
          <a:lstStyle/>
          <a:p>
            <a:r>
              <a:rPr lang="en-US" sz="1600" kern="1200">
                <a:solidFill>
                  <a:schemeClr val="tx1"/>
                </a:solidFill>
                <a:ea typeface="+mn-ea"/>
                <a:cs typeface="+mn-cs"/>
              </a:rPr>
              <a:t>A support vector machine (SVM) is a supervised machine learning algorithm used for classification and regression, but it is most commonly used for classification.</a:t>
            </a:r>
          </a:p>
          <a:p>
            <a:r>
              <a:rPr lang="en-US" sz="1600" kern="1200">
                <a:solidFill>
                  <a:schemeClr val="tx1"/>
                </a:solidFill>
                <a:ea typeface="+mn-ea"/>
                <a:cs typeface="+mn-cs"/>
              </a:rPr>
              <a:t>For a simple visual explanation, we’ll use two tags: red and blue, with two data features: X and Y, then train our classifier to output an X/Y coordinate as either red or blue.</a:t>
            </a:r>
          </a:p>
          <a:p>
            <a:endParaRPr lang="en-US" sz="1400" b="0">
              <a:latin typeface="+mj-lt"/>
            </a:endParaRPr>
          </a:p>
        </p:txBody>
      </p:sp>
      <p:cxnSp>
        <p:nvCxnSpPr>
          <p:cNvPr id="4" name="Straight Arrow Connector 3">
            <a:extLst>
              <a:ext uri="{FF2B5EF4-FFF2-40B4-BE49-F238E27FC236}">
                <a16:creationId xmlns:a16="http://schemas.microsoft.com/office/drawing/2014/main" id="{851CBEC2-F26A-803E-FF81-67669855D9DD}"/>
              </a:ext>
            </a:extLst>
          </p:cNvPr>
          <p:cNvCxnSpPr/>
          <p:nvPr/>
        </p:nvCxnSpPr>
        <p:spPr>
          <a:xfrm>
            <a:off x="938844" y="5219241"/>
            <a:ext cx="32696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05827905-E58D-F0FF-7593-8DFABC8F5FF7}"/>
              </a:ext>
            </a:extLst>
          </p:cNvPr>
          <p:cNvCxnSpPr/>
          <p:nvPr/>
        </p:nvCxnSpPr>
        <p:spPr>
          <a:xfrm flipV="1">
            <a:off x="948081" y="2358850"/>
            <a:ext cx="0" cy="2888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Plus Sign 5">
            <a:extLst>
              <a:ext uri="{FF2B5EF4-FFF2-40B4-BE49-F238E27FC236}">
                <a16:creationId xmlns:a16="http://schemas.microsoft.com/office/drawing/2014/main" id="{78182B9B-0F41-14EA-CEC8-85166426226B}"/>
              </a:ext>
            </a:extLst>
          </p:cNvPr>
          <p:cNvSpPr/>
          <p:nvPr/>
        </p:nvSpPr>
        <p:spPr>
          <a:xfrm>
            <a:off x="1585390" y="3384087"/>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lus Sign 8">
            <a:extLst>
              <a:ext uri="{FF2B5EF4-FFF2-40B4-BE49-F238E27FC236}">
                <a16:creationId xmlns:a16="http://schemas.microsoft.com/office/drawing/2014/main" id="{5D1B0702-8587-5989-14AB-12D3918D8907}"/>
              </a:ext>
            </a:extLst>
          </p:cNvPr>
          <p:cNvSpPr/>
          <p:nvPr/>
        </p:nvSpPr>
        <p:spPr>
          <a:xfrm>
            <a:off x="1585390" y="2690456"/>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lus Sign 9">
            <a:extLst>
              <a:ext uri="{FF2B5EF4-FFF2-40B4-BE49-F238E27FC236}">
                <a16:creationId xmlns:a16="http://schemas.microsoft.com/office/drawing/2014/main" id="{77029291-9851-5565-9E36-F0B94488546C}"/>
              </a:ext>
            </a:extLst>
          </p:cNvPr>
          <p:cNvSpPr/>
          <p:nvPr/>
        </p:nvSpPr>
        <p:spPr>
          <a:xfrm>
            <a:off x="2370476" y="2690456"/>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lus Sign 10">
            <a:extLst>
              <a:ext uri="{FF2B5EF4-FFF2-40B4-BE49-F238E27FC236}">
                <a16:creationId xmlns:a16="http://schemas.microsoft.com/office/drawing/2014/main" id="{D717E5E0-78D3-2079-30BB-F726C53303ED}"/>
              </a:ext>
            </a:extLst>
          </p:cNvPr>
          <p:cNvSpPr/>
          <p:nvPr/>
        </p:nvSpPr>
        <p:spPr>
          <a:xfrm>
            <a:off x="1166990" y="3384087"/>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lus Sign 11">
            <a:extLst>
              <a:ext uri="{FF2B5EF4-FFF2-40B4-BE49-F238E27FC236}">
                <a16:creationId xmlns:a16="http://schemas.microsoft.com/office/drawing/2014/main" id="{EDD8FC02-3030-675A-B8B9-F172B8479782}"/>
              </a:ext>
            </a:extLst>
          </p:cNvPr>
          <p:cNvSpPr/>
          <p:nvPr/>
        </p:nvSpPr>
        <p:spPr>
          <a:xfrm>
            <a:off x="1952076" y="2690456"/>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lus Sign 12">
            <a:extLst>
              <a:ext uri="{FF2B5EF4-FFF2-40B4-BE49-F238E27FC236}">
                <a16:creationId xmlns:a16="http://schemas.microsoft.com/office/drawing/2014/main" id="{6934BCEF-DC8B-B3CC-C87D-75CAEDE6A69F}"/>
              </a:ext>
            </a:extLst>
          </p:cNvPr>
          <p:cNvSpPr/>
          <p:nvPr/>
        </p:nvSpPr>
        <p:spPr>
          <a:xfrm>
            <a:off x="2408350" y="3384087"/>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lus Sign 17">
            <a:extLst>
              <a:ext uri="{FF2B5EF4-FFF2-40B4-BE49-F238E27FC236}">
                <a16:creationId xmlns:a16="http://schemas.microsoft.com/office/drawing/2014/main" id="{10669A59-E831-6362-1733-789D16834DDC}"/>
              </a:ext>
            </a:extLst>
          </p:cNvPr>
          <p:cNvSpPr/>
          <p:nvPr/>
        </p:nvSpPr>
        <p:spPr>
          <a:xfrm>
            <a:off x="1989950" y="3384087"/>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lus Sign 21">
            <a:extLst>
              <a:ext uri="{FF2B5EF4-FFF2-40B4-BE49-F238E27FC236}">
                <a16:creationId xmlns:a16="http://schemas.microsoft.com/office/drawing/2014/main" id="{004BD03F-880E-60C9-0C6A-79148DE766C9}"/>
              </a:ext>
            </a:extLst>
          </p:cNvPr>
          <p:cNvSpPr/>
          <p:nvPr/>
        </p:nvSpPr>
        <p:spPr>
          <a:xfrm>
            <a:off x="990515" y="3603013"/>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Plus Sign 22">
            <a:extLst>
              <a:ext uri="{FF2B5EF4-FFF2-40B4-BE49-F238E27FC236}">
                <a16:creationId xmlns:a16="http://schemas.microsoft.com/office/drawing/2014/main" id="{341D4D1E-6838-8D0F-21E8-08057AD1D433}"/>
              </a:ext>
            </a:extLst>
          </p:cNvPr>
          <p:cNvSpPr/>
          <p:nvPr/>
        </p:nvSpPr>
        <p:spPr>
          <a:xfrm>
            <a:off x="1585390" y="2971258"/>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Plus Sign 23">
            <a:extLst>
              <a:ext uri="{FF2B5EF4-FFF2-40B4-BE49-F238E27FC236}">
                <a16:creationId xmlns:a16="http://schemas.microsoft.com/office/drawing/2014/main" id="{494E4291-B282-B086-957E-4A26EBBC90FA}"/>
              </a:ext>
            </a:extLst>
          </p:cNvPr>
          <p:cNvSpPr/>
          <p:nvPr/>
        </p:nvSpPr>
        <p:spPr>
          <a:xfrm>
            <a:off x="2408350" y="3664889"/>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lus Sign 24">
            <a:extLst>
              <a:ext uri="{FF2B5EF4-FFF2-40B4-BE49-F238E27FC236}">
                <a16:creationId xmlns:a16="http://schemas.microsoft.com/office/drawing/2014/main" id="{4CDBED70-4B69-1C68-0565-03E7C14CCB7A}"/>
              </a:ext>
            </a:extLst>
          </p:cNvPr>
          <p:cNvSpPr/>
          <p:nvPr/>
        </p:nvSpPr>
        <p:spPr>
          <a:xfrm>
            <a:off x="1989950" y="3664889"/>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Plus Sign 25">
            <a:extLst>
              <a:ext uri="{FF2B5EF4-FFF2-40B4-BE49-F238E27FC236}">
                <a16:creationId xmlns:a16="http://schemas.microsoft.com/office/drawing/2014/main" id="{63B40192-93B9-8CC0-FBB1-DC61523B75B6}"/>
              </a:ext>
            </a:extLst>
          </p:cNvPr>
          <p:cNvSpPr/>
          <p:nvPr/>
        </p:nvSpPr>
        <p:spPr>
          <a:xfrm>
            <a:off x="990515" y="3883815"/>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Plus Sign 26">
            <a:extLst>
              <a:ext uri="{FF2B5EF4-FFF2-40B4-BE49-F238E27FC236}">
                <a16:creationId xmlns:a16="http://schemas.microsoft.com/office/drawing/2014/main" id="{9D9BDB0A-CA28-39A8-D485-88C7675F86D7}"/>
              </a:ext>
            </a:extLst>
          </p:cNvPr>
          <p:cNvSpPr/>
          <p:nvPr/>
        </p:nvSpPr>
        <p:spPr>
          <a:xfrm>
            <a:off x="1880947" y="3118144"/>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Plus Sign 27">
            <a:extLst>
              <a:ext uri="{FF2B5EF4-FFF2-40B4-BE49-F238E27FC236}">
                <a16:creationId xmlns:a16="http://schemas.microsoft.com/office/drawing/2014/main" id="{84C08175-9966-FF2F-7B95-7CCF869F1749}"/>
              </a:ext>
            </a:extLst>
          </p:cNvPr>
          <p:cNvSpPr/>
          <p:nvPr/>
        </p:nvSpPr>
        <p:spPr>
          <a:xfrm>
            <a:off x="1033051" y="2971258"/>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Plus Sign 28">
            <a:extLst>
              <a:ext uri="{FF2B5EF4-FFF2-40B4-BE49-F238E27FC236}">
                <a16:creationId xmlns:a16="http://schemas.microsoft.com/office/drawing/2014/main" id="{95676480-3855-AF36-3B9C-826817169169}"/>
              </a:ext>
            </a:extLst>
          </p:cNvPr>
          <p:cNvSpPr/>
          <p:nvPr/>
        </p:nvSpPr>
        <p:spPr>
          <a:xfrm>
            <a:off x="2928312" y="3427563"/>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Plus Sign 29">
            <a:extLst>
              <a:ext uri="{FF2B5EF4-FFF2-40B4-BE49-F238E27FC236}">
                <a16:creationId xmlns:a16="http://schemas.microsoft.com/office/drawing/2014/main" id="{E770FDA3-DED4-A31B-1499-B0A0FB86D71A}"/>
              </a:ext>
            </a:extLst>
          </p:cNvPr>
          <p:cNvSpPr/>
          <p:nvPr/>
        </p:nvSpPr>
        <p:spPr>
          <a:xfrm>
            <a:off x="1437611" y="3664889"/>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Plus Sign 30">
            <a:extLst>
              <a:ext uri="{FF2B5EF4-FFF2-40B4-BE49-F238E27FC236}">
                <a16:creationId xmlns:a16="http://schemas.microsoft.com/office/drawing/2014/main" id="{10B542C9-3E05-A361-75E1-B00C4FCE6C30}"/>
              </a:ext>
            </a:extLst>
          </p:cNvPr>
          <p:cNvSpPr/>
          <p:nvPr/>
        </p:nvSpPr>
        <p:spPr>
          <a:xfrm>
            <a:off x="2222697" y="2971258"/>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lowchart: Connector 31">
            <a:extLst>
              <a:ext uri="{FF2B5EF4-FFF2-40B4-BE49-F238E27FC236}">
                <a16:creationId xmlns:a16="http://schemas.microsoft.com/office/drawing/2014/main" id="{08290742-6935-EB93-F0EB-C6EE4E2D215D}"/>
              </a:ext>
            </a:extLst>
          </p:cNvPr>
          <p:cNvSpPr/>
          <p:nvPr/>
        </p:nvSpPr>
        <p:spPr>
          <a:xfrm>
            <a:off x="2869247" y="4494188"/>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lowchart: Connector 32">
            <a:extLst>
              <a:ext uri="{FF2B5EF4-FFF2-40B4-BE49-F238E27FC236}">
                <a16:creationId xmlns:a16="http://schemas.microsoft.com/office/drawing/2014/main" id="{BE7CB7E2-EB5B-59B2-1EB6-1B1720B8CDF3}"/>
              </a:ext>
            </a:extLst>
          </p:cNvPr>
          <p:cNvSpPr/>
          <p:nvPr/>
        </p:nvSpPr>
        <p:spPr>
          <a:xfrm>
            <a:off x="3021647" y="4646588"/>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B42129C1-8F8F-5915-CA5A-B792416EA4D5}"/>
              </a:ext>
            </a:extLst>
          </p:cNvPr>
          <p:cNvSpPr/>
          <p:nvPr/>
        </p:nvSpPr>
        <p:spPr>
          <a:xfrm>
            <a:off x="3174047" y="4798988"/>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lowchart: Connector 34">
            <a:extLst>
              <a:ext uri="{FF2B5EF4-FFF2-40B4-BE49-F238E27FC236}">
                <a16:creationId xmlns:a16="http://schemas.microsoft.com/office/drawing/2014/main" id="{B2676943-7D1A-7789-EBBB-A54DBB724985}"/>
              </a:ext>
            </a:extLst>
          </p:cNvPr>
          <p:cNvSpPr/>
          <p:nvPr/>
        </p:nvSpPr>
        <p:spPr>
          <a:xfrm>
            <a:off x="2578294" y="4477453"/>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lowchart: Connector 35">
            <a:extLst>
              <a:ext uri="{FF2B5EF4-FFF2-40B4-BE49-F238E27FC236}">
                <a16:creationId xmlns:a16="http://schemas.microsoft.com/office/drawing/2014/main" id="{3E5F838F-A164-5D40-F2DB-E788052BF819}"/>
              </a:ext>
            </a:extLst>
          </p:cNvPr>
          <p:cNvSpPr/>
          <p:nvPr/>
        </p:nvSpPr>
        <p:spPr>
          <a:xfrm>
            <a:off x="2730694" y="4629853"/>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lowchart: Connector 36">
            <a:extLst>
              <a:ext uri="{FF2B5EF4-FFF2-40B4-BE49-F238E27FC236}">
                <a16:creationId xmlns:a16="http://schemas.microsoft.com/office/drawing/2014/main" id="{5CB3D768-BBAA-6AB2-D8B6-9CA689F61023}"/>
              </a:ext>
            </a:extLst>
          </p:cNvPr>
          <p:cNvSpPr/>
          <p:nvPr/>
        </p:nvSpPr>
        <p:spPr>
          <a:xfrm>
            <a:off x="2883094" y="4782253"/>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lowchart: Connector 37">
            <a:extLst>
              <a:ext uri="{FF2B5EF4-FFF2-40B4-BE49-F238E27FC236}">
                <a16:creationId xmlns:a16="http://schemas.microsoft.com/office/drawing/2014/main" id="{BE08BA40-5DD8-FBD4-AD34-24D613A1D69A}"/>
              </a:ext>
            </a:extLst>
          </p:cNvPr>
          <p:cNvSpPr/>
          <p:nvPr/>
        </p:nvSpPr>
        <p:spPr>
          <a:xfrm>
            <a:off x="2231926" y="4406563"/>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lowchart: Connector 38">
            <a:extLst>
              <a:ext uri="{FF2B5EF4-FFF2-40B4-BE49-F238E27FC236}">
                <a16:creationId xmlns:a16="http://schemas.microsoft.com/office/drawing/2014/main" id="{69A9CC39-87E9-3C45-2968-B541A3FEB828}"/>
              </a:ext>
            </a:extLst>
          </p:cNvPr>
          <p:cNvSpPr/>
          <p:nvPr/>
        </p:nvSpPr>
        <p:spPr>
          <a:xfrm>
            <a:off x="2384326" y="4558963"/>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lowchart: Connector 39">
            <a:extLst>
              <a:ext uri="{FF2B5EF4-FFF2-40B4-BE49-F238E27FC236}">
                <a16:creationId xmlns:a16="http://schemas.microsoft.com/office/drawing/2014/main" id="{E8B1875F-E757-487D-DEAB-914EC840F2F4}"/>
              </a:ext>
            </a:extLst>
          </p:cNvPr>
          <p:cNvSpPr/>
          <p:nvPr/>
        </p:nvSpPr>
        <p:spPr>
          <a:xfrm>
            <a:off x="2536726" y="4711363"/>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lowchart: Connector 40">
            <a:extLst>
              <a:ext uri="{FF2B5EF4-FFF2-40B4-BE49-F238E27FC236}">
                <a16:creationId xmlns:a16="http://schemas.microsoft.com/office/drawing/2014/main" id="{4412FC16-1005-7258-E9E7-48537A114468}"/>
              </a:ext>
            </a:extLst>
          </p:cNvPr>
          <p:cNvSpPr/>
          <p:nvPr/>
        </p:nvSpPr>
        <p:spPr>
          <a:xfrm>
            <a:off x="1940973" y="4389828"/>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lowchart: Connector 41">
            <a:extLst>
              <a:ext uri="{FF2B5EF4-FFF2-40B4-BE49-F238E27FC236}">
                <a16:creationId xmlns:a16="http://schemas.microsoft.com/office/drawing/2014/main" id="{5A669411-B462-3A16-DB9D-545C72439E27}"/>
              </a:ext>
            </a:extLst>
          </p:cNvPr>
          <p:cNvSpPr/>
          <p:nvPr/>
        </p:nvSpPr>
        <p:spPr>
          <a:xfrm>
            <a:off x="2093373" y="4542228"/>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lowchart: Connector 42">
            <a:extLst>
              <a:ext uri="{FF2B5EF4-FFF2-40B4-BE49-F238E27FC236}">
                <a16:creationId xmlns:a16="http://schemas.microsoft.com/office/drawing/2014/main" id="{A736A7D0-E9EE-E0CC-CABA-5F4AE9F9AF80}"/>
              </a:ext>
            </a:extLst>
          </p:cNvPr>
          <p:cNvSpPr/>
          <p:nvPr/>
        </p:nvSpPr>
        <p:spPr>
          <a:xfrm>
            <a:off x="2245773" y="4694628"/>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lowchart: Connector 43">
            <a:extLst>
              <a:ext uri="{FF2B5EF4-FFF2-40B4-BE49-F238E27FC236}">
                <a16:creationId xmlns:a16="http://schemas.microsoft.com/office/drawing/2014/main" id="{AA1AFC80-B64A-A468-66AD-D7A384F3642C}"/>
              </a:ext>
            </a:extLst>
          </p:cNvPr>
          <p:cNvSpPr/>
          <p:nvPr/>
        </p:nvSpPr>
        <p:spPr>
          <a:xfrm>
            <a:off x="3433560" y="4112133"/>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lowchart: Connector 44">
            <a:extLst>
              <a:ext uri="{FF2B5EF4-FFF2-40B4-BE49-F238E27FC236}">
                <a16:creationId xmlns:a16="http://schemas.microsoft.com/office/drawing/2014/main" id="{4A5661B4-F06C-3E8B-F67F-A02F64DD273A}"/>
              </a:ext>
            </a:extLst>
          </p:cNvPr>
          <p:cNvSpPr/>
          <p:nvPr/>
        </p:nvSpPr>
        <p:spPr>
          <a:xfrm>
            <a:off x="3585960" y="4264533"/>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Connector 45">
            <a:extLst>
              <a:ext uri="{FF2B5EF4-FFF2-40B4-BE49-F238E27FC236}">
                <a16:creationId xmlns:a16="http://schemas.microsoft.com/office/drawing/2014/main" id="{69E39705-53A6-4EA5-F364-7B10BA2FD209}"/>
              </a:ext>
            </a:extLst>
          </p:cNvPr>
          <p:cNvSpPr/>
          <p:nvPr/>
        </p:nvSpPr>
        <p:spPr>
          <a:xfrm>
            <a:off x="3738360" y="4416933"/>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lowchart: Connector 46">
            <a:extLst>
              <a:ext uri="{FF2B5EF4-FFF2-40B4-BE49-F238E27FC236}">
                <a16:creationId xmlns:a16="http://schemas.microsoft.com/office/drawing/2014/main" id="{1335D3A6-841D-07DF-8792-D7DD43BC91AC}"/>
              </a:ext>
            </a:extLst>
          </p:cNvPr>
          <p:cNvSpPr/>
          <p:nvPr/>
        </p:nvSpPr>
        <p:spPr>
          <a:xfrm>
            <a:off x="3142607" y="4095398"/>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lowchart: Connector 47">
            <a:extLst>
              <a:ext uri="{FF2B5EF4-FFF2-40B4-BE49-F238E27FC236}">
                <a16:creationId xmlns:a16="http://schemas.microsoft.com/office/drawing/2014/main" id="{78686522-3E73-E77F-6680-20FD2DD6C422}"/>
              </a:ext>
            </a:extLst>
          </p:cNvPr>
          <p:cNvSpPr/>
          <p:nvPr/>
        </p:nvSpPr>
        <p:spPr>
          <a:xfrm>
            <a:off x="3295007" y="4247798"/>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lowchart: Connector 48">
            <a:extLst>
              <a:ext uri="{FF2B5EF4-FFF2-40B4-BE49-F238E27FC236}">
                <a16:creationId xmlns:a16="http://schemas.microsoft.com/office/drawing/2014/main" id="{5F71E119-7D03-5FDE-7487-208F024BEA54}"/>
              </a:ext>
            </a:extLst>
          </p:cNvPr>
          <p:cNvSpPr/>
          <p:nvPr/>
        </p:nvSpPr>
        <p:spPr>
          <a:xfrm>
            <a:off x="3447407" y="4400198"/>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lowchart: Connector 49">
            <a:extLst>
              <a:ext uri="{FF2B5EF4-FFF2-40B4-BE49-F238E27FC236}">
                <a16:creationId xmlns:a16="http://schemas.microsoft.com/office/drawing/2014/main" id="{C91C88AE-6080-711E-0959-82ECB774F1D7}"/>
              </a:ext>
            </a:extLst>
          </p:cNvPr>
          <p:cNvSpPr/>
          <p:nvPr/>
        </p:nvSpPr>
        <p:spPr>
          <a:xfrm>
            <a:off x="2212044" y="4245523"/>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lowchart: Connector 50">
            <a:extLst>
              <a:ext uri="{FF2B5EF4-FFF2-40B4-BE49-F238E27FC236}">
                <a16:creationId xmlns:a16="http://schemas.microsoft.com/office/drawing/2014/main" id="{41585955-953F-ED63-852E-ADE3B4F4CBB3}"/>
              </a:ext>
            </a:extLst>
          </p:cNvPr>
          <p:cNvSpPr/>
          <p:nvPr/>
        </p:nvSpPr>
        <p:spPr>
          <a:xfrm>
            <a:off x="2948639" y="4176908"/>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lowchart: Connector 51">
            <a:extLst>
              <a:ext uri="{FF2B5EF4-FFF2-40B4-BE49-F238E27FC236}">
                <a16:creationId xmlns:a16="http://schemas.microsoft.com/office/drawing/2014/main" id="{7F357A40-7BC6-62D6-4B80-EB92CC048FD9}"/>
              </a:ext>
            </a:extLst>
          </p:cNvPr>
          <p:cNvSpPr/>
          <p:nvPr/>
        </p:nvSpPr>
        <p:spPr>
          <a:xfrm>
            <a:off x="3101039" y="4329308"/>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lowchart: Connector 52">
            <a:extLst>
              <a:ext uri="{FF2B5EF4-FFF2-40B4-BE49-F238E27FC236}">
                <a16:creationId xmlns:a16="http://schemas.microsoft.com/office/drawing/2014/main" id="{600B8561-4E6D-48B3-CB92-4B100654659F}"/>
              </a:ext>
            </a:extLst>
          </p:cNvPr>
          <p:cNvSpPr/>
          <p:nvPr/>
        </p:nvSpPr>
        <p:spPr>
          <a:xfrm>
            <a:off x="2423015" y="4348876"/>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lowchart: Connector 53">
            <a:extLst>
              <a:ext uri="{FF2B5EF4-FFF2-40B4-BE49-F238E27FC236}">
                <a16:creationId xmlns:a16="http://schemas.microsoft.com/office/drawing/2014/main" id="{A23F66B5-70A3-F9E0-0EFA-3B62065D2F28}"/>
              </a:ext>
            </a:extLst>
          </p:cNvPr>
          <p:cNvSpPr/>
          <p:nvPr/>
        </p:nvSpPr>
        <p:spPr>
          <a:xfrm>
            <a:off x="2657686" y="4160173"/>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lowchart: Connector 54">
            <a:extLst>
              <a:ext uri="{FF2B5EF4-FFF2-40B4-BE49-F238E27FC236}">
                <a16:creationId xmlns:a16="http://schemas.microsoft.com/office/drawing/2014/main" id="{48B9F3C3-7934-AB22-3938-E5A58A7B030A}"/>
              </a:ext>
            </a:extLst>
          </p:cNvPr>
          <p:cNvSpPr/>
          <p:nvPr/>
        </p:nvSpPr>
        <p:spPr>
          <a:xfrm>
            <a:off x="2810086" y="4312573"/>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lowchart: Connector 55">
            <a:extLst>
              <a:ext uri="{FF2B5EF4-FFF2-40B4-BE49-F238E27FC236}">
                <a16:creationId xmlns:a16="http://schemas.microsoft.com/office/drawing/2014/main" id="{C36F62E5-9D0A-1948-CC5D-C764572B75B4}"/>
              </a:ext>
            </a:extLst>
          </p:cNvPr>
          <p:cNvSpPr/>
          <p:nvPr/>
        </p:nvSpPr>
        <p:spPr>
          <a:xfrm>
            <a:off x="1837968" y="4630822"/>
            <a:ext cx="138553" cy="7213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lowchart: Connector 56">
            <a:extLst>
              <a:ext uri="{FF2B5EF4-FFF2-40B4-BE49-F238E27FC236}">
                <a16:creationId xmlns:a16="http://schemas.microsoft.com/office/drawing/2014/main" id="{1F0A6917-824B-14F5-381C-BC6E5B42CF39}"/>
              </a:ext>
            </a:extLst>
          </p:cNvPr>
          <p:cNvSpPr/>
          <p:nvPr/>
        </p:nvSpPr>
        <p:spPr>
          <a:xfrm>
            <a:off x="1990368" y="4783222"/>
            <a:ext cx="138553" cy="7213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lowchart: Connector 57">
            <a:extLst>
              <a:ext uri="{FF2B5EF4-FFF2-40B4-BE49-F238E27FC236}">
                <a16:creationId xmlns:a16="http://schemas.microsoft.com/office/drawing/2014/main" id="{0B924F92-30F3-F53E-1261-7BAB79D81138}"/>
              </a:ext>
            </a:extLst>
          </p:cNvPr>
          <p:cNvSpPr/>
          <p:nvPr/>
        </p:nvSpPr>
        <p:spPr>
          <a:xfrm>
            <a:off x="1547015" y="4614087"/>
            <a:ext cx="138553" cy="7213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lowchart: Connector 58">
            <a:extLst>
              <a:ext uri="{FF2B5EF4-FFF2-40B4-BE49-F238E27FC236}">
                <a16:creationId xmlns:a16="http://schemas.microsoft.com/office/drawing/2014/main" id="{36356FF1-A1AE-A606-B0A9-8F9ECF5E26A1}"/>
              </a:ext>
            </a:extLst>
          </p:cNvPr>
          <p:cNvSpPr/>
          <p:nvPr/>
        </p:nvSpPr>
        <p:spPr>
          <a:xfrm>
            <a:off x="1699415" y="4766487"/>
            <a:ext cx="138553" cy="7213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lowchart: Connector 59">
            <a:extLst>
              <a:ext uri="{FF2B5EF4-FFF2-40B4-BE49-F238E27FC236}">
                <a16:creationId xmlns:a16="http://schemas.microsoft.com/office/drawing/2014/main" id="{60C68A42-AD71-0A93-AAD9-0B31884A8B59}"/>
              </a:ext>
            </a:extLst>
          </p:cNvPr>
          <p:cNvSpPr/>
          <p:nvPr/>
        </p:nvSpPr>
        <p:spPr>
          <a:xfrm>
            <a:off x="1851815" y="4918887"/>
            <a:ext cx="138553" cy="7213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F0DC3A32-BFE2-EBE8-163F-BAA78F8F8098}"/>
              </a:ext>
            </a:extLst>
          </p:cNvPr>
          <p:cNvSpPr txBox="1"/>
          <p:nvPr/>
        </p:nvSpPr>
        <p:spPr>
          <a:xfrm>
            <a:off x="906925" y="5361798"/>
            <a:ext cx="3560646" cy="738664"/>
          </a:xfrm>
          <a:prstGeom prst="rect">
            <a:avLst/>
          </a:prstGeom>
          <a:noFill/>
        </p:spPr>
        <p:txBody>
          <a:bodyPr wrap="square" rtlCol="0">
            <a:spAutoFit/>
          </a:bodyPr>
          <a:lstStyle/>
          <a:p>
            <a:r>
              <a:rPr lang="en-US" sz="1400"/>
              <a:t>Linearly Separable regions. In Linear Classification, a hyperplane (w * x) + b = 0 separates the R</a:t>
            </a:r>
            <a:r>
              <a:rPr lang="en-US" sz="1400" baseline="30000"/>
              <a:t>n</a:t>
            </a:r>
            <a:r>
              <a:rPr lang="en-US" sz="1400"/>
              <a:t> in two regions</a:t>
            </a:r>
          </a:p>
        </p:txBody>
      </p:sp>
      <p:cxnSp>
        <p:nvCxnSpPr>
          <p:cNvPr id="62" name="Straight Arrow Connector 61">
            <a:extLst>
              <a:ext uri="{FF2B5EF4-FFF2-40B4-BE49-F238E27FC236}">
                <a16:creationId xmlns:a16="http://schemas.microsoft.com/office/drawing/2014/main" id="{329CD876-501E-B555-0965-F11BBC02B22B}"/>
              </a:ext>
            </a:extLst>
          </p:cNvPr>
          <p:cNvCxnSpPr>
            <a:cxnSpLocks/>
          </p:cNvCxnSpPr>
          <p:nvPr/>
        </p:nvCxnSpPr>
        <p:spPr>
          <a:xfrm flipV="1">
            <a:off x="1033051" y="3349043"/>
            <a:ext cx="2760710" cy="13996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FED4131C-14BD-9FA5-2743-2967465A1827}"/>
              </a:ext>
            </a:extLst>
          </p:cNvPr>
          <p:cNvCxnSpPr>
            <a:cxnSpLocks/>
          </p:cNvCxnSpPr>
          <p:nvPr/>
        </p:nvCxnSpPr>
        <p:spPr>
          <a:xfrm flipV="1">
            <a:off x="1033051" y="3807870"/>
            <a:ext cx="2845679" cy="4554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7EAB35B7-51BD-9B9E-2B85-309BC68BF197}"/>
              </a:ext>
            </a:extLst>
          </p:cNvPr>
          <p:cNvCxnSpPr>
            <a:cxnSpLocks/>
            <a:endCxn id="44" idx="1"/>
          </p:cNvCxnSpPr>
          <p:nvPr/>
        </p:nvCxnSpPr>
        <p:spPr>
          <a:xfrm>
            <a:off x="3310764" y="3610400"/>
            <a:ext cx="139027" cy="5205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0A28E107-F4D0-F4E6-6897-7AE26D1DFCD2}"/>
              </a:ext>
            </a:extLst>
          </p:cNvPr>
          <p:cNvSpPr txBox="1"/>
          <p:nvPr/>
        </p:nvSpPr>
        <p:spPr>
          <a:xfrm>
            <a:off x="3552370" y="3870031"/>
            <a:ext cx="1075103" cy="215444"/>
          </a:xfrm>
          <a:prstGeom prst="rect">
            <a:avLst/>
          </a:prstGeom>
          <a:noFill/>
        </p:spPr>
        <p:txBody>
          <a:bodyPr wrap="square" rtlCol="0">
            <a:spAutoFit/>
          </a:bodyPr>
          <a:lstStyle/>
          <a:p>
            <a:r>
              <a:rPr lang="en-US" sz="800"/>
              <a:t>Large Margin</a:t>
            </a:r>
          </a:p>
        </p:txBody>
      </p:sp>
      <p:sp>
        <p:nvSpPr>
          <p:cNvPr id="66" name="TextBox 65">
            <a:extLst>
              <a:ext uri="{FF2B5EF4-FFF2-40B4-BE49-F238E27FC236}">
                <a16:creationId xmlns:a16="http://schemas.microsoft.com/office/drawing/2014/main" id="{402A90EF-1CB5-65F0-0458-EE63B887BC4E}"/>
              </a:ext>
            </a:extLst>
          </p:cNvPr>
          <p:cNvSpPr txBox="1"/>
          <p:nvPr/>
        </p:nvSpPr>
        <p:spPr>
          <a:xfrm>
            <a:off x="3670965" y="3471596"/>
            <a:ext cx="1075103" cy="215444"/>
          </a:xfrm>
          <a:prstGeom prst="rect">
            <a:avLst/>
          </a:prstGeom>
          <a:noFill/>
        </p:spPr>
        <p:txBody>
          <a:bodyPr wrap="square" rtlCol="0">
            <a:spAutoFit/>
          </a:bodyPr>
          <a:lstStyle/>
          <a:p>
            <a:r>
              <a:rPr lang="en-US" sz="800"/>
              <a:t>Best Hyperplane</a:t>
            </a:r>
          </a:p>
        </p:txBody>
      </p:sp>
      <p:cxnSp>
        <p:nvCxnSpPr>
          <p:cNvPr id="67" name="Straight Arrow Connector 66">
            <a:extLst>
              <a:ext uri="{FF2B5EF4-FFF2-40B4-BE49-F238E27FC236}">
                <a16:creationId xmlns:a16="http://schemas.microsoft.com/office/drawing/2014/main" id="{EF316895-9866-B7C9-B0A2-95C794E78FCD}"/>
              </a:ext>
            </a:extLst>
          </p:cNvPr>
          <p:cNvCxnSpPr>
            <a:cxnSpLocks/>
          </p:cNvCxnSpPr>
          <p:nvPr/>
        </p:nvCxnSpPr>
        <p:spPr>
          <a:xfrm flipV="1">
            <a:off x="3509401" y="3672302"/>
            <a:ext cx="292855" cy="194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1BE42EE8-5FB1-B91E-24C4-AC5EC567A98F}"/>
              </a:ext>
            </a:extLst>
          </p:cNvPr>
          <p:cNvCxnSpPr>
            <a:cxnSpLocks/>
          </p:cNvCxnSpPr>
          <p:nvPr/>
        </p:nvCxnSpPr>
        <p:spPr>
          <a:xfrm>
            <a:off x="2014858" y="4224098"/>
            <a:ext cx="0" cy="165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F2501396-CEED-7EA6-266A-554130137BFC}"/>
              </a:ext>
            </a:extLst>
          </p:cNvPr>
          <p:cNvSpPr txBox="1"/>
          <p:nvPr/>
        </p:nvSpPr>
        <p:spPr>
          <a:xfrm>
            <a:off x="1013699" y="4258291"/>
            <a:ext cx="786834" cy="215444"/>
          </a:xfrm>
          <a:prstGeom prst="rect">
            <a:avLst/>
          </a:prstGeom>
          <a:noFill/>
        </p:spPr>
        <p:txBody>
          <a:bodyPr wrap="square" rtlCol="0">
            <a:spAutoFit/>
          </a:bodyPr>
          <a:lstStyle/>
          <a:p>
            <a:r>
              <a:rPr lang="en-US" sz="800"/>
              <a:t>Small Margin</a:t>
            </a:r>
          </a:p>
        </p:txBody>
      </p:sp>
      <p:cxnSp>
        <p:nvCxnSpPr>
          <p:cNvPr id="70" name="Straight Arrow Connector 69">
            <a:extLst>
              <a:ext uri="{FF2B5EF4-FFF2-40B4-BE49-F238E27FC236}">
                <a16:creationId xmlns:a16="http://schemas.microsoft.com/office/drawing/2014/main" id="{B1E72A9F-C4C9-6D64-442E-EC61BC176ACF}"/>
              </a:ext>
            </a:extLst>
          </p:cNvPr>
          <p:cNvCxnSpPr/>
          <p:nvPr/>
        </p:nvCxnSpPr>
        <p:spPr>
          <a:xfrm flipH="1" flipV="1">
            <a:off x="3447407" y="2978574"/>
            <a:ext cx="108120" cy="473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A23DC28A-3884-F310-EF4F-263F74CB1917}"/>
              </a:ext>
            </a:extLst>
          </p:cNvPr>
          <p:cNvSpPr txBox="1"/>
          <p:nvPr/>
        </p:nvSpPr>
        <p:spPr>
          <a:xfrm>
            <a:off x="3073321" y="2713833"/>
            <a:ext cx="1075103" cy="338554"/>
          </a:xfrm>
          <a:prstGeom prst="rect">
            <a:avLst/>
          </a:prstGeom>
          <a:noFill/>
        </p:spPr>
        <p:txBody>
          <a:bodyPr wrap="square" rtlCol="0">
            <a:spAutoFit/>
          </a:bodyPr>
          <a:lstStyle/>
          <a:p>
            <a:r>
              <a:rPr lang="en-US" sz="800"/>
              <a:t>Non optimal Hyperplane</a:t>
            </a:r>
          </a:p>
        </p:txBody>
      </p:sp>
      <p:sp>
        <p:nvSpPr>
          <p:cNvPr id="72" name="Rectangle 71">
            <a:extLst>
              <a:ext uri="{FF2B5EF4-FFF2-40B4-BE49-F238E27FC236}">
                <a16:creationId xmlns:a16="http://schemas.microsoft.com/office/drawing/2014/main" id="{DB4EDFCA-31E9-B5F0-B523-313B6189A2D7}"/>
              </a:ext>
            </a:extLst>
          </p:cNvPr>
          <p:cNvSpPr/>
          <p:nvPr/>
        </p:nvSpPr>
        <p:spPr>
          <a:xfrm>
            <a:off x="5056412" y="2515815"/>
            <a:ext cx="6534571" cy="2308324"/>
          </a:xfrm>
          <a:prstGeom prst="rect">
            <a:avLst/>
          </a:prstGeom>
        </p:spPr>
        <p:txBody>
          <a:bodyPr wrap="square">
            <a:spAutoFit/>
          </a:bodyPr>
          <a:lstStyle/>
          <a:p>
            <a:r>
              <a:rPr lang="en-US" sz="1600"/>
              <a:t>The SVM then assigns a hyper-plane that best separates the regions. </a:t>
            </a:r>
          </a:p>
          <a:p>
            <a:r>
              <a:rPr lang="en-US" sz="1600"/>
              <a:t>In two dimensions this is simply a line. Anything on one side of the line is </a:t>
            </a:r>
            <a:r>
              <a:rPr lang="en-US" sz="1600" i="1"/>
              <a:t>red</a:t>
            </a:r>
            <a:r>
              <a:rPr lang="en-US" sz="1600"/>
              <a:t> and anything on the other side is </a:t>
            </a:r>
            <a:r>
              <a:rPr lang="en-US" sz="1600" i="1"/>
              <a:t>blue</a:t>
            </a:r>
            <a:r>
              <a:rPr lang="en-US" sz="1600"/>
              <a:t>. </a:t>
            </a:r>
          </a:p>
          <a:p>
            <a:endParaRPr lang="en-US" sz="1600"/>
          </a:p>
          <a:p>
            <a:r>
              <a:rPr lang="en-US" sz="1600"/>
              <a:t>In sentiment analysis, for example, this would be </a:t>
            </a:r>
            <a:r>
              <a:rPr lang="en-US" sz="1600" i="1"/>
              <a:t>positive</a:t>
            </a:r>
            <a:r>
              <a:rPr lang="en-US" sz="1600"/>
              <a:t> and </a:t>
            </a:r>
            <a:r>
              <a:rPr lang="en-US" sz="1600" i="1"/>
              <a:t>negative</a:t>
            </a:r>
            <a:r>
              <a:rPr lang="en-US" sz="1600"/>
              <a:t>.</a:t>
            </a:r>
          </a:p>
          <a:p>
            <a:endParaRPr lang="en-US" sz="1600"/>
          </a:p>
          <a:p>
            <a:r>
              <a:rPr lang="en-US" sz="1600"/>
              <a:t>In order to maximize learning, the best hyper-plane is the one with the largest distance between each region.</a:t>
            </a:r>
          </a:p>
        </p:txBody>
      </p:sp>
      <p:sp>
        <p:nvSpPr>
          <p:cNvPr id="76" name="Rectangle 75">
            <a:extLst>
              <a:ext uri="{FF2B5EF4-FFF2-40B4-BE49-F238E27FC236}">
                <a16:creationId xmlns:a16="http://schemas.microsoft.com/office/drawing/2014/main" id="{A99BAF57-C35F-C04A-5377-3D876BBE0D10}"/>
              </a:ext>
            </a:extLst>
          </p:cNvPr>
          <p:cNvSpPr/>
          <p:nvPr/>
        </p:nvSpPr>
        <p:spPr>
          <a:xfrm>
            <a:off x="5056412" y="5181731"/>
            <a:ext cx="6534571" cy="738664"/>
          </a:xfrm>
          <a:prstGeom prst="rect">
            <a:avLst/>
          </a:prstGeom>
        </p:spPr>
        <p:txBody>
          <a:bodyPr wrap="square">
            <a:spAutoFit/>
          </a:bodyPr>
          <a:lstStyle/>
          <a:p>
            <a:r>
              <a:rPr lang="en-US" sz="1400"/>
              <a:t>SVM tries to maximize the separation between classes by selecting the widest possible margin that separates the training data. Max margin helps with generalization: a larger margin often means better performance  on new data.</a:t>
            </a:r>
          </a:p>
        </p:txBody>
      </p:sp>
    </p:spTree>
    <p:extLst>
      <p:ext uri="{BB962C8B-B14F-4D97-AF65-F5344CB8AC3E}">
        <p14:creationId xmlns:p14="http://schemas.microsoft.com/office/powerpoint/2010/main" val="21158691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6314F-5C65-2F95-307B-B8A9B18DB3E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17C023-0E9B-4618-6E23-BC7D2965526E}"/>
              </a:ext>
            </a:extLst>
          </p:cNvPr>
          <p:cNvSpPr>
            <a:spLocks noGrp="1"/>
          </p:cNvSpPr>
          <p:nvPr>
            <p:ph type="sldNum" sz="quarter" idx="10"/>
          </p:nvPr>
        </p:nvSpPr>
        <p:spPr/>
        <p:txBody>
          <a:bodyPr/>
          <a:lstStyle/>
          <a:p>
            <a:fld id="{48FFE6E1-85EB-9E42-824B-7CC9267ED8B9}" type="slidenum">
              <a:rPr lang="en-US" smtClean="0"/>
              <a:pPr/>
              <a:t>12</a:t>
            </a:fld>
            <a:endParaRPr lang="en-US"/>
          </a:p>
        </p:txBody>
      </p:sp>
      <p:sp>
        <p:nvSpPr>
          <p:cNvPr id="21" name="Title 8">
            <a:extLst>
              <a:ext uri="{FF2B5EF4-FFF2-40B4-BE49-F238E27FC236}">
                <a16:creationId xmlns:a16="http://schemas.microsoft.com/office/drawing/2014/main" id="{22729357-8483-7CED-5AE6-D9F666EC1B0D}"/>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Algorithm 2 -  Support Vector Machine (SVM) - Approach</a:t>
            </a:r>
            <a:endParaRPr lang="en-US" sz="2400">
              <a:solidFill>
                <a:srgbClr val="002060"/>
              </a:solidFill>
            </a:endParaRPr>
          </a:p>
        </p:txBody>
      </p:sp>
      <p:sp>
        <p:nvSpPr>
          <p:cNvPr id="14" name="TextBox 13">
            <a:extLst>
              <a:ext uri="{FF2B5EF4-FFF2-40B4-BE49-F238E27FC236}">
                <a16:creationId xmlns:a16="http://schemas.microsoft.com/office/drawing/2014/main" id="{78E1FF08-4046-B7C8-5C2A-65E37491D9A8}"/>
              </a:ext>
            </a:extLst>
          </p:cNvPr>
          <p:cNvSpPr txBox="1"/>
          <p:nvPr/>
        </p:nvSpPr>
        <p:spPr>
          <a:xfrm>
            <a:off x="548321" y="972410"/>
            <a:ext cx="10168663" cy="923330"/>
          </a:xfrm>
          <a:prstGeom prst="rect">
            <a:avLst/>
          </a:prstGeom>
          <a:noFill/>
        </p:spPr>
        <p:txBody>
          <a:bodyPr wrap="square" rtlCol="0">
            <a:spAutoFit/>
          </a:bodyPr>
          <a:lstStyle/>
          <a:p>
            <a:r>
              <a:rPr lang="en-US"/>
              <a:t>In SVM we try to find a Hyperplane (H) that best separates the datapoints from the two classes.</a:t>
            </a:r>
          </a:p>
          <a:p>
            <a:endParaRPr lang="en-US"/>
          </a:p>
          <a:p>
            <a:r>
              <a:rPr lang="en-US"/>
              <a:t>For a 2 class problem the separator is a line.</a:t>
            </a:r>
          </a:p>
        </p:txBody>
      </p:sp>
      <p:cxnSp>
        <p:nvCxnSpPr>
          <p:cNvPr id="16" name="Straight Arrow Connector 15">
            <a:extLst>
              <a:ext uri="{FF2B5EF4-FFF2-40B4-BE49-F238E27FC236}">
                <a16:creationId xmlns:a16="http://schemas.microsoft.com/office/drawing/2014/main" id="{EAD346F4-74B5-ED4C-EDB3-948929F0ADFB}"/>
              </a:ext>
            </a:extLst>
          </p:cNvPr>
          <p:cNvCxnSpPr/>
          <p:nvPr/>
        </p:nvCxnSpPr>
        <p:spPr>
          <a:xfrm>
            <a:off x="889023" y="5413545"/>
            <a:ext cx="32696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2B109E3-3152-C83C-0BD6-32DAE50F39B1}"/>
              </a:ext>
            </a:extLst>
          </p:cNvPr>
          <p:cNvCxnSpPr/>
          <p:nvPr/>
        </p:nvCxnSpPr>
        <p:spPr>
          <a:xfrm flipV="1">
            <a:off x="898260" y="2553154"/>
            <a:ext cx="0" cy="2888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Plus Sign 18">
            <a:extLst>
              <a:ext uri="{FF2B5EF4-FFF2-40B4-BE49-F238E27FC236}">
                <a16:creationId xmlns:a16="http://schemas.microsoft.com/office/drawing/2014/main" id="{C2C569F6-5E5D-1A36-7EEE-2A0A90ECB689}"/>
              </a:ext>
            </a:extLst>
          </p:cNvPr>
          <p:cNvSpPr/>
          <p:nvPr/>
        </p:nvSpPr>
        <p:spPr>
          <a:xfrm>
            <a:off x="1535569" y="3578391"/>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lus Sign 19">
            <a:extLst>
              <a:ext uri="{FF2B5EF4-FFF2-40B4-BE49-F238E27FC236}">
                <a16:creationId xmlns:a16="http://schemas.microsoft.com/office/drawing/2014/main" id="{2DF96494-38D3-933A-82AD-DB96124C5E17}"/>
              </a:ext>
            </a:extLst>
          </p:cNvPr>
          <p:cNvSpPr/>
          <p:nvPr/>
        </p:nvSpPr>
        <p:spPr>
          <a:xfrm>
            <a:off x="1535569" y="2884760"/>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Plus Sign 72">
            <a:extLst>
              <a:ext uri="{FF2B5EF4-FFF2-40B4-BE49-F238E27FC236}">
                <a16:creationId xmlns:a16="http://schemas.microsoft.com/office/drawing/2014/main" id="{4BEFCF14-8611-2F39-8110-0CF770F0BD32}"/>
              </a:ext>
            </a:extLst>
          </p:cNvPr>
          <p:cNvSpPr/>
          <p:nvPr/>
        </p:nvSpPr>
        <p:spPr>
          <a:xfrm>
            <a:off x="2320655" y="2884760"/>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Plus Sign 73">
            <a:extLst>
              <a:ext uri="{FF2B5EF4-FFF2-40B4-BE49-F238E27FC236}">
                <a16:creationId xmlns:a16="http://schemas.microsoft.com/office/drawing/2014/main" id="{413CCB74-62E5-799A-6CBC-2D69611110F8}"/>
              </a:ext>
            </a:extLst>
          </p:cNvPr>
          <p:cNvSpPr/>
          <p:nvPr/>
        </p:nvSpPr>
        <p:spPr>
          <a:xfrm>
            <a:off x="1117169" y="3578391"/>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Plus Sign 74">
            <a:extLst>
              <a:ext uri="{FF2B5EF4-FFF2-40B4-BE49-F238E27FC236}">
                <a16:creationId xmlns:a16="http://schemas.microsoft.com/office/drawing/2014/main" id="{2F962103-9F61-46DD-FEF6-504A9968754F}"/>
              </a:ext>
            </a:extLst>
          </p:cNvPr>
          <p:cNvSpPr/>
          <p:nvPr/>
        </p:nvSpPr>
        <p:spPr>
          <a:xfrm>
            <a:off x="1902255" y="2884760"/>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Plus Sign 75">
            <a:extLst>
              <a:ext uri="{FF2B5EF4-FFF2-40B4-BE49-F238E27FC236}">
                <a16:creationId xmlns:a16="http://schemas.microsoft.com/office/drawing/2014/main" id="{19448298-DC88-38B5-73FF-BCB94C590D6C}"/>
              </a:ext>
            </a:extLst>
          </p:cNvPr>
          <p:cNvSpPr/>
          <p:nvPr/>
        </p:nvSpPr>
        <p:spPr>
          <a:xfrm>
            <a:off x="2358529" y="3578391"/>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Plus Sign 76">
            <a:extLst>
              <a:ext uri="{FF2B5EF4-FFF2-40B4-BE49-F238E27FC236}">
                <a16:creationId xmlns:a16="http://schemas.microsoft.com/office/drawing/2014/main" id="{149C73DB-FB7D-6866-7078-2A4357DD1C6E}"/>
              </a:ext>
            </a:extLst>
          </p:cNvPr>
          <p:cNvSpPr/>
          <p:nvPr/>
        </p:nvSpPr>
        <p:spPr>
          <a:xfrm>
            <a:off x="1940129" y="3578391"/>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Plus Sign 77">
            <a:extLst>
              <a:ext uri="{FF2B5EF4-FFF2-40B4-BE49-F238E27FC236}">
                <a16:creationId xmlns:a16="http://schemas.microsoft.com/office/drawing/2014/main" id="{CB5B056A-72F1-42B8-493A-FCC4FA2824BB}"/>
              </a:ext>
            </a:extLst>
          </p:cNvPr>
          <p:cNvSpPr/>
          <p:nvPr/>
        </p:nvSpPr>
        <p:spPr>
          <a:xfrm>
            <a:off x="940694" y="3797317"/>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Plus Sign 78">
            <a:extLst>
              <a:ext uri="{FF2B5EF4-FFF2-40B4-BE49-F238E27FC236}">
                <a16:creationId xmlns:a16="http://schemas.microsoft.com/office/drawing/2014/main" id="{E8D7E5D7-E2C0-27B2-3329-88EDE99D066F}"/>
              </a:ext>
            </a:extLst>
          </p:cNvPr>
          <p:cNvSpPr/>
          <p:nvPr/>
        </p:nvSpPr>
        <p:spPr>
          <a:xfrm>
            <a:off x="1535569" y="3165562"/>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Plus Sign 79">
            <a:extLst>
              <a:ext uri="{FF2B5EF4-FFF2-40B4-BE49-F238E27FC236}">
                <a16:creationId xmlns:a16="http://schemas.microsoft.com/office/drawing/2014/main" id="{C115C73B-951E-F994-0E91-59588D58C1A1}"/>
              </a:ext>
            </a:extLst>
          </p:cNvPr>
          <p:cNvSpPr/>
          <p:nvPr/>
        </p:nvSpPr>
        <p:spPr>
          <a:xfrm>
            <a:off x="940694" y="4078119"/>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Plus Sign 80">
            <a:extLst>
              <a:ext uri="{FF2B5EF4-FFF2-40B4-BE49-F238E27FC236}">
                <a16:creationId xmlns:a16="http://schemas.microsoft.com/office/drawing/2014/main" id="{38630372-F46A-5CBF-B0FA-3B8D2A12711D}"/>
              </a:ext>
            </a:extLst>
          </p:cNvPr>
          <p:cNvSpPr/>
          <p:nvPr/>
        </p:nvSpPr>
        <p:spPr>
          <a:xfrm>
            <a:off x="1831126" y="3312448"/>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Plus Sign 81">
            <a:extLst>
              <a:ext uri="{FF2B5EF4-FFF2-40B4-BE49-F238E27FC236}">
                <a16:creationId xmlns:a16="http://schemas.microsoft.com/office/drawing/2014/main" id="{109A5FD1-D2D1-9547-4324-712ADD6CA284}"/>
              </a:ext>
            </a:extLst>
          </p:cNvPr>
          <p:cNvSpPr/>
          <p:nvPr/>
        </p:nvSpPr>
        <p:spPr>
          <a:xfrm>
            <a:off x="983230" y="3165562"/>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Plus Sign 82">
            <a:extLst>
              <a:ext uri="{FF2B5EF4-FFF2-40B4-BE49-F238E27FC236}">
                <a16:creationId xmlns:a16="http://schemas.microsoft.com/office/drawing/2014/main" id="{BD60A323-6742-29B5-7FC1-9270D4EEBFAF}"/>
              </a:ext>
            </a:extLst>
          </p:cNvPr>
          <p:cNvSpPr/>
          <p:nvPr/>
        </p:nvSpPr>
        <p:spPr>
          <a:xfrm>
            <a:off x="2877691" y="3621753"/>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Plus Sign 83">
            <a:extLst>
              <a:ext uri="{FF2B5EF4-FFF2-40B4-BE49-F238E27FC236}">
                <a16:creationId xmlns:a16="http://schemas.microsoft.com/office/drawing/2014/main" id="{9C4FD087-B220-8080-E5C2-DD0BBB0F2943}"/>
              </a:ext>
            </a:extLst>
          </p:cNvPr>
          <p:cNvSpPr/>
          <p:nvPr/>
        </p:nvSpPr>
        <p:spPr>
          <a:xfrm>
            <a:off x="2172876" y="3165562"/>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lowchart: Connector 84">
            <a:extLst>
              <a:ext uri="{FF2B5EF4-FFF2-40B4-BE49-F238E27FC236}">
                <a16:creationId xmlns:a16="http://schemas.microsoft.com/office/drawing/2014/main" id="{B8304A1C-77E8-BDC7-4E4E-DF597D3D12DF}"/>
              </a:ext>
            </a:extLst>
          </p:cNvPr>
          <p:cNvSpPr/>
          <p:nvPr/>
        </p:nvSpPr>
        <p:spPr>
          <a:xfrm>
            <a:off x="2819426" y="4688492"/>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lowchart: Connector 85">
            <a:extLst>
              <a:ext uri="{FF2B5EF4-FFF2-40B4-BE49-F238E27FC236}">
                <a16:creationId xmlns:a16="http://schemas.microsoft.com/office/drawing/2014/main" id="{B8049BDF-BACD-209F-74FA-FEDB99A66A3C}"/>
              </a:ext>
            </a:extLst>
          </p:cNvPr>
          <p:cNvSpPr/>
          <p:nvPr/>
        </p:nvSpPr>
        <p:spPr>
          <a:xfrm>
            <a:off x="2971826" y="4840892"/>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lowchart: Connector 86">
            <a:extLst>
              <a:ext uri="{FF2B5EF4-FFF2-40B4-BE49-F238E27FC236}">
                <a16:creationId xmlns:a16="http://schemas.microsoft.com/office/drawing/2014/main" id="{5626DCB6-0C3A-C05F-CD90-C03B5EBEFD56}"/>
              </a:ext>
            </a:extLst>
          </p:cNvPr>
          <p:cNvSpPr/>
          <p:nvPr/>
        </p:nvSpPr>
        <p:spPr>
          <a:xfrm>
            <a:off x="3124226" y="4993292"/>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lowchart: Connector 87">
            <a:extLst>
              <a:ext uri="{FF2B5EF4-FFF2-40B4-BE49-F238E27FC236}">
                <a16:creationId xmlns:a16="http://schemas.microsoft.com/office/drawing/2014/main" id="{518D8B86-7D80-D94A-462E-A4024B99DD2F}"/>
              </a:ext>
            </a:extLst>
          </p:cNvPr>
          <p:cNvSpPr/>
          <p:nvPr/>
        </p:nvSpPr>
        <p:spPr>
          <a:xfrm>
            <a:off x="2528473" y="4671757"/>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lowchart: Connector 88">
            <a:extLst>
              <a:ext uri="{FF2B5EF4-FFF2-40B4-BE49-F238E27FC236}">
                <a16:creationId xmlns:a16="http://schemas.microsoft.com/office/drawing/2014/main" id="{1E691587-7C4A-60DA-B35A-9BF28061C3E1}"/>
              </a:ext>
            </a:extLst>
          </p:cNvPr>
          <p:cNvSpPr/>
          <p:nvPr/>
        </p:nvSpPr>
        <p:spPr>
          <a:xfrm>
            <a:off x="2680873" y="4824157"/>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Flowchart: Connector 89">
            <a:extLst>
              <a:ext uri="{FF2B5EF4-FFF2-40B4-BE49-F238E27FC236}">
                <a16:creationId xmlns:a16="http://schemas.microsoft.com/office/drawing/2014/main" id="{2197A899-1432-A8F5-ECF3-7D57A38294D4}"/>
              </a:ext>
            </a:extLst>
          </p:cNvPr>
          <p:cNvSpPr/>
          <p:nvPr/>
        </p:nvSpPr>
        <p:spPr>
          <a:xfrm>
            <a:off x="2833273" y="4976557"/>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Flowchart: Connector 90">
            <a:extLst>
              <a:ext uri="{FF2B5EF4-FFF2-40B4-BE49-F238E27FC236}">
                <a16:creationId xmlns:a16="http://schemas.microsoft.com/office/drawing/2014/main" id="{B2CDF301-69E8-11FC-FD66-D27211C31127}"/>
              </a:ext>
            </a:extLst>
          </p:cNvPr>
          <p:cNvSpPr/>
          <p:nvPr/>
        </p:nvSpPr>
        <p:spPr>
          <a:xfrm>
            <a:off x="2182105" y="4600867"/>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Flowchart: Connector 91">
            <a:extLst>
              <a:ext uri="{FF2B5EF4-FFF2-40B4-BE49-F238E27FC236}">
                <a16:creationId xmlns:a16="http://schemas.microsoft.com/office/drawing/2014/main" id="{7D64D50F-ED54-516F-CF44-C461CF558097}"/>
              </a:ext>
            </a:extLst>
          </p:cNvPr>
          <p:cNvSpPr/>
          <p:nvPr/>
        </p:nvSpPr>
        <p:spPr>
          <a:xfrm>
            <a:off x="2334505" y="4753267"/>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Flowchart: Connector 92">
            <a:extLst>
              <a:ext uri="{FF2B5EF4-FFF2-40B4-BE49-F238E27FC236}">
                <a16:creationId xmlns:a16="http://schemas.microsoft.com/office/drawing/2014/main" id="{E6E746DE-38E2-294A-E40F-2DC02061B388}"/>
              </a:ext>
            </a:extLst>
          </p:cNvPr>
          <p:cNvSpPr/>
          <p:nvPr/>
        </p:nvSpPr>
        <p:spPr>
          <a:xfrm>
            <a:off x="2486905" y="4905667"/>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Flowchart: Connector 93">
            <a:extLst>
              <a:ext uri="{FF2B5EF4-FFF2-40B4-BE49-F238E27FC236}">
                <a16:creationId xmlns:a16="http://schemas.microsoft.com/office/drawing/2014/main" id="{D1E244B2-0706-FFE8-BEE6-EC892720DFF0}"/>
              </a:ext>
            </a:extLst>
          </p:cNvPr>
          <p:cNvSpPr/>
          <p:nvPr/>
        </p:nvSpPr>
        <p:spPr>
          <a:xfrm>
            <a:off x="2043552" y="4736532"/>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lowchart: Connector 94">
            <a:extLst>
              <a:ext uri="{FF2B5EF4-FFF2-40B4-BE49-F238E27FC236}">
                <a16:creationId xmlns:a16="http://schemas.microsoft.com/office/drawing/2014/main" id="{E574A214-7224-714D-3087-1C5638080C3E}"/>
              </a:ext>
            </a:extLst>
          </p:cNvPr>
          <p:cNvSpPr/>
          <p:nvPr/>
        </p:nvSpPr>
        <p:spPr>
          <a:xfrm>
            <a:off x="2195952" y="4888932"/>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lowchart: Connector 95">
            <a:extLst>
              <a:ext uri="{FF2B5EF4-FFF2-40B4-BE49-F238E27FC236}">
                <a16:creationId xmlns:a16="http://schemas.microsoft.com/office/drawing/2014/main" id="{D66964A1-0851-A942-5B2D-34C97D6F1C2F}"/>
              </a:ext>
            </a:extLst>
          </p:cNvPr>
          <p:cNvSpPr/>
          <p:nvPr/>
        </p:nvSpPr>
        <p:spPr>
          <a:xfrm>
            <a:off x="3383739" y="4306437"/>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lowchart: Connector 96">
            <a:extLst>
              <a:ext uri="{FF2B5EF4-FFF2-40B4-BE49-F238E27FC236}">
                <a16:creationId xmlns:a16="http://schemas.microsoft.com/office/drawing/2014/main" id="{0E9FCD0C-2696-DE07-C4D4-A7D88D99BA08}"/>
              </a:ext>
            </a:extLst>
          </p:cNvPr>
          <p:cNvSpPr/>
          <p:nvPr/>
        </p:nvSpPr>
        <p:spPr>
          <a:xfrm>
            <a:off x="3536139" y="4458837"/>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Flowchart: Connector 97">
            <a:extLst>
              <a:ext uri="{FF2B5EF4-FFF2-40B4-BE49-F238E27FC236}">
                <a16:creationId xmlns:a16="http://schemas.microsoft.com/office/drawing/2014/main" id="{293F9A46-9879-11A4-8258-51234282F793}"/>
              </a:ext>
            </a:extLst>
          </p:cNvPr>
          <p:cNvSpPr/>
          <p:nvPr/>
        </p:nvSpPr>
        <p:spPr>
          <a:xfrm>
            <a:off x="3688539" y="4611237"/>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lowchart: Connector 98">
            <a:extLst>
              <a:ext uri="{FF2B5EF4-FFF2-40B4-BE49-F238E27FC236}">
                <a16:creationId xmlns:a16="http://schemas.microsoft.com/office/drawing/2014/main" id="{553AB4E9-90A4-B437-E784-2EE58BFC5B76}"/>
              </a:ext>
            </a:extLst>
          </p:cNvPr>
          <p:cNvSpPr/>
          <p:nvPr/>
        </p:nvSpPr>
        <p:spPr>
          <a:xfrm>
            <a:off x="3245186" y="4442102"/>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lowchart: Connector 99">
            <a:extLst>
              <a:ext uri="{FF2B5EF4-FFF2-40B4-BE49-F238E27FC236}">
                <a16:creationId xmlns:a16="http://schemas.microsoft.com/office/drawing/2014/main" id="{DD2F0337-B32F-D651-CD09-0F17ECA65063}"/>
              </a:ext>
            </a:extLst>
          </p:cNvPr>
          <p:cNvSpPr/>
          <p:nvPr/>
        </p:nvSpPr>
        <p:spPr>
          <a:xfrm>
            <a:off x="3397586" y="4594502"/>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lowchart: Connector 100">
            <a:extLst>
              <a:ext uri="{FF2B5EF4-FFF2-40B4-BE49-F238E27FC236}">
                <a16:creationId xmlns:a16="http://schemas.microsoft.com/office/drawing/2014/main" id="{0EBEC1B6-725D-9E9F-5EB1-F02F928439B5}"/>
              </a:ext>
            </a:extLst>
          </p:cNvPr>
          <p:cNvSpPr/>
          <p:nvPr/>
        </p:nvSpPr>
        <p:spPr>
          <a:xfrm>
            <a:off x="3051218" y="4523612"/>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Flowchart: Connector 101">
            <a:extLst>
              <a:ext uri="{FF2B5EF4-FFF2-40B4-BE49-F238E27FC236}">
                <a16:creationId xmlns:a16="http://schemas.microsoft.com/office/drawing/2014/main" id="{CDCA0349-ACD8-3A21-01FC-985D86800A13}"/>
              </a:ext>
            </a:extLst>
          </p:cNvPr>
          <p:cNvSpPr/>
          <p:nvPr/>
        </p:nvSpPr>
        <p:spPr>
          <a:xfrm>
            <a:off x="2373194" y="4543180"/>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Flowchart: Connector 102">
            <a:extLst>
              <a:ext uri="{FF2B5EF4-FFF2-40B4-BE49-F238E27FC236}">
                <a16:creationId xmlns:a16="http://schemas.microsoft.com/office/drawing/2014/main" id="{B29FB131-AB29-DB74-D6A2-B7E785716CA4}"/>
              </a:ext>
            </a:extLst>
          </p:cNvPr>
          <p:cNvSpPr/>
          <p:nvPr/>
        </p:nvSpPr>
        <p:spPr>
          <a:xfrm>
            <a:off x="2760265" y="4506877"/>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Flowchart: Connector 103">
            <a:extLst>
              <a:ext uri="{FF2B5EF4-FFF2-40B4-BE49-F238E27FC236}">
                <a16:creationId xmlns:a16="http://schemas.microsoft.com/office/drawing/2014/main" id="{86F729D0-7E4F-3452-85BE-7B2612688D58}"/>
              </a:ext>
            </a:extLst>
          </p:cNvPr>
          <p:cNvSpPr/>
          <p:nvPr/>
        </p:nvSpPr>
        <p:spPr>
          <a:xfrm>
            <a:off x="1788147" y="4825126"/>
            <a:ext cx="138553" cy="7213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Flowchart: Connector 104">
            <a:extLst>
              <a:ext uri="{FF2B5EF4-FFF2-40B4-BE49-F238E27FC236}">
                <a16:creationId xmlns:a16="http://schemas.microsoft.com/office/drawing/2014/main" id="{62839FC0-419A-AE30-DD22-B325B65D4626}"/>
              </a:ext>
            </a:extLst>
          </p:cNvPr>
          <p:cNvSpPr/>
          <p:nvPr/>
        </p:nvSpPr>
        <p:spPr>
          <a:xfrm>
            <a:off x="1940547" y="4977526"/>
            <a:ext cx="138553" cy="7213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Flowchart: Connector 105">
            <a:extLst>
              <a:ext uri="{FF2B5EF4-FFF2-40B4-BE49-F238E27FC236}">
                <a16:creationId xmlns:a16="http://schemas.microsoft.com/office/drawing/2014/main" id="{F218E929-02A6-0B2E-1BAF-3738EA9097F4}"/>
              </a:ext>
            </a:extLst>
          </p:cNvPr>
          <p:cNvSpPr/>
          <p:nvPr/>
        </p:nvSpPr>
        <p:spPr>
          <a:xfrm>
            <a:off x="1497194" y="4808391"/>
            <a:ext cx="138553" cy="7213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Flowchart: Connector 106">
            <a:extLst>
              <a:ext uri="{FF2B5EF4-FFF2-40B4-BE49-F238E27FC236}">
                <a16:creationId xmlns:a16="http://schemas.microsoft.com/office/drawing/2014/main" id="{F182416D-87B6-DBD1-27D4-D2E9CDD137D2}"/>
              </a:ext>
            </a:extLst>
          </p:cNvPr>
          <p:cNvSpPr/>
          <p:nvPr/>
        </p:nvSpPr>
        <p:spPr>
          <a:xfrm>
            <a:off x="1649594" y="4960791"/>
            <a:ext cx="138553" cy="7213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Flowchart: Connector 107">
            <a:extLst>
              <a:ext uri="{FF2B5EF4-FFF2-40B4-BE49-F238E27FC236}">
                <a16:creationId xmlns:a16="http://schemas.microsoft.com/office/drawing/2014/main" id="{A0861EB5-59C2-2406-A6F4-97959364BC72}"/>
              </a:ext>
            </a:extLst>
          </p:cNvPr>
          <p:cNvSpPr/>
          <p:nvPr/>
        </p:nvSpPr>
        <p:spPr>
          <a:xfrm>
            <a:off x="1801994" y="5113191"/>
            <a:ext cx="138553" cy="7213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 name="Straight Arrow Connector 108">
            <a:extLst>
              <a:ext uri="{FF2B5EF4-FFF2-40B4-BE49-F238E27FC236}">
                <a16:creationId xmlns:a16="http://schemas.microsoft.com/office/drawing/2014/main" id="{0830D921-ED43-6E6C-8DBE-EA728E79A5E1}"/>
              </a:ext>
            </a:extLst>
          </p:cNvPr>
          <p:cNvCxnSpPr>
            <a:cxnSpLocks/>
          </p:cNvCxnSpPr>
          <p:nvPr/>
        </p:nvCxnSpPr>
        <p:spPr>
          <a:xfrm flipV="1">
            <a:off x="1039011" y="3879171"/>
            <a:ext cx="2969695" cy="70160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CA537A4C-2195-12E0-2F5D-5EDED8BF8A3E}"/>
              </a:ext>
            </a:extLst>
          </p:cNvPr>
          <p:cNvCxnSpPr>
            <a:cxnSpLocks/>
          </p:cNvCxnSpPr>
          <p:nvPr/>
        </p:nvCxnSpPr>
        <p:spPr>
          <a:xfrm flipV="1">
            <a:off x="907033" y="3559096"/>
            <a:ext cx="2969695" cy="701605"/>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20A39C6E-B965-2DFE-12C8-7136FD0E4D0C}"/>
              </a:ext>
            </a:extLst>
          </p:cNvPr>
          <p:cNvCxnSpPr>
            <a:cxnSpLocks/>
          </p:cNvCxnSpPr>
          <p:nvPr/>
        </p:nvCxnSpPr>
        <p:spPr>
          <a:xfrm flipV="1">
            <a:off x="907033" y="4234789"/>
            <a:ext cx="2969695" cy="701605"/>
          </a:xfrm>
          <a:prstGeom prst="straightConnector1">
            <a:avLst/>
          </a:prstGeom>
          <a:ln w="28575">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E596F72B-F756-C5C7-2F32-07BF2B9A6E1A}"/>
              </a:ext>
            </a:extLst>
          </p:cNvPr>
          <p:cNvSpPr txBox="1"/>
          <p:nvPr/>
        </p:nvSpPr>
        <p:spPr>
          <a:xfrm>
            <a:off x="3796423" y="3559342"/>
            <a:ext cx="1274649" cy="215444"/>
          </a:xfrm>
          <a:prstGeom prst="rect">
            <a:avLst/>
          </a:prstGeom>
          <a:noFill/>
        </p:spPr>
        <p:txBody>
          <a:bodyPr wrap="square" rtlCol="0">
            <a:spAutoFit/>
          </a:bodyPr>
          <a:lstStyle/>
          <a:p>
            <a:r>
              <a:rPr lang="en-US" sz="800"/>
              <a:t>Sub-optimal Support </a:t>
            </a:r>
          </a:p>
        </p:txBody>
      </p:sp>
      <p:sp>
        <p:nvSpPr>
          <p:cNvPr id="113" name="TextBox 112">
            <a:extLst>
              <a:ext uri="{FF2B5EF4-FFF2-40B4-BE49-F238E27FC236}">
                <a16:creationId xmlns:a16="http://schemas.microsoft.com/office/drawing/2014/main" id="{F150A8C0-2FF4-8871-8966-54BFC9627331}"/>
              </a:ext>
            </a:extLst>
          </p:cNvPr>
          <p:cNvSpPr txBox="1"/>
          <p:nvPr/>
        </p:nvSpPr>
        <p:spPr>
          <a:xfrm>
            <a:off x="3604534" y="4246429"/>
            <a:ext cx="1075103" cy="215444"/>
          </a:xfrm>
          <a:prstGeom prst="rect">
            <a:avLst/>
          </a:prstGeom>
          <a:noFill/>
        </p:spPr>
        <p:txBody>
          <a:bodyPr wrap="square" rtlCol="0">
            <a:spAutoFit/>
          </a:bodyPr>
          <a:lstStyle/>
          <a:p>
            <a:r>
              <a:rPr lang="en-US" sz="800"/>
              <a:t>Lower Support </a:t>
            </a:r>
          </a:p>
        </p:txBody>
      </p:sp>
      <p:cxnSp>
        <p:nvCxnSpPr>
          <p:cNvPr id="114" name="Straight Arrow Connector 113">
            <a:extLst>
              <a:ext uri="{FF2B5EF4-FFF2-40B4-BE49-F238E27FC236}">
                <a16:creationId xmlns:a16="http://schemas.microsoft.com/office/drawing/2014/main" id="{FF06DC6F-E13D-F072-5FEF-4D444218F6F1}"/>
              </a:ext>
            </a:extLst>
          </p:cNvPr>
          <p:cNvCxnSpPr>
            <a:cxnSpLocks/>
          </p:cNvCxnSpPr>
          <p:nvPr/>
        </p:nvCxnSpPr>
        <p:spPr>
          <a:xfrm flipV="1">
            <a:off x="907033" y="3705486"/>
            <a:ext cx="2969695" cy="701605"/>
          </a:xfrm>
          <a:prstGeom prst="straightConnector1">
            <a:avLst/>
          </a:prstGeom>
          <a:ln w="63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A6379730-CAB5-534E-CEEB-EC8A2012EA1F}"/>
              </a:ext>
            </a:extLst>
          </p:cNvPr>
          <p:cNvCxnSpPr>
            <a:cxnSpLocks/>
          </p:cNvCxnSpPr>
          <p:nvPr/>
        </p:nvCxnSpPr>
        <p:spPr>
          <a:xfrm flipV="1">
            <a:off x="907033" y="3789179"/>
            <a:ext cx="2969695" cy="701605"/>
          </a:xfrm>
          <a:prstGeom prst="straightConnector1">
            <a:avLst/>
          </a:prstGeom>
          <a:ln w="63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39FC985A-3C8B-EEF9-3D53-8F42C92F2914}"/>
              </a:ext>
            </a:extLst>
          </p:cNvPr>
          <p:cNvCxnSpPr>
            <a:cxnSpLocks/>
          </p:cNvCxnSpPr>
          <p:nvPr/>
        </p:nvCxnSpPr>
        <p:spPr>
          <a:xfrm flipV="1">
            <a:off x="907033" y="4122960"/>
            <a:ext cx="2969695" cy="701605"/>
          </a:xfrm>
          <a:prstGeom prst="straightConnector1">
            <a:avLst/>
          </a:prstGeom>
          <a:ln w="6350">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D2AC0734-A0C5-BB98-3A43-EE968026EF6F}"/>
              </a:ext>
            </a:extLst>
          </p:cNvPr>
          <p:cNvCxnSpPr>
            <a:cxnSpLocks/>
          </p:cNvCxnSpPr>
          <p:nvPr/>
        </p:nvCxnSpPr>
        <p:spPr>
          <a:xfrm flipV="1">
            <a:off x="907033" y="4048306"/>
            <a:ext cx="2969695" cy="701605"/>
          </a:xfrm>
          <a:prstGeom prst="straightConnector1">
            <a:avLst/>
          </a:prstGeom>
          <a:ln w="6350">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FCBFE0A6-D7F1-54D3-1538-668FCB74F602}"/>
              </a:ext>
            </a:extLst>
          </p:cNvPr>
          <p:cNvCxnSpPr>
            <a:cxnSpLocks/>
          </p:cNvCxnSpPr>
          <p:nvPr/>
        </p:nvCxnSpPr>
        <p:spPr>
          <a:xfrm flipV="1">
            <a:off x="907033" y="3993488"/>
            <a:ext cx="2969695" cy="701605"/>
          </a:xfrm>
          <a:prstGeom prst="straightConnector1">
            <a:avLst/>
          </a:prstGeom>
          <a:ln w="6350">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AB3F04FA-A4F9-DFCD-4004-1A80F6ED6E6D}"/>
              </a:ext>
            </a:extLst>
          </p:cNvPr>
          <p:cNvSpPr txBox="1"/>
          <p:nvPr/>
        </p:nvSpPr>
        <p:spPr>
          <a:xfrm>
            <a:off x="3646968" y="3348376"/>
            <a:ext cx="1075103" cy="215444"/>
          </a:xfrm>
          <a:prstGeom prst="rect">
            <a:avLst/>
          </a:prstGeom>
          <a:noFill/>
        </p:spPr>
        <p:txBody>
          <a:bodyPr wrap="square" rtlCol="0">
            <a:spAutoFit/>
          </a:bodyPr>
          <a:lstStyle/>
          <a:p>
            <a:r>
              <a:rPr lang="en-US" sz="800"/>
              <a:t>Upper Support </a:t>
            </a:r>
          </a:p>
        </p:txBody>
      </p:sp>
      <p:sp>
        <p:nvSpPr>
          <p:cNvPr id="120" name="TextBox 119">
            <a:extLst>
              <a:ext uri="{FF2B5EF4-FFF2-40B4-BE49-F238E27FC236}">
                <a16:creationId xmlns:a16="http://schemas.microsoft.com/office/drawing/2014/main" id="{360C5BC1-B751-FCA6-536B-57477E033CC5}"/>
              </a:ext>
            </a:extLst>
          </p:cNvPr>
          <p:cNvSpPr txBox="1"/>
          <p:nvPr/>
        </p:nvSpPr>
        <p:spPr>
          <a:xfrm>
            <a:off x="3836576" y="3965502"/>
            <a:ext cx="1274649" cy="215444"/>
          </a:xfrm>
          <a:prstGeom prst="rect">
            <a:avLst/>
          </a:prstGeom>
          <a:noFill/>
        </p:spPr>
        <p:txBody>
          <a:bodyPr wrap="square" rtlCol="0">
            <a:spAutoFit/>
          </a:bodyPr>
          <a:lstStyle/>
          <a:p>
            <a:r>
              <a:rPr lang="en-US" sz="800"/>
              <a:t>Sub-optimal Support </a:t>
            </a:r>
          </a:p>
        </p:txBody>
      </p:sp>
      <p:cxnSp>
        <p:nvCxnSpPr>
          <p:cNvPr id="121" name="Straight Arrow Connector 120">
            <a:extLst>
              <a:ext uri="{FF2B5EF4-FFF2-40B4-BE49-F238E27FC236}">
                <a16:creationId xmlns:a16="http://schemas.microsoft.com/office/drawing/2014/main" id="{F599202C-5587-A045-8031-877DE9B16EC1}"/>
              </a:ext>
            </a:extLst>
          </p:cNvPr>
          <p:cNvCxnSpPr>
            <a:cxnSpLocks/>
          </p:cNvCxnSpPr>
          <p:nvPr/>
        </p:nvCxnSpPr>
        <p:spPr>
          <a:xfrm flipV="1">
            <a:off x="3025470" y="2550771"/>
            <a:ext cx="718483" cy="1099205"/>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3686CDF2-C23F-67DA-A73E-36DBDA5BA991}"/>
              </a:ext>
            </a:extLst>
          </p:cNvPr>
          <p:cNvCxnSpPr>
            <a:stCxn id="80" idx="3"/>
          </p:cNvCxnSpPr>
          <p:nvPr/>
        </p:nvCxnSpPr>
        <p:spPr>
          <a:xfrm flipV="1">
            <a:off x="1088473" y="2577911"/>
            <a:ext cx="2574011" cy="1530814"/>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E5546BDE-78B8-F7EB-C931-BB0BE961F380}"/>
              </a:ext>
            </a:extLst>
          </p:cNvPr>
          <p:cNvSpPr txBox="1"/>
          <p:nvPr/>
        </p:nvSpPr>
        <p:spPr>
          <a:xfrm>
            <a:off x="2787757" y="2146936"/>
            <a:ext cx="1629557" cy="461665"/>
          </a:xfrm>
          <a:prstGeom prst="rect">
            <a:avLst/>
          </a:prstGeom>
          <a:noFill/>
        </p:spPr>
        <p:txBody>
          <a:bodyPr wrap="square" rtlCol="0">
            <a:spAutoFit/>
          </a:bodyPr>
          <a:lstStyle/>
          <a:p>
            <a:r>
              <a:rPr lang="en-US" sz="800"/>
              <a:t>Support  Vectors Data points that influence the position and orientation of the hyperplane  </a:t>
            </a:r>
          </a:p>
        </p:txBody>
      </p:sp>
      <p:cxnSp>
        <p:nvCxnSpPr>
          <p:cNvPr id="124" name="Straight Arrow Connector 123">
            <a:extLst>
              <a:ext uri="{FF2B5EF4-FFF2-40B4-BE49-F238E27FC236}">
                <a16:creationId xmlns:a16="http://schemas.microsoft.com/office/drawing/2014/main" id="{A7FAAEB9-2224-2214-0BCC-259C8A16E7DC}"/>
              </a:ext>
            </a:extLst>
          </p:cNvPr>
          <p:cNvCxnSpPr>
            <a:cxnSpLocks/>
          </p:cNvCxnSpPr>
          <p:nvPr/>
        </p:nvCxnSpPr>
        <p:spPr>
          <a:xfrm>
            <a:off x="1545702" y="4111991"/>
            <a:ext cx="138553" cy="639121"/>
          </a:xfrm>
          <a:prstGeom prst="straightConnector1">
            <a:avLst/>
          </a:prstGeom>
          <a:ln w="38100">
            <a:solidFill>
              <a:srgbClr val="7030A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5" name="TextBox 124">
            <a:extLst>
              <a:ext uri="{FF2B5EF4-FFF2-40B4-BE49-F238E27FC236}">
                <a16:creationId xmlns:a16="http://schemas.microsoft.com/office/drawing/2014/main" id="{0412760D-EA66-B3EF-975E-D424EC1316BB}"/>
              </a:ext>
            </a:extLst>
          </p:cNvPr>
          <p:cNvSpPr txBox="1"/>
          <p:nvPr/>
        </p:nvSpPr>
        <p:spPr>
          <a:xfrm>
            <a:off x="435490" y="5040845"/>
            <a:ext cx="1075103" cy="215444"/>
          </a:xfrm>
          <a:prstGeom prst="rect">
            <a:avLst/>
          </a:prstGeom>
          <a:noFill/>
        </p:spPr>
        <p:txBody>
          <a:bodyPr wrap="square" rtlCol="0">
            <a:spAutoFit/>
          </a:bodyPr>
          <a:lstStyle/>
          <a:p>
            <a:r>
              <a:rPr lang="en-US" sz="800"/>
              <a:t>Maximum Margin</a:t>
            </a:r>
          </a:p>
        </p:txBody>
      </p:sp>
      <p:cxnSp>
        <p:nvCxnSpPr>
          <p:cNvPr id="126" name="Straight Arrow Connector 125">
            <a:extLst>
              <a:ext uri="{FF2B5EF4-FFF2-40B4-BE49-F238E27FC236}">
                <a16:creationId xmlns:a16="http://schemas.microsoft.com/office/drawing/2014/main" id="{7DEE30E9-F3DC-01E1-31FA-3163BDCA67EC}"/>
              </a:ext>
            </a:extLst>
          </p:cNvPr>
          <p:cNvCxnSpPr>
            <a:cxnSpLocks/>
            <a:stCxn id="125" idx="0"/>
          </p:cNvCxnSpPr>
          <p:nvPr/>
        </p:nvCxnSpPr>
        <p:spPr>
          <a:xfrm flipV="1">
            <a:off x="973042" y="4360446"/>
            <a:ext cx="616519" cy="6803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a16="http://schemas.microsoft.com/office/drawing/2014/main" id="{04CD0707-66D2-61D6-1F22-2D62E20D51AB}"/>
              </a:ext>
            </a:extLst>
          </p:cNvPr>
          <p:cNvSpPr txBox="1"/>
          <p:nvPr/>
        </p:nvSpPr>
        <p:spPr>
          <a:xfrm>
            <a:off x="0" y="4211428"/>
            <a:ext cx="1075103" cy="338554"/>
          </a:xfrm>
          <a:prstGeom prst="rect">
            <a:avLst/>
          </a:prstGeom>
          <a:noFill/>
        </p:spPr>
        <p:txBody>
          <a:bodyPr wrap="square" rtlCol="0">
            <a:spAutoFit/>
          </a:bodyPr>
          <a:lstStyle/>
          <a:p>
            <a:r>
              <a:rPr lang="en-US" sz="800"/>
              <a:t>Optimal Hyperplane</a:t>
            </a:r>
          </a:p>
        </p:txBody>
      </p:sp>
      <p:cxnSp>
        <p:nvCxnSpPr>
          <p:cNvPr id="128" name="Straight Arrow Connector 127">
            <a:extLst>
              <a:ext uri="{FF2B5EF4-FFF2-40B4-BE49-F238E27FC236}">
                <a16:creationId xmlns:a16="http://schemas.microsoft.com/office/drawing/2014/main" id="{C9778924-CEAC-41A3-2182-AB5CA51BDAD1}"/>
              </a:ext>
            </a:extLst>
          </p:cNvPr>
          <p:cNvCxnSpPr/>
          <p:nvPr/>
        </p:nvCxnSpPr>
        <p:spPr>
          <a:xfrm>
            <a:off x="537551" y="4354151"/>
            <a:ext cx="550921" cy="226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6657EA6A-8A3F-E9C0-8013-6F4B289FEF2B}"/>
              </a:ext>
            </a:extLst>
          </p:cNvPr>
          <p:cNvCxnSpPr/>
          <p:nvPr/>
        </p:nvCxnSpPr>
        <p:spPr>
          <a:xfrm>
            <a:off x="5124653" y="5409829"/>
            <a:ext cx="32696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F93C3057-53C1-CB5E-99AA-209CD3C07141}"/>
              </a:ext>
            </a:extLst>
          </p:cNvPr>
          <p:cNvCxnSpPr/>
          <p:nvPr/>
        </p:nvCxnSpPr>
        <p:spPr>
          <a:xfrm flipV="1">
            <a:off x="5133890" y="2549438"/>
            <a:ext cx="0" cy="2888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105FEEDF-F03D-FCCF-6A5D-4183727F5F51}"/>
              </a:ext>
            </a:extLst>
          </p:cNvPr>
          <p:cNvCxnSpPr/>
          <p:nvPr/>
        </p:nvCxnSpPr>
        <p:spPr>
          <a:xfrm>
            <a:off x="5632653" y="2547055"/>
            <a:ext cx="1607127" cy="263455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982160FE-5A94-FE57-AF7A-EE8CB572E5B3}"/>
              </a:ext>
            </a:extLst>
          </p:cNvPr>
          <p:cNvCxnSpPr/>
          <p:nvPr/>
        </p:nvCxnSpPr>
        <p:spPr>
          <a:xfrm>
            <a:off x="6123070" y="2547055"/>
            <a:ext cx="1607127" cy="263455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FEE71ABC-8398-0F39-3C22-7C46EAAE8A91}"/>
              </a:ext>
            </a:extLst>
          </p:cNvPr>
          <p:cNvCxnSpPr/>
          <p:nvPr/>
        </p:nvCxnSpPr>
        <p:spPr>
          <a:xfrm>
            <a:off x="5152368" y="2547055"/>
            <a:ext cx="1607127" cy="2634557"/>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34" name="Plus Sign 133">
            <a:extLst>
              <a:ext uri="{FF2B5EF4-FFF2-40B4-BE49-F238E27FC236}">
                <a16:creationId xmlns:a16="http://schemas.microsoft.com/office/drawing/2014/main" id="{44928D8D-E21C-5DF6-C984-EC0607D6B27C}"/>
              </a:ext>
            </a:extLst>
          </p:cNvPr>
          <p:cNvSpPr/>
          <p:nvPr/>
        </p:nvSpPr>
        <p:spPr>
          <a:xfrm>
            <a:off x="6526585" y="2983857"/>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Plus Sign 134">
            <a:extLst>
              <a:ext uri="{FF2B5EF4-FFF2-40B4-BE49-F238E27FC236}">
                <a16:creationId xmlns:a16="http://schemas.microsoft.com/office/drawing/2014/main" id="{58786F67-64D4-9696-A84F-61BAAB73D0D8}"/>
              </a:ext>
            </a:extLst>
          </p:cNvPr>
          <p:cNvSpPr/>
          <p:nvPr/>
        </p:nvSpPr>
        <p:spPr>
          <a:xfrm>
            <a:off x="7311671" y="2983857"/>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Plus Sign 135">
            <a:extLst>
              <a:ext uri="{FF2B5EF4-FFF2-40B4-BE49-F238E27FC236}">
                <a16:creationId xmlns:a16="http://schemas.microsoft.com/office/drawing/2014/main" id="{1E7FA182-FA16-4A74-5E36-4675F8F58D3B}"/>
              </a:ext>
            </a:extLst>
          </p:cNvPr>
          <p:cNvSpPr/>
          <p:nvPr/>
        </p:nvSpPr>
        <p:spPr>
          <a:xfrm>
            <a:off x="6526585" y="3264659"/>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Plus Sign 136">
            <a:extLst>
              <a:ext uri="{FF2B5EF4-FFF2-40B4-BE49-F238E27FC236}">
                <a16:creationId xmlns:a16="http://schemas.microsoft.com/office/drawing/2014/main" id="{C3B6DA04-538E-9048-8FCB-6D2B9E8B4E80}"/>
              </a:ext>
            </a:extLst>
          </p:cNvPr>
          <p:cNvSpPr/>
          <p:nvPr/>
        </p:nvSpPr>
        <p:spPr>
          <a:xfrm>
            <a:off x="6822142" y="3411545"/>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Plus Sign 137">
            <a:extLst>
              <a:ext uri="{FF2B5EF4-FFF2-40B4-BE49-F238E27FC236}">
                <a16:creationId xmlns:a16="http://schemas.microsoft.com/office/drawing/2014/main" id="{CB2AD407-EEFE-974E-2A66-2E9890EB1D0A}"/>
              </a:ext>
            </a:extLst>
          </p:cNvPr>
          <p:cNvSpPr/>
          <p:nvPr/>
        </p:nvSpPr>
        <p:spPr>
          <a:xfrm>
            <a:off x="7163892" y="3264659"/>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Flowchart: Connector 138">
            <a:extLst>
              <a:ext uri="{FF2B5EF4-FFF2-40B4-BE49-F238E27FC236}">
                <a16:creationId xmlns:a16="http://schemas.microsoft.com/office/drawing/2014/main" id="{6EC84993-778E-82A3-DAFF-CC540CED3FF8}"/>
              </a:ext>
            </a:extLst>
          </p:cNvPr>
          <p:cNvSpPr/>
          <p:nvPr/>
        </p:nvSpPr>
        <p:spPr>
          <a:xfrm>
            <a:off x="5776534" y="3826352"/>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Flowchart: Connector 139">
            <a:extLst>
              <a:ext uri="{FF2B5EF4-FFF2-40B4-BE49-F238E27FC236}">
                <a16:creationId xmlns:a16="http://schemas.microsoft.com/office/drawing/2014/main" id="{6631F75C-37A9-A0FE-A4B5-0B373F071049}"/>
              </a:ext>
            </a:extLst>
          </p:cNvPr>
          <p:cNvSpPr/>
          <p:nvPr/>
        </p:nvSpPr>
        <p:spPr>
          <a:xfrm>
            <a:off x="5928934" y="3978752"/>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Flowchart: Connector 140">
            <a:extLst>
              <a:ext uri="{FF2B5EF4-FFF2-40B4-BE49-F238E27FC236}">
                <a16:creationId xmlns:a16="http://schemas.microsoft.com/office/drawing/2014/main" id="{8770AE89-5AE9-3458-73FB-60B797122604}"/>
              </a:ext>
            </a:extLst>
          </p:cNvPr>
          <p:cNvSpPr/>
          <p:nvPr/>
        </p:nvSpPr>
        <p:spPr>
          <a:xfrm>
            <a:off x="6081334" y="4131152"/>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Flowchart: Connector 141">
            <a:extLst>
              <a:ext uri="{FF2B5EF4-FFF2-40B4-BE49-F238E27FC236}">
                <a16:creationId xmlns:a16="http://schemas.microsoft.com/office/drawing/2014/main" id="{DAF7CA26-2A3C-DD3D-A8C8-5581CC1A345E}"/>
              </a:ext>
            </a:extLst>
          </p:cNvPr>
          <p:cNvSpPr/>
          <p:nvPr/>
        </p:nvSpPr>
        <p:spPr>
          <a:xfrm>
            <a:off x="5637981" y="3962017"/>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Flowchart: Connector 142">
            <a:extLst>
              <a:ext uri="{FF2B5EF4-FFF2-40B4-BE49-F238E27FC236}">
                <a16:creationId xmlns:a16="http://schemas.microsoft.com/office/drawing/2014/main" id="{38367FA3-47CD-C4AE-F76A-BD97F60B7DB5}"/>
              </a:ext>
            </a:extLst>
          </p:cNvPr>
          <p:cNvSpPr/>
          <p:nvPr/>
        </p:nvSpPr>
        <p:spPr>
          <a:xfrm>
            <a:off x="5790381" y="4114417"/>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Flowchart: Connector 143">
            <a:extLst>
              <a:ext uri="{FF2B5EF4-FFF2-40B4-BE49-F238E27FC236}">
                <a16:creationId xmlns:a16="http://schemas.microsoft.com/office/drawing/2014/main" id="{D7C0D800-A1C2-869C-17F8-5C17E19F0513}"/>
              </a:ext>
            </a:extLst>
          </p:cNvPr>
          <p:cNvSpPr/>
          <p:nvPr/>
        </p:nvSpPr>
        <p:spPr>
          <a:xfrm>
            <a:off x="5444013" y="4043527"/>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a:extLst>
              <a:ext uri="{FF2B5EF4-FFF2-40B4-BE49-F238E27FC236}">
                <a16:creationId xmlns:a16="http://schemas.microsoft.com/office/drawing/2014/main" id="{69E44000-193B-555E-009D-ABFBF5937345}"/>
              </a:ext>
            </a:extLst>
          </p:cNvPr>
          <p:cNvSpPr/>
          <p:nvPr/>
        </p:nvSpPr>
        <p:spPr>
          <a:xfrm>
            <a:off x="5369598" y="3771070"/>
            <a:ext cx="910512" cy="732091"/>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4CF266AC-5598-C961-33F7-33329F04E3B0}"/>
              </a:ext>
            </a:extLst>
          </p:cNvPr>
          <p:cNvSpPr/>
          <p:nvPr/>
        </p:nvSpPr>
        <p:spPr>
          <a:xfrm>
            <a:off x="6515817" y="2798036"/>
            <a:ext cx="1131563" cy="926207"/>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7" name="Straight Arrow Connector 146">
            <a:extLst>
              <a:ext uri="{FF2B5EF4-FFF2-40B4-BE49-F238E27FC236}">
                <a16:creationId xmlns:a16="http://schemas.microsoft.com/office/drawing/2014/main" id="{4E90E8D2-F1D8-4138-AAC8-8781A96D9C70}"/>
              </a:ext>
            </a:extLst>
          </p:cNvPr>
          <p:cNvCxnSpPr/>
          <p:nvPr/>
        </p:nvCxnSpPr>
        <p:spPr>
          <a:xfrm flipV="1">
            <a:off x="5901210" y="2760711"/>
            <a:ext cx="378900" cy="2231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8" name="TextBox 147">
            <a:extLst>
              <a:ext uri="{FF2B5EF4-FFF2-40B4-BE49-F238E27FC236}">
                <a16:creationId xmlns:a16="http://schemas.microsoft.com/office/drawing/2014/main" id="{77A7E2F4-99A4-764F-5EEA-61B414D19AAF}"/>
              </a:ext>
            </a:extLst>
          </p:cNvPr>
          <p:cNvSpPr txBox="1"/>
          <p:nvPr/>
        </p:nvSpPr>
        <p:spPr>
          <a:xfrm>
            <a:off x="5896594" y="2691291"/>
            <a:ext cx="246010" cy="215444"/>
          </a:xfrm>
          <a:prstGeom prst="rect">
            <a:avLst/>
          </a:prstGeom>
          <a:noFill/>
        </p:spPr>
        <p:txBody>
          <a:bodyPr wrap="square" rtlCol="0">
            <a:spAutoFit/>
          </a:bodyPr>
          <a:lstStyle/>
          <a:p>
            <a:r>
              <a:rPr lang="en-US" sz="800"/>
              <a:t>Ƴ</a:t>
            </a:r>
          </a:p>
        </p:txBody>
      </p:sp>
      <p:sp>
        <p:nvSpPr>
          <p:cNvPr id="149" name="TextBox 148">
            <a:extLst>
              <a:ext uri="{FF2B5EF4-FFF2-40B4-BE49-F238E27FC236}">
                <a16:creationId xmlns:a16="http://schemas.microsoft.com/office/drawing/2014/main" id="{070F6DF9-D716-5484-AFEB-26D9906C3E81}"/>
              </a:ext>
            </a:extLst>
          </p:cNvPr>
          <p:cNvSpPr txBox="1"/>
          <p:nvPr/>
        </p:nvSpPr>
        <p:spPr>
          <a:xfrm>
            <a:off x="5901210" y="2691291"/>
            <a:ext cx="246010" cy="215444"/>
          </a:xfrm>
          <a:prstGeom prst="rect">
            <a:avLst/>
          </a:prstGeom>
          <a:noFill/>
        </p:spPr>
        <p:txBody>
          <a:bodyPr wrap="square" rtlCol="0">
            <a:spAutoFit/>
          </a:bodyPr>
          <a:lstStyle/>
          <a:p>
            <a:r>
              <a:rPr lang="en-US" sz="800"/>
              <a:t>Ƴ</a:t>
            </a:r>
          </a:p>
        </p:txBody>
      </p:sp>
      <p:cxnSp>
        <p:nvCxnSpPr>
          <p:cNvPr id="150" name="Straight Arrow Connector 149">
            <a:extLst>
              <a:ext uri="{FF2B5EF4-FFF2-40B4-BE49-F238E27FC236}">
                <a16:creationId xmlns:a16="http://schemas.microsoft.com/office/drawing/2014/main" id="{EA333DC0-CD37-824A-0D45-D90A12CCFE47}"/>
              </a:ext>
            </a:extLst>
          </p:cNvPr>
          <p:cNvCxnSpPr>
            <a:cxnSpLocks/>
          </p:cNvCxnSpPr>
          <p:nvPr/>
        </p:nvCxnSpPr>
        <p:spPr>
          <a:xfrm flipV="1">
            <a:off x="6653055" y="4041894"/>
            <a:ext cx="282954" cy="184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1" name="TextBox 150">
            <a:extLst>
              <a:ext uri="{FF2B5EF4-FFF2-40B4-BE49-F238E27FC236}">
                <a16:creationId xmlns:a16="http://schemas.microsoft.com/office/drawing/2014/main" id="{998A5356-D846-2C48-3D9D-065E6850D423}"/>
              </a:ext>
            </a:extLst>
          </p:cNvPr>
          <p:cNvSpPr txBox="1"/>
          <p:nvPr/>
        </p:nvSpPr>
        <p:spPr>
          <a:xfrm>
            <a:off x="6598559" y="3952460"/>
            <a:ext cx="246010" cy="215444"/>
          </a:xfrm>
          <a:prstGeom prst="rect">
            <a:avLst/>
          </a:prstGeom>
          <a:noFill/>
        </p:spPr>
        <p:txBody>
          <a:bodyPr wrap="square" rtlCol="0">
            <a:spAutoFit/>
          </a:bodyPr>
          <a:lstStyle/>
          <a:p>
            <a:r>
              <a:rPr lang="en-US" sz="800"/>
              <a:t>w</a:t>
            </a:r>
          </a:p>
        </p:txBody>
      </p:sp>
      <p:sp>
        <p:nvSpPr>
          <p:cNvPr id="152" name="TextBox 151">
            <a:extLst>
              <a:ext uri="{FF2B5EF4-FFF2-40B4-BE49-F238E27FC236}">
                <a16:creationId xmlns:a16="http://schemas.microsoft.com/office/drawing/2014/main" id="{265DB06F-8641-542E-B876-94910D93650E}"/>
              </a:ext>
            </a:extLst>
          </p:cNvPr>
          <p:cNvSpPr txBox="1"/>
          <p:nvPr/>
        </p:nvSpPr>
        <p:spPr>
          <a:xfrm>
            <a:off x="5385906" y="3606253"/>
            <a:ext cx="1075103" cy="215444"/>
          </a:xfrm>
          <a:prstGeom prst="rect">
            <a:avLst/>
          </a:prstGeom>
          <a:noFill/>
        </p:spPr>
        <p:txBody>
          <a:bodyPr wrap="square" rtlCol="0">
            <a:spAutoFit/>
          </a:bodyPr>
          <a:lstStyle/>
          <a:p>
            <a:r>
              <a:rPr lang="en-US" sz="800"/>
              <a:t>Class A </a:t>
            </a:r>
          </a:p>
        </p:txBody>
      </p:sp>
      <p:sp>
        <p:nvSpPr>
          <p:cNvPr id="153" name="TextBox 152">
            <a:extLst>
              <a:ext uri="{FF2B5EF4-FFF2-40B4-BE49-F238E27FC236}">
                <a16:creationId xmlns:a16="http://schemas.microsoft.com/office/drawing/2014/main" id="{9390468D-FA43-09BA-6343-BA5FB2EC6309}"/>
              </a:ext>
            </a:extLst>
          </p:cNvPr>
          <p:cNvSpPr txBox="1"/>
          <p:nvPr/>
        </p:nvSpPr>
        <p:spPr>
          <a:xfrm>
            <a:off x="6774118" y="2850183"/>
            <a:ext cx="1075103" cy="215444"/>
          </a:xfrm>
          <a:prstGeom prst="rect">
            <a:avLst/>
          </a:prstGeom>
          <a:noFill/>
        </p:spPr>
        <p:txBody>
          <a:bodyPr wrap="square" rtlCol="0">
            <a:spAutoFit/>
          </a:bodyPr>
          <a:lstStyle/>
          <a:p>
            <a:r>
              <a:rPr lang="en-US" sz="800"/>
              <a:t>Class B </a:t>
            </a:r>
          </a:p>
        </p:txBody>
      </p:sp>
      <mc:AlternateContent xmlns:mc="http://schemas.openxmlformats.org/markup-compatibility/2006">
        <mc:Choice xmlns:a14="http://schemas.microsoft.com/office/drawing/2010/main" Requires="a14">
          <p:sp>
            <p:nvSpPr>
              <p:cNvPr id="154" name="TextBox 153">
                <a:extLst>
                  <a:ext uri="{FF2B5EF4-FFF2-40B4-BE49-F238E27FC236}">
                    <a16:creationId xmlns:a16="http://schemas.microsoft.com/office/drawing/2014/main" id="{69D5755C-4ADF-9E95-D549-D4102133C53C}"/>
                  </a:ext>
                </a:extLst>
              </p:cNvPr>
              <p:cNvSpPr txBox="1"/>
              <p:nvPr/>
            </p:nvSpPr>
            <p:spPr>
              <a:xfrm>
                <a:off x="5412342" y="5075480"/>
                <a:ext cx="2206950" cy="27699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m:t>
                      </m:r>
                      <m:r>
                        <a:rPr lang="en-US" i="1" smtClean="0">
                          <a:latin typeface="Cambria Math" panose="02040503050406030204" pitchFamily="18" charset="0"/>
                        </a:rPr>
                        <m:t>=</m:t>
                      </m:r>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𝑤𝑇</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=0</m:t>
                          </m:r>
                        </m:e>
                      </m:d>
                    </m:oMath>
                  </m:oMathPara>
                </a14:m>
                <a:endParaRPr lang="en-US"/>
              </a:p>
            </p:txBody>
          </p:sp>
        </mc:Choice>
        <mc:Fallback>
          <p:sp>
            <p:nvSpPr>
              <p:cNvPr id="154" name="TextBox 153">
                <a:extLst>
                  <a:ext uri="{FF2B5EF4-FFF2-40B4-BE49-F238E27FC236}">
                    <a16:creationId xmlns:a16="http://schemas.microsoft.com/office/drawing/2014/main" id="{69D5755C-4ADF-9E95-D549-D4102133C53C}"/>
                  </a:ext>
                </a:extLst>
              </p:cNvPr>
              <p:cNvSpPr txBox="1">
                <a:spLocks noRot="1" noChangeAspect="1" noMove="1" noResize="1" noEditPoints="1" noAdjustHandles="1" noChangeArrowheads="1" noChangeShapeType="1" noTextEdit="1"/>
              </p:cNvSpPr>
              <p:nvPr/>
            </p:nvSpPr>
            <p:spPr>
              <a:xfrm>
                <a:off x="5412342" y="5075480"/>
                <a:ext cx="2206950" cy="276999"/>
              </a:xfrm>
              <a:prstGeom prst="rect">
                <a:avLst/>
              </a:prstGeom>
              <a:blipFill>
                <a:blip r:embed="rId2"/>
                <a:stretch>
                  <a:fillRect l="-3039" t="-2222" b="-3777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6" name="Rectangle 155">
                <a:extLst>
                  <a:ext uri="{FF2B5EF4-FFF2-40B4-BE49-F238E27FC236}">
                    <a16:creationId xmlns:a16="http://schemas.microsoft.com/office/drawing/2014/main" id="{1E595733-A7D9-0F95-0914-C92B4F403D4F}"/>
                  </a:ext>
                </a:extLst>
              </p:cNvPr>
              <p:cNvSpPr/>
              <p:nvPr/>
            </p:nvSpPr>
            <p:spPr>
              <a:xfrm>
                <a:off x="8438607" y="2396933"/>
                <a:ext cx="3702276" cy="3046988"/>
              </a:xfrm>
              <a:prstGeom prst="rect">
                <a:avLst/>
              </a:prstGeom>
            </p:spPr>
            <p:txBody>
              <a:bodyPr wrap="square">
                <a:spAutoFit/>
              </a:bodyPr>
              <a:lstStyle/>
              <a:p>
                <a:pPr marL="342900" indent="-342900">
                  <a:buAutoNum type="arabicPeriod"/>
                </a:pPr>
                <a:r>
                  <a:rPr lang="en-US" sz="1600">
                    <a:solidFill>
                      <a:srgbClr val="002060"/>
                    </a:solidFill>
                  </a:rPr>
                  <a:t>Formulate the Hyperplane</a:t>
                </a:r>
              </a:p>
              <a:p>
                <a:endParaRPr lang="en-US" sz="1600">
                  <a:solidFill>
                    <a:srgbClr val="002060"/>
                  </a:solidFill>
                </a:endParaRPr>
              </a:p>
              <a:p>
                <a:r>
                  <a:rPr lang="en-US" sz="1600">
                    <a:solidFill>
                      <a:srgbClr val="002060"/>
                    </a:solidFill>
                  </a:rPr>
                  <a:t> </a:t>
                </a:r>
                <a:r>
                  <a:rPr lang="en-US" sz="1600"/>
                  <a:t>Equation of a Hyperplane (H) can be stated as</a:t>
                </a:r>
              </a:p>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𝐻</m:t>
                      </m:r>
                      <m:r>
                        <a:rPr lang="en-US" sz="1600" i="1">
                          <a:latin typeface="Cambria Math" panose="02040503050406030204" pitchFamily="18" charset="0"/>
                        </a:rPr>
                        <m:t>=</m:t>
                      </m:r>
                      <m:d>
                        <m:dPr>
                          <m:begChr m:val="{"/>
                          <m:endChr m:val="}"/>
                          <m:ctrlPr>
                            <a:rPr lang="en-US" sz="1600" i="1">
                              <a:latin typeface="Cambria Math" panose="02040503050406030204" pitchFamily="18" charset="0"/>
                            </a:rPr>
                          </m:ctrlPr>
                        </m:dPr>
                        <m:e>
                          <m:r>
                            <a:rPr lang="en-US" sz="1600" i="1">
                              <a:latin typeface="Cambria Math" panose="02040503050406030204" pitchFamily="18" charset="0"/>
                            </a:rPr>
                            <m:t>𝑥</m:t>
                          </m:r>
                          <m:r>
                            <a:rPr lang="en-US" sz="1600" i="1">
                              <a:latin typeface="Cambria Math" panose="02040503050406030204" pitchFamily="18" charset="0"/>
                            </a:rPr>
                            <m:t>|</m:t>
                          </m:r>
                          <m:r>
                            <a:rPr lang="en-US" sz="1600" i="1">
                              <a:latin typeface="Cambria Math" panose="02040503050406030204" pitchFamily="18" charset="0"/>
                            </a:rPr>
                            <m:t>𝑤𝑇</m:t>
                          </m:r>
                          <m:r>
                            <a:rPr lang="en-US" sz="1600" i="1">
                              <a:latin typeface="Cambria Math" panose="02040503050406030204" pitchFamily="18" charset="0"/>
                            </a:rPr>
                            <m:t> </m:t>
                          </m:r>
                          <m:r>
                            <a:rPr lang="en-US" sz="1600" i="1">
                              <a:latin typeface="Cambria Math" panose="02040503050406030204" pitchFamily="18" charset="0"/>
                            </a:rPr>
                            <m:t>𝑥</m:t>
                          </m:r>
                          <m:r>
                            <a:rPr lang="en-US" sz="1600" i="1">
                              <a:latin typeface="Cambria Math" panose="02040503050406030204" pitchFamily="18" charset="0"/>
                            </a:rPr>
                            <m:t>+</m:t>
                          </m:r>
                          <m:r>
                            <a:rPr lang="en-US" sz="1600" i="1">
                              <a:latin typeface="Cambria Math" panose="02040503050406030204" pitchFamily="18" charset="0"/>
                            </a:rPr>
                            <m:t>𝑏</m:t>
                          </m:r>
                          <m:r>
                            <a:rPr lang="en-US" sz="1600" i="1">
                              <a:latin typeface="Cambria Math" panose="02040503050406030204" pitchFamily="18" charset="0"/>
                            </a:rPr>
                            <m:t>=0</m:t>
                          </m:r>
                        </m:e>
                      </m:d>
                    </m:oMath>
                  </m:oMathPara>
                </a14:m>
                <a:endParaRPr lang="en-US" sz="1600"/>
              </a:p>
              <a:p>
                <a:endParaRPr lang="en-US" sz="1600"/>
              </a:p>
              <a:p>
                <a:r>
                  <a:rPr lang="en-US" sz="1600"/>
                  <a:t>To find out the best hyperplane, estimate the unknown parameters of the hyperplane </a:t>
                </a:r>
                <a:r>
                  <a:rPr lang="en-US" sz="1600" b="1"/>
                  <a:t>(w</a:t>
                </a:r>
                <a:r>
                  <a:rPr lang="en-US" sz="1600"/>
                  <a:t>, </a:t>
                </a:r>
                <a:r>
                  <a:rPr lang="en-US" sz="1600" b="1"/>
                  <a:t>b) </a:t>
                </a:r>
                <a:r>
                  <a:rPr lang="en-US" sz="1600"/>
                  <a:t> and margin  Ƴ is defined as the distance from the hyperplane to the closest point across both classes.</a:t>
                </a:r>
              </a:p>
            </p:txBody>
          </p:sp>
        </mc:Choice>
        <mc:Fallback>
          <p:sp>
            <p:nvSpPr>
              <p:cNvPr id="156" name="Rectangle 155">
                <a:extLst>
                  <a:ext uri="{FF2B5EF4-FFF2-40B4-BE49-F238E27FC236}">
                    <a16:creationId xmlns:a16="http://schemas.microsoft.com/office/drawing/2014/main" id="{1E595733-A7D9-0F95-0914-C92B4F403D4F}"/>
                  </a:ext>
                </a:extLst>
              </p:cNvPr>
              <p:cNvSpPr>
                <a:spLocks noRot="1" noChangeAspect="1" noMove="1" noResize="1" noEditPoints="1" noAdjustHandles="1" noChangeArrowheads="1" noChangeShapeType="1" noTextEdit="1"/>
              </p:cNvSpPr>
              <p:nvPr/>
            </p:nvSpPr>
            <p:spPr>
              <a:xfrm>
                <a:off x="8438607" y="2396933"/>
                <a:ext cx="3702276" cy="3046988"/>
              </a:xfrm>
              <a:prstGeom prst="rect">
                <a:avLst/>
              </a:prstGeom>
              <a:blipFill>
                <a:blip r:embed="rId3"/>
                <a:stretch>
                  <a:fillRect l="-822" t="-600" b="-1600"/>
                </a:stretch>
              </a:blipFill>
            </p:spPr>
            <p:txBody>
              <a:bodyPr/>
              <a:lstStyle/>
              <a:p>
                <a:r>
                  <a:rPr lang="en-US">
                    <a:noFill/>
                  </a:rPr>
                  <a:t> </a:t>
                </a:r>
              </a:p>
            </p:txBody>
          </p:sp>
        </mc:Fallback>
      </mc:AlternateContent>
    </p:spTree>
    <p:extLst>
      <p:ext uri="{BB962C8B-B14F-4D97-AF65-F5344CB8AC3E}">
        <p14:creationId xmlns:p14="http://schemas.microsoft.com/office/powerpoint/2010/main" val="1901804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5BE1C-3306-2C0D-2AE7-1155F94445E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F37684-92BC-22A4-6B45-F220D111B4C2}"/>
              </a:ext>
            </a:extLst>
          </p:cNvPr>
          <p:cNvSpPr>
            <a:spLocks noGrp="1"/>
          </p:cNvSpPr>
          <p:nvPr>
            <p:ph type="sldNum" sz="quarter" idx="10"/>
          </p:nvPr>
        </p:nvSpPr>
        <p:spPr/>
        <p:txBody>
          <a:bodyPr/>
          <a:lstStyle/>
          <a:p>
            <a:fld id="{48FFE6E1-85EB-9E42-824B-7CC9267ED8B9}" type="slidenum">
              <a:rPr lang="en-US" smtClean="0"/>
              <a:pPr/>
              <a:t>13</a:t>
            </a:fld>
            <a:endParaRPr lang="en-US"/>
          </a:p>
        </p:txBody>
      </p:sp>
      <p:sp>
        <p:nvSpPr>
          <p:cNvPr id="21" name="Title 8">
            <a:extLst>
              <a:ext uri="{FF2B5EF4-FFF2-40B4-BE49-F238E27FC236}">
                <a16:creationId xmlns:a16="http://schemas.microsoft.com/office/drawing/2014/main" id="{C5653323-96CE-5A00-8D32-387BE3D225A2}"/>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Algorithm 2 -  Support Vector Machine (SVM) – contd..</a:t>
            </a:r>
            <a:endParaRPr lang="en-US" sz="2400">
              <a:solidFill>
                <a:srgbClr val="002060"/>
              </a:solidFill>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F4D4710-7D90-052B-813C-1DD23B35A8F6}"/>
                  </a:ext>
                </a:extLst>
              </p:cNvPr>
              <p:cNvSpPr>
                <a:spLocks noGrp="1"/>
              </p:cNvSpPr>
              <p:nvPr>
                <p:ph idx="1"/>
              </p:nvPr>
            </p:nvSpPr>
            <p:spPr>
              <a:xfrm>
                <a:off x="415206" y="1729270"/>
                <a:ext cx="10972800" cy="2913105"/>
              </a:xfrm>
            </p:spPr>
            <p:txBody>
              <a:bodyPr/>
              <a:lstStyle/>
              <a:p>
                <a:r>
                  <a:rPr lang="en-US">
                    <a:solidFill>
                      <a:schemeClr val="tx1"/>
                    </a:solidFill>
                  </a:rPr>
                  <a:t>Compute the distance of any data point x from the hyperplane H</a:t>
                </a:r>
              </a:p>
              <a:p>
                <a:pPr marL="342900" indent="-342900">
                  <a:buFont typeface="Arial" panose="020B0604020202020204" pitchFamily="34" charset="0"/>
                  <a:buChar char="•"/>
                </a:pPr>
                <a:r>
                  <a:rPr lang="en-US" b="0">
                    <a:solidFill>
                      <a:schemeClr val="tx1"/>
                    </a:solidFill>
                  </a:rPr>
                  <a:t>Let  ‘d’ be the vector of minimum distance from the hyperplane H to the point x.</a:t>
                </a:r>
              </a:p>
              <a:p>
                <a:pPr marL="342900" indent="-342900">
                  <a:buFont typeface="Arial" panose="020B0604020202020204" pitchFamily="34" charset="0"/>
                  <a:buChar char="•"/>
                </a:pPr>
                <a:r>
                  <a:rPr lang="en-US" b="0">
                    <a:solidFill>
                      <a:schemeClr val="tx1"/>
                    </a:solidFill>
                  </a:rPr>
                  <a:t>Let </a:t>
                </a:r>
                <a:r>
                  <a:rPr lang="en-US" b="0" err="1">
                    <a:solidFill>
                      <a:schemeClr val="tx1"/>
                    </a:solidFill>
                  </a:rPr>
                  <a:t>x</a:t>
                </a:r>
                <a:r>
                  <a:rPr lang="en-US" b="0" baseline="30000" err="1">
                    <a:solidFill>
                      <a:schemeClr val="tx1"/>
                    </a:solidFill>
                  </a:rPr>
                  <a:t>P</a:t>
                </a:r>
                <a:r>
                  <a:rPr lang="en-US" b="0">
                    <a:solidFill>
                      <a:schemeClr val="tx1"/>
                    </a:solidFill>
                  </a:rPr>
                  <a:t> be the projection of x on to H, then it follows that </a:t>
                </a:r>
              </a:p>
              <a:p>
                <a:pPr marL="631825" lvl="1" indent="-342900">
                  <a:buFont typeface="Arial" panose="020B0604020202020204" pitchFamily="34" charset="0"/>
                  <a:buChar char="•"/>
                </a:pPr>
                <a:r>
                  <a:rPr lang="en-US" err="1">
                    <a:solidFill>
                      <a:schemeClr val="tx1"/>
                    </a:solidFill>
                  </a:rPr>
                  <a:t>x</a:t>
                </a:r>
                <a:r>
                  <a:rPr lang="en-US" baseline="30000" err="1">
                    <a:solidFill>
                      <a:schemeClr val="tx1"/>
                    </a:solidFill>
                  </a:rPr>
                  <a:t>P</a:t>
                </a:r>
                <a:r>
                  <a:rPr lang="en-US">
                    <a:solidFill>
                      <a:schemeClr val="tx1"/>
                    </a:solidFill>
                  </a:rPr>
                  <a:t> = x- d.</a:t>
                </a:r>
              </a:p>
              <a:p>
                <a:pPr marL="631825" lvl="1" indent="-342900">
                  <a:buFont typeface="Arial" panose="020B0604020202020204" pitchFamily="34" charset="0"/>
                  <a:buChar char="•"/>
                </a:pPr>
                <a:r>
                  <a:rPr lang="en-US">
                    <a:solidFill>
                      <a:schemeClr val="tx1"/>
                    </a:solidFill>
                  </a:rPr>
                  <a:t>Vector d is parallel to the normal vector w hence d= ɑ w for some ɑ </a:t>
                </a:r>
                <a:r>
                  <a:rPr lang="az-Cyrl-AZ">
                    <a:solidFill>
                      <a:schemeClr val="tx1"/>
                    </a:solidFill>
                  </a:rPr>
                  <a:t>Є</a:t>
                </a:r>
                <a:r>
                  <a:rPr lang="en-US">
                    <a:solidFill>
                      <a:schemeClr val="tx1"/>
                    </a:solidFill>
                  </a:rPr>
                  <a:t> R</a:t>
                </a:r>
              </a:p>
              <a:p>
                <a:pPr marL="631825" lvl="1" indent="-342900">
                  <a:buFont typeface="Arial" panose="020B0604020202020204" pitchFamily="34" charset="0"/>
                  <a:buChar char="•"/>
                </a:pPr>
                <a:r>
                  <a:rPr lang="en-US" err="1">
                    <a:solidFill>
                      <a:schemeClr val="tx1"/>
                    </a:solidFill>
                  </a:rPr>
                  <a:t>x</a:t>
                </a:r>
                <a:r>
                  <a:rPr lang="en-US" baseline="30000" err="1">
                    <a:solidFill>
                      <a:schemeClr val="tx1"/>
                    </a:solidFill>
                  </a:rPr>
                  <a:t>P</a:t>
                </a:r>
                <a:r>
                  <a:rPr lang="en-US" baseline="30000">
                    <a:solidFill>
                      <a:schemeClr val="tx1"/>
                    </a:solidFill>
                  </a:rPr>
                  <a:t> </a:t>
                </a:r>
                <a:r>
                  <a:rPr lang="az-Cyrl-AZ">
                    <a:solidFill>
                      <a:schemeClr val="tx1"/>
                    </a:solidFill>
                  </a:rPr>
                  <a:t>Є</a:t>
                </a:r>
                <a:r>
                  <a:rPr lang="en-US">
                    <a:solidFill>
                      <a:schemeClr val="tx1"/>
                    </a:solidFill>
                  </a:rPr>
                  <a:t> H implies </a:t>
                </a:r>
                <a14:m>
                  <m:oMath xmlns:m="http://schemas.openxmlformats.org/officeDocument/2006/math">
                    <m:r>
                      <a:rPr lang="en-US" i="1">
                        <a:solidFill>
                          <a:schemeClr val="tx1"/>
                        </a:solidFill>
                        <a:latin typeface="Cambria Math" panose="02040503050406030204" pitchFamily="18" charset="0"/>
                      </a:rPr>
                      <m:t>𝑤</m:t>
                    </m:r>
                    <m:r>
                      <a:rPr lang="en-US" i="1" baseline="30000">
                        <a:solidFill>
                          <a:schemeClr val="tx1"/>
                        </a:solidFill>
                        <a:latin typeface="Cambria Math" panose="02040503050406030204" pitchFamily="18" charset="0"/>
                      </a:rPr>
                      <m:t>𝑇</m:t>
                    </m:r>
                    <m:r>
                      <m:rPr>
                        <m:nor/>
                      </m:rPr>
                      <a:rPr lang="en-US" dirty="0">
                        <a:solidFill>
                          <a:schemeClr val="tx1"/>
                        </a:solidFill>
                      </a:rPr>
                      <m:t>x</m:t>
                    </m:r>
                    <m:r>
                      <m:rPr>
                        <m:nor/>
                      </m:rPr>
                      <a:rPr lang="en-US" baseline="30000" dirty="0">
                        <a:solidFill>
                          <a:schemeClr val="tx1"/>
                        </a:solidFill>
                      </a:rPr>
                      <m:t>P</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𝑏</m:t>
                    </m:r>
                    <m:r>
                      <a:rPr lang="en-US" b="0" i="1"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𝑤</m:t>
                    </m:r>
                    <m:r>
                      <a:rPr lang="en-US" i="1" baseline="30000" smtClean="0">
                        <a:solidFill>
                          <a:schemeClr val="tx1"/>
                        </a:solidFill>
                        <a:latin typeface="Cambria Math" panose="02040503050406030204" pitchFamily="18" charset="0"/>
                      </a:rPr>
                      <m:t>𝑇</m:t>
                    </m:r>
                    <m:r>
                      <m:rPr>
                        <m:nor/>
                      </m:rPr>
                      <a:rPr lang="en-US" b="0" i="0" baseline="30000" smtClean="0">
                        <a:solidFill>
                          <a:schemeClr val="tx1"/>
                        </a:solidFill>
                        <a:latin typeface="Cambria Math" panose="02040503050406030204" pitchFamily="18" charset="0"/>
                      </a:rPr>
                      <m:t> </m:t>
                    </m:r>
                    <m:r>
                      <m:rPr>
                        <m:nor/>
                      </m:rPr>
                      <a:rPr lang="en-US" b="0" i="0" dirty="0" smtClean="0">
                        <a:solidFill>
                          <a:schemeClr val="tx1"/>
                        </a:solidFill>
                      </a:rPr>
                      <m:t>(</m:t>
                    </m:r>
                    <m:r>
                      <m:rPr>
                        <m:nor/>
                      </m:rPr>
                      <a:rPr lang="en-US" b="0" i="0" dirty="0" smtClean="0">
                        <a:solidFill>
                          <a:schemeClr val="tx1"/>
                        </a:solidFill>
                      </a:rPr>
                      <m:t>x</m:t>
                    </m:r>
                    <m:r>
                      <m:rPr>
                        <m:nor/>
                      </m:rPr>
                      <a:rPr lang="en-US" b="0" i="0" dirty="0" smtClean="0">
                        <a:solidFill>
                          <a:schemeClr val="tx1"/>
                        </a:solidFill>
                      </a:rPr>
                      <m:t>−</m:t>
                    </m:r>
                    <m:r>
                      <m:rPr>
                        <m:nor/>
                      </m:rPr>
                      <a:rPr lang="en-US" b="0" i="0" dirty="0" smtClean="0">
                        <a:solidFill>
                          <a:schemeClr val="tx1"/>
                        </a:solidFill>
                      </a:rPr>
                      <m:t>d</m:t>
                    </m:r>
                    <m:r>
                      <m:rPr>
                        <m:nor/>
                      </m:rPr>
                      <a:rPr lang="en-US" b="0" i="0" dirty="0" smtClean="0">
                        <a:solidFill>
                          <a:schemeClr val="tx1"/>
                        </a:solidFill>
                      </a:rPr>
                      <m:t>)</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𝑏</m:t>
                    </m:r>
                    <m:r>
                      <a:rPr lang="en-US" b="0" i="1"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𝑤</m:t>
                    </m:r>
                    <m:r>
                      <a:rPr lang="en-US" i="1" baseline="30000">
                        <a:solidFill>
                          <a:schemeClr val="tx1"/>
                        </a:solidFill>
                        <a:latin typeface="Cambria Math" panose="02040503050406030204" pitchFamily="18" charset="0"/>
                      </a:rPr>
                      <m:t>𝑇</m:t>
                    </m:r>
                    <m:r>
                      <m:rPr>
                        <m:nor/>
                      </m:rPr>
                      <a:rPr lang="en-US" baseline="30000">
                        <a:solidFill>
                          <a:schemeClr val="tx1"/>
                        </a:solidFill>
                        <a:latin typeface="Cambria Math" panose="02040503050406030204" pitchFamily="18" charset="0"/>
                      </a:rPr>
                      <m:t> </m:t>
                    </m:r>
                    <m:r>
                      <m:rPr>
                        <m:nor/>
                      </m:rPr>
                      <a:rPr lang="en-US" dirty="0">
                        <a:solidFill>
                          <a:schemeClr val="tx1"/>
                        </a:solidFill>
                      </a:rPr>
                      <m:t>(</m:t>
                    </m:r>
                    <m:r>
                      <m:rPr>
                        <m:nor/>
                      </m:rPr>
                      <a:rPr lang="en-US" dirty="0">
                        <a:solidFill>
                          <a:schemeClr val="tx1"/>
                        </a:solidFill>
                      </a:rPr>
                      <m:t>x</m:t>
                    </m:r>
                    <m:r>
                      <m:rPr>
                        <m:nor/>
                      </m:rPr>
                      <a:rPr lang="en-US" dirty="0">
                        <a:solidFill>
                          <a:schemeClr val="tx1"/>
                        </a:solidFill>
                      </a:rPr>
                      <m:t>−ɑ </m:t>
                    </m:r>
                    <m:r>
                      <m:rPr>
                        <m:nor/>
                      </m:rPr>
                      <a:rPr lang="en-US" dirty="0">
                        <a:solidFill>
                          <a:schemeClr val="tx1"/>
                        </a:solidFill>
                      </a:rPr>
                      <m:t>w</m:t>
                    </m:r>
                    <m:r>
                      <m:rPr>
                        <m:nor/>
                      </m:rPr>
                      <a:rPr lang="en-US" dirty="0">
                        <a:solidFill>
                          <a:schemeClr val="tx1"/>
                        </a:solidFill>
                      </a:rPr>
                      <m:t>)</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𝑏</m:t>
                    </m:r>
                    <m:r>
                      <a:rPr lang="en-US" i="1">
                        <a:solidFill>
                          <a:schemeClr val="tx1"/>
                        </a:solidFill>
                        <a:latin typeface="Cambria Math" panose="02040503050406030204" pitchFamily="18" charset="0"/>
                      </a:rPr>
                      <m:t>=0</m:t>
                    </m:r>
                  </m:oMath>
                </a14:m>
                <a:endParaRPr lang="en-US" b="0">
                  <a:solidFill>
                    <a:schemeClr val="tx1"/>
                  </a:solidFill>
                </a:endParaRPr>
              </a:p>
              <a:p>
                <a:pPr marL="631825" lvl="1" indent="-342900">
                  <a:buFont typeface="Arial" panose="020B0604020202020204" pitchFamily="34" charset="0"/>
                  <a:buChar char="•"/>
                </a:pPr>
                <a:r>
                  <a:rPr lang="en-US">
                    <a:solidFill>
                      <a:schemeClr val="tx1"/>
                    </a:solidFill>
                  </a:rPr>
                  <a:t>Implies </a:t>
                </a:r>
                <a14:m>
                  <m:oMath xmlns:m="http://schemas.openxmlformats.org/officeDocument/2006/math">
                    <m:r>
                      <m:rPr>
                        <m:nor/>
                      </m:rPr>
                      <a:rPr lang="en-US" dirty="0">
                        <a:solidFill>
                          <a:schemeClr val="tx1"/>
                        </a:solidFill>
                      </a:rPr>
                      <m:t>ɑ</m:t>
                    </m:r>
                  </m:oMath>
                </a14:m>
                <a:r>
                  <a:rPr lang="en-US" b="0">
                    <a:solidFill>
                      <a:schemeClr val="tx1"/>
                    </a:solidFill>
                  </a:rPr>
                  <a:t> = </a:t>
                </a:r>
                <a14:m>
                  <m:oMath xmlns:m="http://schemas.openxmlformats.org/officeDocument/2006/math">
                    <m:f>
                      <m:fPr>
                        <m:ctrlPr>
                          <a:rPr lang="en-US" b="0" i="1" smtClean="0">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𝑤</m:t>
                        </m:r>
                        <m:r>
                          <a:rPr lang="en-US" i="1" baseline="30000">
                            <a:solidFill>
                              <a:schemeClr val="tx1"/>
                            </a:solidFill>
                            <a:latin typeface="Cambria Math" panose="02040503050406030204" pitchFamily="18" charset="0"/>
                          </a:rPr>
                          <m:t>𝑇</m:t>
                        </m:r>
                        <m:r>
                          <a:rPr lang="en-US" b="0" i="1" dirty="0" smtClean="0">
                            <a:solidFill>
                              <a:schemeClr val="tx1"/>
                            </a:solidFill>
                            <a:latin typeface="Cambria Math" panose="02040503050406030204" pitchFamily="18" charset="0"/>
                          </a:rPr>
                          <m:t>𝑥</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𝑏</m:t>
                        </m:r>
                      </m:num>
                      <m:den>
                        <m:r>
                          <a:rPr lang="en-US" i="1">
                            <a:solidFill>
                              <a:schemeClr val="tx1"/>
                            </a:solidFill>
                            <a:latin typeface="Cambria Math" panose="02040503050406030204" pitchFamily="18" charset="0"/>
                          </a:rPr>
                          <m:t>𝑤</m:t>
                        </m:r>
                        <m:r>
                          <a:rPr lang="en-US" i="1" baseline="30000">
                            <a:solidFill>
                              <a:schemeClr val="tx1"/>
                            </a:solidFill>
                            <a:latin typeface="Cambria Math" panose="02040503050406030204" pitchFamily="18" charset="0"/>
                          </a:rPr>
                          <m:t>𝑇</m:t>
                        </m:r>
                        <m:r>
                          <a:rPr lang="en-US" b="0" i="1" smtClean="0">
                            <a:solidFill>
                              <a:schemeClr val="tx1"/>
                            </a:solidFill>
                            <a:latin typeface="Cambria Math" panose="02040503050406030204" pitchFamily="18" charset="0"/>
                          </a:rPr>
                          <m:t>𝑤</m:t>
                        </m:r>
                      </m:den>
                    </m:f>
                  </m:oMath>
                </a14:m>
                <a:r>
                  <a:rPr lang="en-US" b="0">
                    <a:solidFill>
                      <a:schemeClr val="tx1"/>
                    </a:solidFill>
                  </a:rPr>
                  <a:t>  and </a:t>
                </a:r>
                <a14:m>
                  <m:oMath xmlns:m="http://schemas.openxmlformats.org/officeDocument/2006/math">
                    <m:d>
                      <m:dPr>
                        <m:begChr m:val="‖"/>
                        <m:endChr m:val="‖"/>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𝑑</m:t>
                        </m:r>
                      </m:e>
                    </m:d>
                    <m:r>
                      <a:rPr lang="en-US" b="0" i="1" baseline="-25000" smtClean="0">
                        <a:solidFill>
                          <a:schemeClr val="tx1"/>
                        </a:solidFill>
                        <a:latin typeface="Cambria Math" panose="02040503050406030204" pitchFamily="18" charset="0"/>
                      </a:rPr>
                      <m:t>2</m:t>
                    </m:r>
                    <m:r>
                      <a:rPr lang="en-US" b="0" i="1" smtClean="0">
                        <a:solidFill>
                          <a:schemeClr val="tx1"/>
                        </a:solidFill>
                        <a:latin typeface="Cambria Math" panose="02040503050406030204" pitchFamily="18" charset="0"/>
                      </a:rPr>
                      <m:t> =  </m:t>
                    </m:r>
                    <m:rad>
                      <m:radPr>
                        <m:degHide m:val="on"/>
                        <m:ctrlPr>
                          <a:rPr lang="en-US" b="0" i="1" smtClean="0">
                            <a:solidFill>
                              <a:schemeClr val="tx1"/>
                            </a:solidFill>
                            <a:latin typeface="Cambria Math" panose="02040503050406030204" pitchFamily="18" charset="0"/>
                          </a:rPr>
                        </m:ctrlPr>
                      </m:radPr>
                      <m:deg/>
                      <m:e>
                        <m:r>
                          <a:rPr lang="en-US" b="0" i="1" smtClean="0">
                            <a:solidFill>
                              <a:schemeClr val="tx1"/>
                            </a:solidFill>
                            <a:latin typeface="Cambria Math" panose="02040503050406030204" pitchFamily="18" charset="0"/>
                          </a:rPr>
                          <m:t>𝑑</m:t>
                        </m:r>
                        <m:r>
                          <a:rPr lang="en-US" i="1" baseline="30000">
                            <a:solidFill>
                              <a:schemeClr val="tx1"/>
                            </a:solidFill>
                            <a:latin typeface="Cambria Math" panose="02040503050406030204" pitchFamily="18" charset="0"/>
                          </a:rPr>
                          <m:t>𝑇</m:t>
                        </m:r>
                        <m:r>
                          <m:rPr>
                            <m:nor/>
                          </m:rPr>
                          <a:rPr lang="en-US" b="0" i="0" dirty="0" smtClean="0">
                            <a:solidFill>
                              <a:schemeClr val="tx1"/>
                            </a:solidFill>
                          </a:rPr>
                          <m:t>d</m:t>
                        </m:r>
                      </m:e>
                    </m:rad>
                    <m:r>
                      <a:rPr lang="en-US" b="0" i="1" smtClean="0">
                        <a:solidFill>
                          <a:schemeClr val="tx1"/>
                        </a:solidFill>
                        <a:latin typeface="Cambria Math" panose="02040503050406030204" pitchFamily="18" charset="0"/>
                      </a:rPr>
                      <m:t>= </m:t>
                    </m:r>
                    <m:f>
                      <m:fPr>
                        <m:ctrlPr>
                          <a:rPr lang="en-US" b="0" i="1" smtClean="0">
                            <a:solidFill>
                              <a:schemeClr val="tx1"/>
                            </a:solidFill>
                            <a:latin typeface="Cambria Math" panose="02040503050406030204" pitchFamily="18" charset="0"/>
                          </a:rPr>
                        </m:ctrlPr>
                      </m:fPr>
                      <m:num>
                        <m:d>
                          <m:dPr>
                            <m:begChr m:val="|"/>
                            <m:endChr m:val="|"/>
                            <m:ctrlPr>
                              <a:rPr lang="en-US" b="0" i="1" smtClean="0">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𝑤</m:t>
                            </m:r>
                            <m:r>
                              <a:rPr lang="en-US" i="1" baseline="30000">
                                <a:solidFill>
                                  <a:schemeClr val="tx1"/>
                                </a:solidFill>
                                <a:latin typeface="Cambria Math" panose="02040503050406030204" pitchFamily="18" charset="0"/>
                              </a:rPr>
                              <m:t>𝑇</m:t>
                            </m:r>
                            <m:r>
                              <a:rPr lang="en-US" i="1" dirty="0">
                                <a:solidFill>
                                  <a:schemeClr val="tx1"/>
                                </a:solidFill>
                                <a:latin typeface="Cambria Math" panose="02040503050406030204" pitchFamily="18" charset="0"/>
                              </a:rPr>
                              <m:t>𝑥</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𝑏</m:t>
                            </m:r>
                          </m:e>
                        </m:d>
                      </m:num>
                      <m:den>
                        <m:d>
                          <m:dPr>
                            <m:begChr m:val="‖"/>
                            <m:endChr m:val="‖"/>
                            <m:ctrlPr>
                              <a:rPr lang="en-US" i="1">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𝑤</m:t>
                            </m:r>
                          </m:e>
                        </m:d>
                        <m:r>
                          <a:rPr lang="en-US" i="1" baseline="-25000">
                            <a:solidFill>
                              <a:schemeClr val="tx1"/>
                            </a:solidFill>
                            <a:latin typeface="Cambria Math" panose="02040503050406030204" pitchFamily="18" charset="0"/>
                          </a:rPr>
                          <m:t>2</m:t>
                        </m:r>
                      </m:den>
                    </m:f>
                  </m:oMath>
                </a14:m>
                <a:r>
                  <a:rPr lang="en-US" b="0">
                    <a:solidFill>
                      <a:schemeClr val="tx1"/>
                    </a:solidFill>
                  </a:rPr>
                  <a:t> </a:t>
                </a:r>
              </a:p>
              <a:p>
                <a:pPr marL="631825" lvl="1" indent="-342900">
                  <a:buFont typeface="Arial" panose="020B0604020202020204" pitchFamily="34" charset="0"/>
                  <a:buChar char="•"/>
                </a:pPr>
                <a:r>
                  <a:rPr lang="en-US">
                    <a:solidFill>
                      <a:schemeClr val="tx1"/>
                    </a:solidFill>
                  </a:rPr>
                  <a:t>Hence Margin  of H w.r.t D is Ƴ(</a:t>
                </a:r>
                <a:r>
                  <a:rPr lang="en-US" err="1">
                    <a:solidFill>
                      <a:schemeClr val="tx1"/>
                    </a:solidFill>
                  </a:rPr>
                  <a:t>w,b</a:t>
                </a:r>
                <a:r>
                  <a:rPr lang="en-US">
                    <a:solidFill>
                      <a:schemeClr val="tx1"/>
                    </a:solidFill>
                  </a:rPr>
                  <a:t>) = min </a:t>
                </a:r>
                <a:r>
                  <a:rPr lang="en-US" baseline="-25000">
                    <a:solidFill>
                      <a:schemeClr val="tx1"/>
                    </a:solidFill>
                  </a:rPr>
                  <a:t>x</a:t>
                </a:r>
                <a:r>
                  <a:rPr lang="az-Cyrl-AZ" baseline="-25000">
                    <a:solidFill>
                      <a:schemeClr val="tx1"/>
                    </a:solidFill>
                  </a:rPr>
                  <a:t> Є</a:t>
                </a:r>
                <a:r>
                  <a:rPr lang="en-US" baseline="-25000">
                    <a:solidFill>
                      <a:schemeClr val="tx1"/>
                    </a:solidFill>
                  </a:rPr>
                  <a:t>D </a:t>
                </a:r>
                <a14:m>
                  <m:oMath xmlns:m="http://schemas.openxmlformats.org/officeDocument/2006/math">
                    <m:f>
                      <m:fPr>
                        <m:ctrlPr>
                          <a:rPr lang="en-US" i="1">
                            <a:solidFill>
                              <a:schemeClr val="tx1"/>
                            </a:solidFill>
                            <a:latin typeface="Cambria Math" panose="02040503050406030204" pitchFamily="18" charset="0"/>
                          </a:rPr>
                        </m:ctrlPr>
                      </m:fPr>
                      <m:num>
                        <m:d>
                          <m:dPr>
                            <m:begChr m:val="|"/>
                            <m:endChr m:val="|"/>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𝑤</m:t>
                            </m:r>
                            <m:r>
                              <a:rPr lang="en-US" i="1" baseline="30000">
                                <a:solidFill>
                                  <a:schemeClr val="tx1"/>
                                </a:solidFill>
                                <a:latin typeface="Cambria Math" panose="02040503050406030204" pitchFamily="18" charset="0"/>
                              </a:rPr>
                              <m:t>𝑇</m:t>
                            </m:r>
                            <m:r>
                              <a:rPr lang="en-US" i="1" dirty="0">
                                <a:solidFill>
                                  <a:schemeClr val="tx1"/>
                                </a:solidFill>
                                <a:latin typeface="Cambria Math" panose="02040503050406030204" pitchFamily="18" charset="0"/>
                              </a:rPr>
                              <m:t>𝑥</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𝑏</m:t>
                            </m:r>
                          </m:e>
                        </m:d>
                      </m:num>
                      <m:den>
                        <m:d>
                          <m:dPr>
                            <m:begChr m:val="‖"/>
                            <m:endChr m:val="‖"/>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𝑤</m:t>
                            </m:r>
                          </m:e>
                        </m:d>
                        <m:r>
                          <a:rPr lang="en-US" i="1" baseline="-25000">
                            <a:solidFill>
                              <a:schemeClr val="tx1"/>
                            </a:solidFill>
                            <a:latin typeface="Cambria Math" panose="02040503050406030204" pitchFamily="18" charset="0"/>
                          </a:rPr>
                          <m:t>2</m:t>
                        </m:r>
                      </m:den>
                    </m:f>
                  </m:oMath>
                </a14:m>
                <a:endParaRPr lang="en-US" b="0">
                  <a:solidFill>
                    <a:schemeClr val="tx1"/>
                  </a:solidFill>
                </a:endParaRPr>
              </a:p>
            </p:txBody>
          </p:sp>
        </mc:Choice>
        <mc:Fallback>
          <p:sp>
            <p:nvSpPr>
              <p:cNvPr id="3" name="Content Placeholder 2">
                <a:extLst>
                  <a:ext uri="{FF2B5EF4-FFF2-40B4-BE49-F238E27FC236}">
                    <a16:creationId xmlns:a16="http://schemas.microsoft.com/office/drawing/2014/main" id="{0F4D4710-7D90-052B-813C-1DD23B35A8F6}"/>
                  </a:ext>
                </a:extLst>
              </p:cNvPr>
              <p:cNvSpPr>
                <a:spLocks noGrp="1" noRot="1" noChangeAspect="1" noMove="1" noResize="1" noEditPoints="1" noAdjustHandles="1" noChangeArrowheads="1" noChangeShapeType="1" noTextEdit="1"/>
              </p:cNvSpPr>
              <p:nvPr>
                <p:ph idx="1"/>
              </p:nvPr>
            </p:nvSpPr>
            <p:spPr>
              <a:xfrm>
                <a:off x="415206" y="1729270"/>
                <a:ext cx="10972800" cy="2913105"/>
              </a:xfrm>
              <a:blipFill>
                <a:blip r:embed="rId2"/>
                <a:stretch>
                  <a:fillRect l="-1167" t="-2720" b="-628"/>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5284F0AD-D9B9-8DBD-D694-4B369C372E1A}"/>
              </a:ext>
            </a:extLst>
          </p:cNvPr>
          <p:cNvSpPr/>
          <p:nvPr/>
        </p:nvSpPr>
        <p:spPr>
          <a:xfrm>
            <a:off x="415206" y="1256726"/>
            <a:ext cx="4429418" cy="369332"/>
          </a:xfrm>
          <a:prstGeom prst="rect">
            <a:avLst/>
          </a:prstGeom>
        </p:spPr>
        <p:txBody>
          <a:bodyPr wrap="none">
            <a:spAutoFit/>
          </a:bodyPr>
          <a:lstStyle/>
          <a:p>
            <a:r>
              <a:rPr lang="en-US">
                <a:solidFill>
                  <a:srgbClr val="002060"/>
                </a:solidFill>
              </a:rPr>
              <a:t>2. Formulate a margin for the hyperplane:</a:t>
            </a:r>
          </a:p>
        </p:txBody>
      </p:sp>
      <p:cxnSp>
        <p:nvCxnSpPr>
          <p:cNvPr id="5" name="Straight Arrow Connector 4">
            <a:extLst>
              <a:ext uri="{FF2B5EF4-FFF2-40B4-BE49-F238E27FC236}">
                <a16:creationId xmlns:a16="http://schemas.microsoft.com/office/drawing/2014/main" id="{75901F0B-742F-4DAF-8E28-724D3352C16E}"/>
              </a:ext>
            </a:extLst>
          </p:cNvPr>
          <p:cNvCxnSpPr/>
          <p:nvPr/>
        </p:nvCxnSpPr>
        <p:spPr>
          <a:xfrm>
            <a:off x="9658502" y="3360326"/>
            <a:ext cx="200403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E404549B-BE38-94FC-9B8F-9E6A9D7933C9}"/>
              </a:ext>
            </a:extLst>
          </p:cNvPr>
          <p:cNvCxnSpPr/>
          <p:nvPr/>
        </p:nvCxnSpPr>
        <p:spPr>
          <a:xfrm flipV="1">
            <a:off x="9658503" y="1522845"/>
            <a:ext cx="0" cy="1837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44D40A1-7174-011E-57D5-A3903B330EA9}"/>
              </a:ext>
            </a:extLst>
          </p:cNvPr>
          <p:cNvCxnSpPr/>
          <p:nvPr/>
        </p:nvCxnSpPr>
        <p:spPr>
          <a:xfrm>
            <a:off x="9658502" y="2421768"/>
            <a:ext cx="1002015" cy="9617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4705C80-5266-7E25-0E58-E4724282F69C}"/>
              </a:ext>
            </a:extLst>
          </p:cNvPr>
          <p:cNvCxnSpPr>
            <a:cxnSpLocks/>
          </p:cNvCxnSpPr>
          <p:nvPr/>
        </p:nvCxnSpPr>
        <p:spPr>
          <a:xfrm flipV="1">
            <a:off x="10378327" y="2661312"/>
            <a:ext cx="613459" cy="452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729A39F-229B-7914-187A-A56099796545}"/>
              </a:ext>
            </a:extLst>
          </p:cNvPr>
          <p:cNvCxnSpPr>
            <a:cxnSpLocks/>
          </p:cNvCxnSpPr>
          <p:nvPr/>
        </p:nvCxnSpPr>
        <p:spPr>
          <a:xfrm flipV="1">
            <a:off x="9862265" y="1725525"/>
            <a:ext cx="1219013" cy="890067"/>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D52C2A3-13CD-BF5A-1C3A-CF8D8B25D112}"/>
              </a:ext>
            </a:extLst>
          </p:cNvPr>
          <p:cNvSpPr txBox="1"/>
          <p:nvPr/>
        </p:nvSpPr>
        <p:spPr>
          <a:xfrm>
            <a:off x="11012741" y="1355718"/>
            <a:ext cx="216494" cy="215444"/>
          </a:xfrm>
          <a:prstGeom prst="rect">
            <a:avLst/>
          </a:prstGeom>
          <a:noFill/>
        </p:spPr>
        <p:txBody>
          <a:bodyPr wrap="square" rtlCol="0">
            <a:spAutoFit/>
          </a:bodyPr>
          <a:lstStyle/>
          <a:p>
            <a:r>
              <a:rPr lang="en-US" sz="800"/>
              <a:t>x </a:t>
            </a:r>
          </a:p>
        </p:txBody>
      </p:sp>
      <p:sp>
        <p:nvSpPr>
          <p:cNvPr id="11" name="Flowchart: Connector 10">
            <a:extLst>
              <a:ext uri="{FF2B5EF4-FFF2-40B4-BE49-F238E27FC236}">
                <a16:creationId xmlns:a16="http://schemas.microsoft.com/office/drawing/2014/main" id="{9364B70B-D987-9F10-0DA8-FA62D6CDC10F}"/>
              </a:ext>
            </a:extLst>
          </p:cNvPr>
          <p:cNvSpPr/>
          <p:nvPr/>
        </p:nvSpPr>
        <p:spPr>
          <a:xfrm>
            <a:off x="11034978" y="1641104"/>
            <a:ext cx="194257" cy="88167"/>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1871180-0137-CCB9-AD30-6798A9CF84BB}"/>
              </a:ext>
            </a:extLst>
          </p:cNvPr>
          <p:cNvSpPr txBox="1"/>
          <p:nvPr/>
        </p:nvSpPr>
        <p:spPr>
          <a:xfrm>
            <a:off x="10392193" y="1842503"/>
            <a:ext cx="216494" cy="215444"/>
          </a:xfrm>
          <a:prstGeom prst="rect">
            <a:avLst/>
          </a:prstGeom>
          <a:noFill/>
        </p:spPr>
        <p:txBody>
          <a:bodyPr wrap="square" rtlCol="0">
            <a:spAutoFit/>
          </a:bodyPr>
          <a:lstStyle/>
          <a:p>
            <a:r>
              <a:rPr lang="en-US" sz="800"/>
              <a:t>d </a:t>
            </a:r>
          </a:p>
        </p:txBody>
      </p:sp>
      <p:sp>
        <p:nvSpPr>
          <p:cNvPr id="13" name="TextBox 12">
            <a:extLst>
              <a:ext uri="{FF2B5EF4-FFF2-40B4-BE49-F238E27FC236}">
                <a16:creationId xmlns:a16="http://schemas.microsoft.com/office/drawing/2014/main" id="{0C357179-24AD-F0FA-9D08-48245B69ED27}"/>
              </a:ext>
            </a:extLst>
          </p:cNvPr>
          <p:cNvSpPr txBox="1"/>
          <p:nvPr/>
        </p:nvSpPr>
        <p:spPr>
          <a:xfrm>
            <a:off x="10706011" y="2920582"/>
            <a:ext cx="216494" cy="215444"/>
          </a:xfrm>
          <a:prstGeom prst="rect">
            <a:avLst/>
          </a:prstGeom>
          <a:noFill/>
        </p:spPr>
        <p:txBody>
          <a:bodyPr wrap="square" rtlCol="0">
            <a:spAutoFit/>
          </a:bodyPr>
          <a:lstStyle/>
          <a:p>
            <a:r>
              <a:rPr lang="en-US" sz="800"/>
              <a:t>w</a:t>
            </a:r>
          </a:p>
        </p:txBody>
      </p:sp>
      <p:sp>
        <p:nvSpPr>
          <p:cNvPr id="15" name="TextBox 14">
            <a:extLst>
              <a:ext uri="{FF2B5EF4-FFF2-40B4-BE49-F238E27FC236}">
                <a16:creationId xmlns:a16="http://schemas.microsoft.com/office/drawing/2014/main" id="{DA45079F-0F9F-436D-8CB5-1940C87DA394}"/>
              </a:ext>
            </a:extLst>
          </p:cNvPr>
          <p:cNvSpPr txBox="1"/>
          <p:nvPr/>
        </p:nvSpPr>
        <p:spPr>
          <a:xfrm>
            <a:off x="9943014" y="2615592"/>
            <a:ext cx="285011" cy="215444"/>
          </a:xfrm>
          <a:prstGeom prst="rect">
            <a:avLst/>
          </a:prstGeom>
          <a:noFill/>
        </p:spPr>
        <p:txBody>
          <a:bodyPr wrap="square" rtlCol="0">
            <a:spAutoFit/>
          </a:bodyPr>
          <a:lstStyle/>
          <a:p>
            <a:r>
              <a:rPr lang="en-US" sz="800" err="1"/>
              <a:t>x</a:t>
            </a:r>
            <a:r>
              <a:rPr lang="en-US" sz="800" baseline="30000" err="1"/>
              <a:t>P</a:t>
            </a:r>
            <a:endParaRPr lang="en-US" sz="800" baseline="30000"/>
          </a:p>
        </p:txBody>
      </p:sp>
    </p:spTree>
    <p:extLst>
      <p:ext uri="{BB962C8B-B14F-4D97-AF65-F5344CB8AC3E}">
        <p14:creationId xmlns:p14="http://schemas.microsoft.com/office/powerpoint/2010/main" val="5025481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F5FA3-4D74-A1DD-2876-B20A04BD02F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77BE1A-954C-832F-DBE6-2D7AF79C0D37}"/>
              </a:ext>
            </a:extLst>
          </p:cNvPr>
          <p:cNvSpPr>
            <a:spLocks noGrp="1"/>
          </p:cNvSpPr>
          <p:nvPr>
            <p:ph type="sldNum" sz="quarter" idx="10"/>
          </p:nvPr>
        </p:nvSpPr>
        <p:spPr/>
        <p:txBody>
          <a:bodyPr/>
          <a:lstStyle/>
          <a:p>
            <a:fld id="{48FFE6E1-85EB-9E42-824B-7CC9267ED8B9}" type="slidenum">
              <a:rPr lang="en-US" smtClean="0"/>
              <a:pPr/>
              <a:t>14</a:t>
            </a:fld>
            <a:endParaRPr lang="en-US"/>
          </a:p>
        </p:txBody>
      </p:sp>
      <p:sp>
        <p:nvSpPr>
          <p:cNvPr id="21" name="Title 8">
            <a:extLst>
              <a:ext uri="{FF2B5EF4-FFF2-40B4-BE49-F238E27FC236}">
                <a16:creationId xmlns:a16="http://schemas.microsoft.com/office/drawing/2014/main" id="{F2142FA5-E959-8050-1D5D-606BBE7B859F}"/>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Algorithm 2 -  Support Vector Machine (SVM) – contd..</a:t>
            </a:r>
            <a:endParaRPr lang="en-US" sz="2400">
              <a:solidFill>
                <a:srgbClr val="002060"/>
              </a:solidFill>
            </a:endParaRPr>
          </a:p>
        </p:txBody>
      </p:sp>
      <p:sp>
        <p:nvSpPr>
          <p:cNvPr id="17" name="TextBox 16">
            <a:extLst>
              <a:ext uri="{FF2B5EF4-FFF2-40B4-BE49-F238E27FC236}">
                <a16:creationId xmlns:a16="http://schemas.microsoft.com/office/drawing/2014/main" id="{D2C39F44-2AFB-B22D-B6C6-9AFC927E7B4C}"/>
              </a:ext>
            </a:extLst>
          </p:cNvPr>
          <p:cNvSpPr txBox="1"/>
          <p:nvPr/>
        </p:nvSpPr>
        <p:spPr>
          <a:xfrm>
            <a:off x="562317" y="1590685"/>
            <a:ext cx="2645546" cy="830997"/>
          </a:xfrm>
          <a:prstGeom prst="rect">
            <a:avLst/>
          </a:prstGeom>
          <a:noFill/>
        </p:spPr>
        <p:txBody>
          <a:bodyPr wrap="square" rtlCol="0">
            <a:spAutoFit/>
          </a:bodyPr>
          <a:lstStyle/>
          <a:p>
            <a:r>
              <a:rPr lang="en-US" sz="1600" b="1" i="1"/>
              <a:t>Cost Function: </a:t>
            </a:r>
            <a:r>
              <a:rPr lang="en-US" sz="1600"/>
              <a:t>Look for the hyperplane with maximum separation</a:t>
            </a:r>
          </a:p>
        </p:txBody>
      </p:sp>
      <p:sp>
        <p:nvSpPr>
          <p:cNvPr id="18" name="TextBox 17">
            <a:extLst>
              <a:ext uri="{FF2B5EF4-FFF2-40B4-BE49-F238E27FC236}">
                <a16:creationId xmlns:a16="http://schemas.microsoft.com/office/drawing/2014/main" id="{43207CCC-3AB4-0299-4228-129EA606D404}"/>
              </a:ext>
            </a:extLst>
          </p:cNvPr>
          <p:cNvSpPr txBox="1"/>
          <p:nvPr/>
        </p:nvSpPr>
        <p:spPr>
          <a:xfrm>
            <a:off x="562317" y="2491368"/>
            <a:ext cx="2645546" cy="830997"/>
          </a:xfrm>
          <a:prstGeom prst="rect">
            <a:avLst/>
          </a:prstGeom>
          <a:noFill/>
        </p:spPr>
        <p:txBody>
          <a:bodyPr wrap="square" rtlCol="0">
            <a:spAutoFit/>
          </a:bodyPr>
          <a:lstStyle/>
          <a:p>
            <a:r>
              <a:rPr lang="en-US" sz="1600" b="1" i="1"/>
              <a:t>Hard Constraint </a:t>
            </a:r>
            <a:r>
              <a:rPr lang="en-US" sz="1600" i="1"/>
              <a:t>All datapoints to be classified correctly</a:t>
            </a:r>
            <a:endParaRPr lang="en-US" sz="1600"/>
          </a:p>
        </p:txBody>
      </p:sp>
      <p:sp>
        <p:nvSpPr>
          <p:cNvPr id="19" name="TextBox 18">
            <a:extLst>
              <a:ext uri="{FF2B5EF4-FFF2-40B4-BE49-F238E27FC236}">
                <a16:creationId xmlns:a16="http://schemas.microsoft.com/office/drawing/2014/main" id="{846383E4-33AB-F58A-C8CF-67B1BA07A40C}"/>
              </a:ext>
            </a:extLst>
          </p:cNvPr>
          <p:cNvSpPr txBox="1"/>
          <p:nvPr/>
        </p:nvSpPr>
        <p:spPr>
          <a:xfrm>
            <a:off x="5845086" y="1583427"/>
            <a:ext cx="2645546" cy="1323439"/>
          </a:xfrm>
          <a:prstGeom prst="rect">
            <a:avLst/>
          </a:prstGeom>
          <a:noFill/>
        </p:spPr>
        <p:txBody>
          <a:bodyPr wrap="square" rtlCol="0">
            <a:spAutoFit/>
          </a:bodyPr>
          <a:lstStyle/>
          <a:p>
            <a:r>
              <a:rPr lang="en-US" sz="1600" b="1" i="1"/>
              <a:t>Soft Constraint </a:t>
            </a:r>
            <a:r>
              <a:rPr lang="en-US" sz="1600" i="1"/>
              <a:t>We can allow for slight misclassification by introducing some slack variables in the optimization criteria</a:t>
            </a:r>
            <a:endParaRPr lang="en-US" sz="1600"/>
          </a:p>
        </p:txBody>
      </p:sp>
      <p:sp>
        <p:nvSpPr>
          <p:cNvPr id="20" name="TextBox 19">
            <a:extLst>
              <a:ext uri="{FF2B5EF4-FFF2-40B4-BE49-F238E27FC236}">
                <a16:creationId xmlns:a16="http://schemas.microsoft.com/office/drawing/2014/main" id="{C6CA6D4B-E063-6ABB-0918-D58AC03F8218}"/>
              </a:ext>
            </a:extLst>
          </p:cNvPr>
          <p:cNvSpPr txBox="1"/>
          <p:nvPr/>
        </p:nvSpPr>
        <p:spPr>
          <a:xfrm>
            <a:off x="562316" y="1167992"/>
            <a:ext cx="3077381" cy="369332"/>
          </a:xfrm>
          <a:prstGeom prst="rect">
            <a:avLst/>
          </a:prstGeom>
          <a:noFill/>
        </p:spPr>
        <p:txBody>
          <a:bodyPr wrap="none" rtlCol="0">
            <a:spAutoFit/>
          </a:bodyPr>
          <a:lstStyle/>
          <a:p>
            <a:r>
              <a:rPr lang="en-US">
                <a:solidFill>
                  <a:srgbClr val="002060"/>
                </a:solidFill>
              </a:rPr>
              <a:t>3. Formulate the Cost Function</a:t>
            </a:r>
          </a:p>
        </p:txBody>
      </p:sp>
      <p:sp>
        <p:nvSpPr>
          <p:cNvPr id="22" name="TextBox 21">
            <a:extLst>
              <a:ext uri="{FF2B5EF4-FFF2-40B4-BE49-F238E27FC236}">
                <a16:creationId xmlns:a16="http://schemas.microsoft.com/office/drawing/2014/main" id="{BFC8E903-3E32-900F-EA8E-AF51E7600832}"/>
              </a:ext>
            </a:extLst>
          </p:cNvPr>
          <p:cNvSpPr txBox="1"/>
          <p:nvPr/>
        </p:nvSpPr>
        <p:spPr>
          <a:xfrm>
            <a:off x="562316" y="3554547"/>
            <a:ext cx="5116978" cy="369332"/>
          </a:xfrm>
          <a:prstGeom prst="rect">
            <a:avLst/>
          </a:prstGeom>
          <a:noFill/>
        </p:spPr>
        <p:txBody>
          <a:bodyPr wrap="none" rtlCol="0">
            <a:spAutoFit/>
          </a:bodyPr>
          <a:lstStyle/>
          <a:p>
            <a:r>
              <a:rPr lang="en-US">
                <a:solidFill>
                  <a:srgbClr val="002060"/>
                </a:solidFill>
              </a:rPr>
              <a:t>4. Solve the cost function </a:t>
            </a:r>
            <a:r>
              <a:rPr lang="en-US" i="1">
                <a:solidFill>
                  <a:srgbClr val="002060"/>
                </a:solidFill>
              </a:rPr>
              <a:t>(Not discussed in Training)</a:t>
            </a:r>
            <a:r>
              <a:rPr lang="en-US">
                <a:solidFill>
                  <a:srgbClr val="002060"/>
                </a:solidFill>
              </a:rPr>
              <a:t> </a:t>
            </a:r>
          </a:p>
        </p:txBody>
      </p:sp>
      <p:sp>
        <p:nvSpPr>
          <p:cNvPr id="23" name="TextBox 22">
            <a:extLst>
              <a:ext uri="{FF2B5EF4-FFF2-40B4-BE49-F238E27FC236}">
                <a16:creationId xmlns:a16="http://schemas.microsoft.com/office/drawing/2014/main" id="{0D2002EB-40CF-FE90-B77B-6A288308E3F4}"/>
              </a:ext>
            </a:extLst>
          </p:cNvPr>
          <p:cNvSpPr txBox="1"/>
          <p:nvPr/>
        </p:nvSpPr>
        <p:spPr>
          <a:xfrm>
            <a:off x="852946" y="4080705"/>
            <a:ext cx="10326225" cy="369332"/>
          </a:xfrm>
          <a:prstGeom prst="rect">
            <a:avLst/>
          </a:prstGeom>
          <a:noFill/>
        </p:spPr>
        <p:txBody>
          <a:bodyPr wrap="none" rtlCol="0">
            <a:spAutoFit/>
          </a:bodyPr>
          <a:lstStyle/>
          <a:p>
            <a:r>
              <a:rPr lang="en-US"/>
              <a:t>The solution will give the optimal values of the unknown parameters </a:t>
            </a:r>
            <a:r>
              <a:rPr lang="en-US" b="1"/>
              <a:t>(w, b)</a:t>
            </a:r>
            <a:r>
              <a:rPr lang="en-US"/>
              <a:t> of the best separating hyperplane</a:t>
            </a:r>
          </a:p>
        </p:txBody>
      </p:sp>
      <p:sp>
        <p:nvSpPr>
          <p:cNvPr id="24" name="TextBox 23">
            <a:extLst>
              <a:ext uri="{FF2B5EF4-FFF2-40B4-BE49-F238E27FC236}">
                <a16:creationId xmlns:a16="http://schemas.microsoft.com/office/drawing/2014/main" id="{94C63ECE-A0C0-AAAF-6202-F2E1EACC8EE4}"/>
              </a:ext>
            </a:extLst>
          </p:cNvPr>
          <p:cNvSpPr txBox="1"/>
          <p:nvPr/>
        </p:nvSpPr>
        <p:spPr>
          <a:xfrm>
            <a:off x="562316" y="4693854"/>
            <a:ext cx="4928785" cy="369332"/>
          </a:xfrm>
          <a:prstGeom prst="rect">
            <a:avLst/>
          </a:prstGeom>
          <a:noFill/>
        </p:spPr>
        <p:txBody>
          <a:bodyPr wrap="none" rtlCol="0">
            <a:spAutoFit/>
          </a:bodyPr>
          <a:lstStyle/>
          <a:p>
            <a:r>
              <a:rPr lang="en-US">
                <a:solidFill>
                  <a:srgbClr val="002060"/>
                </a:solidFill>
              </a:rPr>
              <a:t>5. Use the hyperplane to classify new datapoints x</a:t>
            </a:r>
            <a:r>
              <a:rPr lang="en-US" baseline="-25000">
                <a:solidFill>
                  <a:srgbClr val="002060"/>
                </a:solidFill>
              </a:rPr>
              <a:t>i</a:t>
            </a:r>
          </a:p>
        </p:txBody>
      </p:sp>
      <p:sp>
        <p:nvSpPr>
          <p:cNvPr id="25" name="TextBox 24">
            <a:extLst>
              <a:ext uri="{FF2B5EF4-FFF2-40B4-BE49-F238E27FC236}">
                <a16:creationId xmlns:a16="http://schemas.microsoft.com/office/drawing/2014/main" id="{F7E472EC-C57A-5300-C81C-F7F325DF49AD}"/>
              </a:ext>
            </a:extLst>
          </p:cNvPr>
          <p:cNvSpPr txBox="1"/>
          <p:nvPr/>
        </p:nvSpPr>
        <p:spPr>
          <a:xfrm>
            <a:off x="3001382" y="5157897"/>
            <a:ext cx="3321871" cy="369332"/>
          </a:xfrm>
          <a:prstGeom prst="rect">
            <a:avLst/>
          </a:prstGeom>
          <a:noFill/>
        </p:spPr>
        <p:txBody>
          <a:bodyPr wrap="none" rtlCol="0">
            <a:spAutoFit/>
          </a:bodyPr>
          <a:lstStyle/>
          <a:p>
            <a:r>
              <a:rPr lang="en-US"/>
              <a:t>      then classify </a:t>
            </a:r>
            <a:r>
              <a:rPr lang="en-US">
                <a:solidFill>
                  <a:srgbClr val="002060"/>
                </a:solidFill>
              </a:rPr>
              <a:t>x</a:t>
            </a:r>
            <a:r>
              <a:rPr lang="en-US" baseline="-25000">
                <a:solidFill>
                  <a:srgbClr val="002060"/>
                </a:solidFill>
              </a:rPr>
              <a:t>i</a:t>
            </a:r>
            <a:r>
              <a:rPr lang="en-US"/>
              <a:t> as Class A  </a:t>
            </a:r>
          </a:p>
        </p:txBody>
      </p:sp>
      <p:sp>
        <p:nvSpPr>
          <p:cNvPr id="26" name="TextBox 25">
            <a:extLst>
              <a:ext uri="{FF2B5EF4-FFF2-40B4-BE49-F238E27FC236}">
                <a16:creationId xmlns:a16="http://schemas.microsoft.com/office/drawing/2014/main" id="{0F9AB415-15A1-CC04-4EF5-FB6923537D06}"/>
              </a:ext>
            </a:extLst>
          </p:cNvPr>
          <p:cNvSpPr txBox="1"/>
          <p:nvPr/>
        </p:nvSpPr>
        <p:spPr>
          <a:xfrm>
            <a:off x="3001382" y="5623071"/>
            <a:ext cx="3198311" cy="369332"/>
          </a:xfrm>
          <a:prstGeom prst="rect">
            <a:avLst/>
          </a:prstGeom>
          <a:noFill/>
        </p:spPr>
        <p:txBody>
          <a:bodyPr wrap="none" rtlCol="0">
            <a:spAutoFit/>
          </a:bodyPr>
          <a:lstStyle/>
          <a:p>
            <a:r>
              <a:rPr lang="en-US"/>
              <a:t>      then classify </a:t>
            </a:r>
            <a:r>
              <a:rPr lang="en-US">
                <a:solidFill>
                  <a:srgbClr val="002060"/>
                </a:solidFill>
              </a:rPr>
              <a:t>x</a:t>
            </a:r>
            <a:r>
              <a:rPr lang="en-US" baseline="-25000">
                <a:solidFill>
                  <a:srgbClr val="002060"/>
                </a:solidFill>
              </a:rPr>
              <a:t>i </a:t>
            </a:r>
            <a:r>
              <a:rPr lang="en-US"/>
              <a:t>as Class B</a:t>
            </a:r>
          </a:p>
        </p:txBody>
      </p:sp>
      <p:sp>
        <p:nvSpPr>
          <p:cNvPr id="27" name="TextBox 26">
            <a:extLst>
              <a:ext uri="{FF2B5EF4-FFF2-40B4-BE49-F238E27FC236}">
                <a16:creationId xmlns:a16="http://schemas.microsoft.com/office/drawing/2014/main" id="{CC76C041-E9AF-12FD-5A71-DDB088C626AD}"/>
              </a:ext>
            </a:extLst>
          </p:cNvPr>
          <p:cNvSpPr txBox="1"/>
          <p:nvPr/>
        </p:nvSpPr>
        <p:spPr>
          <a:xfrm>
            <a:off x="1494128" y="5155459"/>
            <a:ext cx="312906" cy="369332"/>
          </a:xfrm>
          <a:prstGeom prst="rect">
            <a:avLst/>
          </a:prstGeom>
          <a:noFill/>
        </p:spPr>
        <p:txBody>
          <a:bodyPr wrap="none" rtlCol="0">
            <a:spAutoFit/>
          </a:bodyPr>
          <a:lstStyle/>
          <a:p>
            <a:r>
              <a:rPr lang="en-US"/>
              <a:t>If</a:t>
            </a:r>
          </a:p>
        </p:txBody>
      </p:sp>
      <p:sp>
        <p:nvSpPr>
          <p:cNvPr id="28" name="TextBox 27">
            <a:extLst>
              <a:ext uri="{FF2B5EF4-FFF2-40B4-BE49-F238E27FC236}">
                <a16:creationId xmlns:a16="http://schemas.microsoft.com/office/drawing/2014/main" id="{0333453C-0C9E-95F4-B3D6-2677C1D679B9}"/>
              </a:ext>
            </a:extLst>
          </p:cNvPr>
          <p:cNvSpPr txBox="1"/>
          <p:nvPr/>
        </p:nvSpPr>
        <p:spPr>
          <a:xfrm>
            <a:off x="1494128" y="5605093"/>
            <a:ext cx="312906" cy="369332"/>
          </a:xfrm>
          <a:prstGeom prst="rect">
            <a:avLst/>
          </a:prstGeom>
          <a:noFill/>
        </p:spPr>
        <p:txBody>
          <a:bodyPr wrap="none" rtlCol="0">
            <a:spAutoFit/>
          </a:bodyPr>
          <a:lstStyle/>
          <a:p>
            <a:r>
              <a:rPr lang="en-US"/>
              <a:t>If</a:t>
            </a:r>
          </a:p>
        </p:txBody>
      </p:sp>
      <p:sp>
        <p:nvSpPr>
          <p:cNvPr id="29" name="Rectangle 28">
            <a:extLst>
              <a:ext uri="{FF2B5EF4-FFF2-40B4-BE49-F238E27FC236}">
                <a16:creationId xmlns:a16="http://schemas.microsoft.com/office/drawing/2014/main" id="{B1ADFD6E-5A72-AAB2-BDB5-2A75E0E03BE0}"/>
              </a:ext>
            </a:extLst>
          </p:cNvPr>
          <p:cNvSpPr/>
          <p:nvPr/>
        </p:nvSpPr>
        <p:spPr>
          <a:xfrm>
            <a:off x="3554345" y="1583460"/>
            <a:ext cx="1657441" cy="369332"/>
          </a:xfrm>
          <a:prstGeom prst="rect">
            <a:avLst/>
          </a:prstGeom>
        </p:spPr>
        <p:txBody>
          <a:bodyPr wrap="none">
            <a:spAutoFit/>
          </a:bodyPr>
          <a:lstStyle/>
          <a:p>
            <a:r>
              <a:rPr lang="en-US"/>
              <a:t>max </a:t>
            </a:r>
            <a:r>
              <a:rPr lang="en-US" baseline="-25000" err="1"/>
              <a:t>w,b</a:t>
            </a:r>
            <a:r>
              <a:rPr lang="en-US"/>
              <a:t> Ƴ(</a:t>
            </a:r>
            <a:r>
              <a:rPr lang="en-US" err="1"/>
              <a:t>w,b</a:t>
            </a:r>
            <a:r>
              <a:rPr lang="en-US"/>
              <a:t>)</a:t>
            </a:r>
          </a:p>
        </p:txBody>
      </p:sp>
      <mc:AlternateContent xmlns:mc="http://schemas.openxmlformats.org/markup-compatibility/2006">
        <mc:Choice xmlns:a14="http://schemas.microsoft.com/office/drawing/2010/main" Requires="a14">
          <p:sp>
            <p:nvSpPr>
              <p:cNvPr id="30" name="Rectangle 29">
                <a:extLst>
                  <a:ext uri="{FF2B5EF4-FFF2-40B4-BE49-F238E27FC236}">
                    <a16:creationId xmlns:a16="http://schemas.microsoft.com/office/drawing/2014/main" id="{43571BA6-8312-45D3-6888-1F1E01D613A4}"/>
                  </a:ext>
                </a:extLst>
              </p:cNvPr>
              <p:cNvSpPr/>
              <p:nvPr/>
            </p:nvSpPr>
            <p:spPr>
              <a:xfrm>
                <a:off x="3286349" y="2609860"/>
                <a:ext cx="1990097" cy="369332"/>
              </a:xfrm>
              <a:prstGeom prst="rect">
                <a:avLst/>
              </a:prstGeom>
            </p:spPr>
            <p:txBody>
              <a:bodyPr wrap="none">
                <a:spAutoFit/>
              </a:bodyPr>
              <a:lstStyle/>
              <a:p>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baseline="-25000"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rPr>
                      <m:t>𝑦</m:t>
                    </m:r>
                    <m:r>
                      <a:rPr lang="en-US" b="0" i="1" baseline="-25000" smtClean="0">
                        <a:latin typeface="Cambria Math" panose="02040503050406030204" pitchFamily="18" charset="0"/>
                      </a:rPr>
                      <m:t>𝑖</m:t>
                    </m:r>
                    <m:r>
                      <a:rPr lang="en-US" b="0" i="1" smtClean="0">
                        <a:latin typeface="Cambria Math" panose="02040503050406030204" pitchFamily="18" charset="0"/>
                      </a:rPr>
                      <m:t>(</m:t>
                    </m:r>
                    <m:r>
                      <a:rPr lang="en-US" i="1" smtClean="0">
                        <a:latin typeface="Cambria Math" panose="02040503050406030204" pitchFamily="18" charset="0"/>
                      </a:rPr>
                      <m:t>𝑤</m:t>
                    </m:r>
                    <m:r>
                      <a:rPr lang="en-US" i="1" baseline="30000">
                        <a:latin typeface="Cambria Math" panose="02040503050406030204" pitchFamily="18" charset="0"/>
                      </a:rPr>
                      <m:t>𝑇</m:t>
                    </m:r>
                    <m:r>
                      <a:rPr lang="en-US" i="1" dirty="0">
                        <a:latin typeface="Cambria Math" panose="02040503050406030204" pitchFamily="18" charset="0"/>
                      </a:rPr>
                      <m:t>𝑥</m:t>
                    </m:r>
                    <m:r>
                      <a:rPr lang="en-US" b="0" i="1" baseline="-25000" dirty="0" smtClean="0">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𝑏</m:t>
                    </m:r>
                  </m:oMath>
                </a14:m>
                <a:r>
                  <a:rPr lang="en-US"/>
                  <a:t>) ≥ 0</a:t>
                </a:r>
              </a:p>
            </p:txBody>
          </p:sp>
        </mc:Choice>
        <mc:Fallback>
          <p:sp>
            <p:nvSpPr>
              <p:cNvPr id="30" name="Rectangle 29">
                <a:extLst>
                  <a:ext uri="{FF2B5EF4-FFF2-40B4-BE49-F238E27FC236}">
                    <a16:creationId xmlns:a16="http://schemas.microsoft.com/office/drawing/2014/main" id="{43571BA6-8312-45D3-6888-1F1E01D613A4}"/>
                  </a:ext>
                </a:extLst>
              </p:cNvPr>
              <p:cNvSpPr>
                <a:spLocks noRot="1" noChangeAspect="1" noMove="1" noResize="1" noEditPoints="1" noAdjustHandles="1" noChangeArrowheads="1" noChangeShapeType="1" noTextEdit="1"/>
              </p:cNvSpPr>
              <p:nvPr/>
            </p:nvSpPr>
            <p:spPr>
              <a:xfrm>
                <a:off x="3286349" y="2609860"/>
                <a:ext cx="1990097" cy="369332"/>
              </a:xfrm>
              <a:prstGeom prst="rect">
                <a:avLst/>
              </a:prstGeom>
              <a:blipFill>
                <a:blip r:embed="rId2"/>
                <a:stretch>
                  <a:fillRect t="-8197" r="-306" b="-24590"/>
                </a:stretch>
              </a:blipFill>
            </p:spPr>
            <p:txBody>
              <a:bodyPr/>
              <a:lstStyle/>
              <a:p>
                <a:r>
                  <a:rPr lang="en-US">
                    <a:noFill/>
                  </a:rPr>
                  <a:t> </a:t>
                </a:r>
              </a:p>
            </p:txBody>
          </p:sp>
        </mc:Fallback>
      </mc:AlternateContent>
      <p:sp>
        <p:nvSpPr>
          <p:cNvPr id="31" name="Right Brace 30">
            <a:extLst>
              <a:ext uri="{FF2B5EF4-FFF2-40B4-BE49-F238E27FC236}">
                <a16:creationId xmlns:a16="http://schemas.microsoft.com/office/drawing/2014/main" id="{B1914164-A5E9-93A3-5B7C-B838328F49C7}"/>
              </a:ext>
            </a:extLst>
          </p:cNvPr>
          <p:cNvSpPr/>
          <p:nvPr/>
        </p:nvSpPr>
        <p:spPr>
          <a:xfrm rot="5400000">
            <a:off x="4170609" y="2185150"/>
            <a:ext cx="221574" cy="1747249"/>
          </a:xfrm>
          <a:prstGeom prst="rightBrace">
            <a:avLst>
              <a:gd name="adj1" fmla="val 8333"/>
              <a:gd name="adj2" fmla="val 5158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B9E8AE2B-7F03-75DC-4CF3-430F708BB4A8}"/>
              </a:ext>
            </a:extLst>
          </p:cNvPr>
          <p:cNvSpPr txBox="1"/>
          <p:nvPr/>
        </p:nvSpPr>
        <p:spPr>
          <a:xfrm>
            <a:off x="3275276" y="3172569"/>
            <a:ext cx="1817288" cy="276999"/>
          </a:xfrm>
          <a:prstGeom prst="rect">
            <a:avLst/>
          </a:prstGeom>
          <a:noFill/>
        </p:spPr>
        <p:txBody>
          <a:bodyPr wrap="square" rtlCol="0">
            <a:spAutoFit/>
          </a:bodyPr>
          <a:lstStyle/>
          <a:p>
            <a:pPr algn="ctr"/>
            <a:r>
              <a:rPr lang="en-US" sz="1200"/>
              <a:t>Separating Hyperplane</a:t>
            </a:r>
          </a:p>
        </p:txBody>
      </p:sp>
      <p:sp>
        <p:nvSpPr>
          <p:cNvPr id="33" name="Right Brace 32">
            <a:extLst>
              <a:ext uri="{FF2B5EF4-FFF2-40B4-BE49-F238E27FC236}">
                <a16:creationId xmlns:a16="http://schemas.microsoft.com/office/drawing/2014/main" id="{3E16B866-A0BC-549D-2E18-5D97DCD72AE8}"/>
              </a:ext>
            </a:extLst>
          </p:cNvPr>
          <p:cNvSpPr/>
          <p:nvPr/>
        </p:nvSpPr>
        <p:spPr>
          <a:xfrm rot="5400000">
            <a:off x="4323009" y="1146063"/>
            <a:ext cx="221574" cy="1747249"/>
          </a:xfrm>
          <a:prstGeom prst="rightBrace">
            <a:avLst>
              <a:gd name="adj1" fmla="val 8333"/>
              <a:gd name="adj2" fmla="val 5158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TextBox 33">
            <a:extLst>
              <a:ext uri="{FF2B5EF4-FFF2-40B4-BE49-F238E27FC236}">
                <a16:creationId xmlns:a16="http://schemas.microsoft.com/office/drawing/2014/main" id="{6D7ECA48-70C7-94D5-9E33-7994BD665172}"/>
              </a:ext>
            </a:extLst>
          </p:cNvPr>
          <p:cNvSpPr txBox="1"/>
          <p:nvPr/>
        </p:nvSpPr>
        <p:spPr>
          <a:xfrm>
            <a:off x="3427676" y="2133482"/>
            <a:ext cx="1817288" cy="276999"/>
          </a:xfrm>
          <a:prstGeom prst="rect">
            <a:avLst/>
          </a:prstGeom>
          <a:noFill/>
        </p:spPr>
        <p:txBody>
          <a:bodyPr wrap="square" rtlCol="0">
            <a:spAutoFit/>
          </a:bodyPr>
          <a:lstStyle/>
          <a:p>
            <a:pPr algn="ctr"/>
            <a:r>
              <a:rPr lang="en-US" sz="1200"/>
              <a:t>Maximize the margin</a:t>
            </a:r>
          </a:p>
        </p:txBody>
      </p:sp>
      <mc:AlternateContent xmlns:mc="http://schemas.openxmlformats.org/markup-compatibility/2006">
        <mc:Choice xmlns:a14="http://schemas.microsoft.com/office/drawing/2010/main" Requires="a14">
          <p:sp>
            <p:nvSpPr>
              <p:cNvPr id="35" name="Rectangle 34">
                <a:extLst>
                  <a:ext uri="{FF2B5EF4-FFF2-40B4-BE49-F238E27FC236}">
                    <a16:creationId xmlns:a16="http://schemas.microsoft.com/office/drawing/2014/main" id="{5F0D9E0F-3BA0-7357-E23D-C69551F78D4C}"/>
                  </a:ext>
                </a:extLst>
              </p:cNvPr>
              <p:cNvSpPr/>
              <p:nvPr/>
            </p:nvSpPr>
            <p:spPr>
              <a:xfrm>
                <a:off x="8578927" y="1583460"/>
                <a:ext cx="2477088" cy="370358"/>
              </a:xfrm>
              <a:prstGeom prst="rect">
                <a:avLst/>
              </a:prstGeom>
            </p:spPr>
            <p:txBody>
              <a:bodyPr wrap="none">
                <a:spAutoFit/>
              </a:bodyPr>
              <a:lstStyle/>
              <a:p>
                <a:r>
                  <a:rPr lang="en-US"/>
                  <a:t>min </a:t>
                </a:r>
                <a:r>
                  <a:rPr lang="en-US" baseline="-25000" err="1"/>
                  <a:t>w,b</a:t>
                </a:r>
                <a:r>
                  <a:rPr lang="en-US"/>
                  <a:t> </a:t>
                </a:r>
                <a14:m>
                  <m:oMath xmlns:m="http://schemas.openxmlformats.org/officeDocument/2006/math">
                    <m:r>
                      <a:rPr lang="en-US" i="1">
                        <a:latin typeface="Cambria Math" panose="02040503050406030204" pitchFamily="18" charset="0"/>
                      </a:rPr>
                      <m:t>𝑤</m:t>
                    </m:r>
                    <m:r>
                      <a:rPr lang="en-US" i="1" baseline="30000">
                        <a:latin typeface="Cambria Math" panose="02040503050406030204" pitchFamily="18" charset="0"/>
                      </a:rPr>
                      <m:t>𝑇</m:t>
                    </m:r>
                  </m:oMath>
                </a14:m>
                <a:r>
                  <a:rPr lang="en-US"/>
                  <a:t>w + C</a:t>
                </a:r>
                <a14:m>
                  <m:oMath xmlns:m="http://schemas.openxmlformats.org/officeDocument/2006/math">
                    <m:nary>
                      <m:naryPr>
                        <m:chr m:val="∑"/>
                        <m:limLoc m:val="subSup"/>
                        <m:ctrlPr>
                          <a:rPr lang="en-US" i="1" smtClean="0">
                            <a:latin typeface="Cambria Math" panose="02040503050406030204" pitchFamily="18" charset="0"/>
                          </a:rPr>
                        </m:ctrlPr>
                      </m:naryPr>
                      <m:sub>
                        <m:r>
                          <m:rPr>
                            <m:brk m:alnAt="25"/>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r>
                          <m:rPr>
                            <m:sty m:val="p"/>
                          </m:rPr>
                          <a:rPr lang="el-GR" i="1" smtClean="0">
                            <a:latin typeface="Cambria Math" panose="02040503050406030204" pitchFamily="18" charset="0"/>
                          </a:rPr>
                          <m:t>ξ</m:t>
                        </m:r>
                      </m:e>
                    </m:nary>
                    <m:r>
                      <a:rPr lang="en-US" b="0" i="1" baseline="-25000" smtClean="0">
                        <a:latin typeface="Cambria Math" panose="02040503050406030204" pitchFamily="18" charset="0"/>
                      </a:rPr>
                      <m:t>𝑖</m:t>
                    </m:r>
                  </m:oMath>
                </a14:m>
                <a:endParaRPr lang="en-US" baseline="-25000"/>
              </a:p>
            </p:txBody>
          </p:sp>
        </mc:Choice>
        <mc:Fallback>
          <p:sp>
            <p:nvSpPr>
              <p:cNvPr id="35" name="Rectangle 34">
                <a:extLst>
                  <a:ext uri="{FF2B5EF4-FFF2-40B4-BE49-F238E27FC236}">
                    <a16:creationId xmlns:a16="http://schemas.microsoft.com/office/drawing/2014/main" id="{5F0D9E0F-3BA0-7357-E23D-C69551F78D4C}"/>
                  </a:ext>
                </a:extLst>
              </p:cNvPr>
              <p:cNvSpPr>
                <a:spLocks noRot="1" noChangeAspect="1" noMove="1" noResize="1" noEditPoints="1" noAdjustHandles="1" noChangeArrowheads="1" noChangeShapeType="1" noTextEdit="1"/>
              </p:cNvSpPr>
              <p:nvPr/>
            </p:nvSpPr>
            <p:spPr>
              <a:xfrm>
                <a:off x="8578927" y="1583460"/>
                <a:ext cx="2477088" cy="370358"/>
              </a:xfrm>
              <a:prstGeom prst="rect">
                <a:avLst/>
              </a:prstGeom>
              <a:blipFill>
                <a:blip r:embed="rId3"/>
                <a:stretch>
                  <a:fillRect l="-1966" t="-118033" r="-9091" b="-18524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6" name="Rectangle 35">
                <a:extLst>
                  <a:ext uri="{FF2B5EF4-FFF2-40B4-BE49-F238E27FC236}">
                    <a16:creationId xmlns:a16="http://schemas.microsoft.com/office/drawing/2014/main" id="{B8D4AA08-E4B2-A788-8A6E-69F152A6B473}"/>
                  </a:ext>
                </a:extLst>
              </p:cNvPr>
              <p:cNvSpPr/>
              <p:nvPr/>
            </p:nvSpPr>
            <p:spPr>
              <a:xfrm>
                <a:off x="8578927" y="2130475"/>
                <a:ext cx="2792496" cy="369332"/>
              </a:xfrm>
              <a:prstGeom prst="rect">
                <a:avLst/>
              </a:prstGeom>
            </p:spPr>
            <p:txBody>
              <a:bodyPr wrap="none">
                <a:spAutoFit/>
              </a:bodyPr>
              <a:lstStyle/>
              <a:p>
                <a:r>
                  <a:rPr lang="en-US"/>
                  <a:t>s.t. </a:t>
                </a:r>
                <a14:m>
                  <m:oMath xmlns:m="http://schemas.openxmlformats.org/officeDocument/2006/math">
                    <m:r>
                      <a:rPr lang="en-US" i="1">
                        <a:latin typeface="Cambria Math" panose="02040503050406030204" pitchFamily="18" charset="0"/>
                        <a:ea typeface="Cambria Math" panose="02040503050406030204" pitchFamily="18" charset="0"/>
                      </a:rPr>
                      <m:t>∀</m:t>
                    </m:r>
                    <m:r>
                      <a:rPr lang="en-US" i="1" baseline="-25000">
                        <a:latin typeface="Cambria Math" panose="02040503050406030204" pitchFamily="18" charset="0"/>
                        <a:ea typeface="Cambria Math" panose="02040503050406030204" pitchFamily="18" charset="0"/>
                      </a:rPr>
                      <m:t>𝑖</m:t>
                    </m:r>
                    <m:r>
                      <a:rPr lang="en-US" i="1">
                        <a:latin typeface="Cambria Math" panose="02040503050406030204" pitchFamily="18" charset="0"/>
                      </a:rPr>
                      <m:t>𝑦</m:t>
                    </m:r>
                    <m:r>
                      <a:rPr lang="en-US" i="1" baseline="-25000">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𝑤𝑇𝑥𝑖</m:t>
                    </m:r>
                    <m:r>
                      <a:rPr lang="en-US" i="1">
                        <a:latin typeface="Cambria Math" panose="02040503050406030204" pitchFamily="18" charset="0"/>
                      </a:rPr>
                      <m:t>+</m:t>
                    </m:r>
                    <m:r>
                      <a:rPr lang="en-US" i="1">
                        <a:latin typeface="Cambria Math" panose="02040503050406030204" pitchFamily="18" charset="0"/>
                      </a:rPr>
                      <m:t>𝑏</m:t>
                    </m:r>
                  </m:oMath>
                </a14:m>
                <a:r>
                  <a:rPr lang="en-US"/>
                  <a:t>) ≥ 1 - </a:t>
                </a:r>
                <a14:m>
                  <m:oMath xmlns:m="http://schemas.openxmlformats.org/officeDocument/2006/math">
                    <m:r>
                      <m:rPr>
                        <m:sty m:val="p"/>
                      </m:rPr>
                      <a:rPr lang="el-GR" i="1">
                        <a:latin typeface="Cambria Math" panose="02040503050406030204" pitchFamily="18" charset="0"/>
                      </a:rPr>
                      <m:t>ξ</m:t>
                    </m:r>
                    <m:r>
                      <a:rPr lang="el-GR" i="1">
                        <a:latin typeface="Cambria Math" panose="02040503050406030204" pitchFamily="18" charset="0"/>
                      </a:rPr>
                      <m:t> </m:t>
                    </m:r>
                    <m:r>
                      <a:rPr lang="en-US" b="0" i="1" baseline="-25000" smtClean="0">
                        <a:latin typeface="Cambria Math" panose="02040503050406030204" pitchFamily="18" charset="0"/>
                      </a:rPr>
                      <m:t>𝑖</m:t>
                    </m:r>
                  </m:oMath>
                </a14:m>
                <a:endParaRPr lang="en-US" baseline="-25000"/>
              </a:p>
            </p:txBody>
          </p:sp>
        </mc:Choice>
        <mc:Fallback>
          <p:sp>
            <p:nvSpPr>
              <p:cNvPr id="36" name="Rectangle 35">
                <a:extLst>
                  <a:ext uri="{FF2B5EF4-FFF2-40B4-BE49-F238E27FC236}">
                    <a16:creationId xmlns:a16="http://schemas.microsoft.com/office/drawing/2014/main" id="{B8D4AA08-E4B2-A788-8A6E-69F152A6B473}"/>
                  </a:ext>
                </a:extLst>
              </p:cNvPr>
              <p:cNvSpPr>
                <a:spLocks noRot="1" noChangeAspect="1" noMove="1" noResize="1" noEditPoints="1" noAdjustHandles="1" noChangeArrowheads="1" noChangeShapeType="1" noTextEdit="1"/>
              </p:cNvSpPr>
              <p:nvPr/>
            </p:nvSpPr>
            <p:spPr>
              <a:xfrm>
                <a:off x="8578927" y="2130475"/>
                <a:ext cx="2792496" cy="369332"/>
              </a:xfrm>
              <a:prstGeom prst="rect">
                <a:avLst/>
              </a:prstGeom>
              <a:blipFill>
                <a:blip r:embed="rId4"/>
                <a:stretch>
                  <a:fillRect l="-1747" t="-8197" b="-2459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7" name="Rectangle 36">
                <a:extLst>
                  <a:ext uri="{FF2B5EF4-FFF2-40B4-BE49-F238E27FC236}">
                    <a16:creationId xmlns:a16="http://schemas.microsoft.com/office/drawing/2014/main" id="{35164B9D-374C-F9A5-5167-F3ED8768255D}"/>
                  </a:ext>
                </a:extLst>
              </p:cNvPr>
              <p:cNvSpPr/>
              <p:nvPr/>
            </p:nvSpPr>
            <p:spPr>
              <a:xfrm>
                <a:off x="8578927" y="2656633"/>
                <a:ext cx="1372683" cy="369332"/>
              </a:xfrm>
              <a:prstGeom prst="rect">
                <a:avLst/>
              </a:prstGeom>
            </p:spPr>
            <p:txBody>
              <a:bodyPr wrap="none">
                <a:spAutoFit/>
              </a:bodyPr>
              <a:lstStyle/>
              <a:p>
                <a:r>
                  <a:rPr lang="en-US"/>
                  <a:t>s.t. </a:t>
                </a:r>
                <a14:m>
                  <m:oMath xmlns:m="http://schemas.openxmlformats.org/officeDocument/2006/math">
                    <m:r>
                      <a:rPr lang="en-US" i="1">
                        <a:latin typeface="Cambria Math" panose="02040503050406030204" pitchFamily="18" charset="0"/>
                        <a:ea typeface="Cambria Math" panose="02040503050406030204" pitchFamily="18" charset="0"/>
                      </a:rPr>
                      <m:t>∀</m:t>
                    </m:r>
                    <m:r>
                      <a:rPr lang="en-US" i="1" baseline="-25000">
                        <a:latin typeface="Cambria Math" panose="02040503050406030204" pitchFamily="18" charset="0"/>
                        <a:ea typeface="Cambria Math" panose="02040503050406030204" pitchFamily="18" charset="0"/>
                      </a:rPr>
                      <m:t>𝑖</m:t>
                    </m:r>
                  </m:oMath>
                </a14:m>
                <a:r>
                  <a:rPr lang="el-GR"/>
                  <a:t> </a:t>
                </a:r>
                <a14:m>
                  <m:oMath xmlns:m="http://schemas.openxmlformats.org/officeDocument/2006/math">
                    <m:r>
                      <m:rPr>
                        <m:sty m:val="p"/>
                      </m:rPr>
                      <a:rPr lang="el-GR" i="1">
                        <a:latin typeface="Cambria Math" panose="02040503050406030204" pitchFamily="18" charset="0"/>
                      </a:rPr>
                      <m:t>ξ</m:t>
                    </m:r>
                    <m:r>
                      <a:rPr lang="el-GR" i="1">
                        <a:latin typeface="Cambria Math" panose="02040503050406030204" pitchFamily="18" charset="0"/>
                      </a:rPr>
                      <m:t> </m:t>
                    </m:r>
                    <m:r>
                      <a:rPr lang="en-US" i="1" baseline="-25000">
                        <a:latin typeface="Cambria Math" panose="02040503050406030204" pitchFamily="18" charset="0"/>
                      </a:rPr>
                      <m:t>𝑖</m:t>
                    </m:r>
                    <m:r>
                      <a:rPr lang="en-US" i="1" baseline="-25000">
                        <a:latin typeface="Cambria Math" panose="02040503050406030204" pitchFamily="18" charset="0"/>
                      </a:rPr>
                      <m:t> </m:t>
                    </m:r>
                  </m:oMath>
                </a14:m>
                <a:r>
                  <a:rPr lang="en-US"/>
                  <a:t>≥ 0</a:t>
                </a:r>
                <a:endParaRPr lang="en-US" baseline="-25000"/>
              </a:p>
            </p:txBody>
          </p:sp>
        </mc:Choice>
        <mc:Fallback>
          <p:sp>
            <p:nvSpPr>
              <p:cNvPr id="37" name="Rectangle 36">
                <a:extLst>
                  <a:ext uri="{FF2B5EF4-FFF2-40B4-BE49-F238E27FC236}">
                    <a16:creationId xmlns:a16="http://schemas.microsoft.com/office/drawing/2014/main" id="{35164B9D-374C-F9A5-5167-F3ED8768255D}"/>
                  </a:ext>
                </a:extLst>
              </p:cNvPr>
              <p:cNvSpPr>
                <a:spLocks noRot="1" noChangeAspect="1" noMove="1" noResize="1" noEditPoints="1" noAdjustHandles="1" noChangeArrowheads="1" noChangeShapeType="1" noTextEdit="1"/>
              </p:cNvSpPr>
              <p:nvPr/>
            </p:nvSpPr>
            <p:spPr>
              <a:xfrm>
                <a:off x="8578927" y="2656633"/>
                <a:ext cx="1372683" cy="369332"/>
              </a:xfrm>
              <a:prstGeom prst="rect">
                <a:avLst/>
              </a:prstGeom>
              <a:blipFill>
                <a:blip r:embed="rId5"/>
                <a:stretch>
                  <a:fillRect l="-3556" t="-10000" r="-3111"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 name="Rectangle 37">
                <a:extLst>
                  <a:ext uri="{FF2B5EF4-FFF2-40B4-BE49-F238E27FC236}">
                    <a16:creationId xmlns:a16="http://schemas.microsoft.com/office/drawing/2014/main" id="{8F762213-55C2-E5E6-8B99-858BBD9507A0}"/>
                  </a:ext>
                </a:extLst>
              </p:cNvPr>
              <p:cNvSpPr/>
              <p:nvPr/>
            </p:nvSpPr>
            <p:spPr>
              <a:xfrm>
                <a:off x="1820926" y="5167452"/>
                <a:ext cx="1594860" cy="369332"/>
              </a:xfrm>
              <a:prstGeom prst="rect">
                <a:avLst/>
              </a:prstGeom>
            </p:spPr>
            <p:txBody>
              <a:bodyPr wrap="none">
                <a:spAutoFit/>
              </a:bodyPr>
              <a:lstStyle/>
              <a:p>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𝑤𝑇𝑥𝑖</m:t>
                    </m:r>
                    <m:r>
                      <a:rPr lang="en-US" i="1">
                        <a:latin typeface="Cambria Math" panose="02040503050406030204" pitchFamily="18" charset="0"/>
                      </a:rPr>
                      <m:t>+</m:t>
                    </m:r>
                    <m:r>
                      <a:rPr lang="en-US" i="1">
                        <a:latin typeface="Cambria Math" panose="02040503050406030204" pitchFamily="18" charset="0"/>
                      </a:rPr>
                      <m:t>𝑏</m:t>
                    </m:r>
                  </m:oMath>
                </a14:m>
                <a:r>
                  <a:rPr lang="en-US"/>
                  <a:t>) &lt; 0</a:t>
                </a:r>
              </a:p>
            </p:txBody>
          </p:sp>
        </mc:Choice>
        <mc:Fallback>
          <p:sp>
            <p:nvSpPr>
              <p:cNvPr id="38" name="Rectangle 37">
                <a:extLst>
                  <a:ext uri="{FF2B5EF4-FFF2-40B4-BE49-F238E27FC236}">
                    <a16:creationId xmlns:a16="http://schemas.microsoft.com/office/drawing/2014/main" id="{8F762213-55C2-E5E6-8B99-858BBD9507A0}"/>
                  </a:ext>
                </a:extLst>
              </p:cNvPr>
              <p:cNvSpPr>
                <a:spLocks noRot="1" noChangeAspect="1" noMove="1" noResize="1" noEditPoints="1" noAdjustHandles="1" noChangeArrowheads="1" noChangeShapeType="1" noTextEdit="1"/>
              </p:cNvSpPr>
              <p:nvPr/>
            </p:nvSpPr>
            <p:spPr>
              <a:xfrm>
                <a:off x="1820926" y="5167452"/>
                <a:ext cx="1594860" cy="369332"/>
              </a:xfrm>
              <a:prstGeom prst="rect">
                <a:avLst/>
              </a:prstGeom>
              <a:blipFill>
                <a:blip r:embed="rId6"/>
                <a:stretch>
                  <a:fillRect l="-1149" t="-10000" r="-689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Rectangle 38">
                <a:extLst>
                  <a:ext uri="{FF2B5EF4-FFF2-40B4-BE49-F238E27FC236}">
                    <a16:creationId xmlns:a16="http://schemas.microsoft.com/office/drawing/2014/main" id="{2C7CB28B-5A3A-8B35-5AFB-6412DA1A9126}"/>
                  </a:ext>
                </a:extLst>
              </p:cNvPr>
              <p:cNvSpPr/>
              <p:nvPr/>
            </p:nvSpPr>
            <p:spPr>
              <a:xfrm>
                <a:off x="1819572" y="5597438"/>
                <a:ext cx="1586845" cy="369332"/>
              </a:xfrm>
              <a:prstGeom prst="rect">
                <a:avLst/>
              </a:prstGeom>
            </p:spPr>
            <p:txBody>
              <a:bodyPr wrap="none">
                <a:spAutoFit/>
              </a:bodyPr>
              <a:lstStyle/>
              <a:p>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𝑤𝑇𝑥𝑖</m:t>
                    </m:r>
                    <m:r>
                      <a:rPr lang="en-US" i="1">
                        <a:latin typeface="Cambria Math" panose="02040503050406030204" pitchFamily="18" charset="0"/>
                      </a:rPr>
                      <m:t>+</m:t>
                    </m:r>
                    <m:r>
                      <a:rPr lang="en-US" i="1">
                        <a:latin typeface="Cambria Math" panose="02040503050406030204" pitchFamily="18" charset="0"/>
                      </a:rPr>
                      <m:t>𝑏</m:t>
                    </m:r>
                  </m:oMath>
                </a14:m>
                <a:r>
                  <a:rPr lang="en-US"/>
                  <a:t>) ≥ 0</a:t>
                </a:r>
              </a:p>
            </p:txBody>
          </p:sp>
        </mc:Choice>
        <mc:Fallback>
          <p:sp>
            <p:nvSpPr>
              <p:cNvPr id="39" name="Rectangle 38">
                <a:extLst>
                  <a:ext uri="{FF2B5EF4-FFF2-40B4-BE49-F238E27FC236}">
                    <a16:creationId xmlns:a16="http://schemas.microsoft.com/office/drawing/2014/main" id="{2C7CB28B-5A3A-8B35-5AFB-6412DA1A9126}"/>
                  </a:ext>
                </a:extLst>
              </p:cNvPr>
              <p:cNvSpPr>
                <a:spLocks noRot="1" noChangeAspect="1" noMove="1" noResize="1" noEditPoints="1" noAdjustHandles="1" noChangeArrowheads="1" noChangeShapeType="1" noTextEdit="1"/>
              </p:cNvSpPr>
              <p:nvPr/>
            </p:nvSpPr>
            <p:spPr>
              <a:xfrm>
                <a:off x="1819572" y="5597438"/>
                <a:ext cx="1586845" cy="369332"/>
              </a:xfrm>
              <a:prstGeom prst="rect">
                <a:avLst/>
              </a:prstGeom>
              <a:blipFill>
                <a:blip r:embed="rId7"/>
                <a:stretch>
                  <a:fillRect l="-1149" t="-8197" r="-6897" b="-24590"/>
                </a:stretch>
              </a:blipFill>
            </p:spPr>
            <p:txBody>
              <a:bodyPr/>
              <a:lstStyle/>
              <a:p>
                <a:r>
                  <a:rPr lang="en-US">
                    <a:noFill/>
                  </a:rPr>
                  <a:t> </a:t>
                </a:r>
              </a:p>
            </p:txBody>
          </p:sp>
        </mc:Fallback>
      </mc:AlternateContent>
    </p:spTree>
    <p:extLst>
      <p:ext uri="{BB962C8B-B14F-4D97-AF65-F5344CB8AC3E}">
        <p14:creationId xmlns:p14="http://schemas.microsoft.com/office/powerpoint/2010/main" val="3174957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D1CE6-E79B-644A-C9BA-57C428824D2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9820E0-0DB2-BFF6-2231-B34EB3411E33}"/>
              </a:ext>
            </a:extLst>
          </p:cNvPr>
          <p:cNvSpPr>
            <a:spLocks noGrp="1"/>
          </p:cNvSpPr>
          <p:nvPr>
            <p:ph type="sldNum" sz="quarter" idx="10"/>
          </p:nvPr>
        </p:nvSpPr>
        <p:spPr/>
        <p:txBody>
          <a:bodyPr/>
          <a:lstStyle/>
          <a:p>
            <a:fld id="{48FFE6E1-85EB-9E42-824B-7CC9267ED8B9}" type="slidenum">
              <a:rPr lang="en-US" smtClean="0"/>
              <a:pPr/>
              <a:t>15</a:t>
            </a:fld>
            <a:endParaRPr lang="en-US"/>
          </a:p>
        </p:txBody>
      </p:sp>
      <p:sp>
        <p:nvSpPr>
          <p:cNvPr id="21" name="Title 8">
            <a:extLst>
              <a:ext uri="{FF2B5EF4-FFF2-40B4-BE49-F238E27FC236}">
                <a16:creationId xmlns:a16="http://schemas.microsoft.com/office/drawing/2014/main" id="{9153AA1E-D79C-6403-2546-5C9C7E8EB3DB}"/>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Algorithm 2 -  Support Vector Machine (SVM) – contd..</a:t>
            </a:r>
            <a:endParaRPr lang="en-US" sz="2400">
              <a:solidFill>
                <a:srgbClr val="002060"/>
              </a:solidFill>
            </a:endParaRPr>
          </a:p>
        </p:txBody>
      </p:sp>
      <p:sp>
        <p:nvSpPr>
          <p:cNvPr id="3" name="TextBox 2">
            <a:extLst>
              <a:ext uri="{FF2B5EF4-FFF2-40B4-BE49-F238E27FC236}">
                <a16:creationId xmlns:a16="http://schemas.microsoft.com/office/drawing/2014/main" id="{E1DB1B32-A180-2F6A-63BF-B9C2C2605950}"/>
              </a:ext>
            </a:extLst>
          </p:cNvPr>
          <p:cNvSpPr txBox="1"/>
          <p:nvPr/>
        </p:nvSpPr>
        <p:spPr>
          <a:xfrm>
            <a:off x="443697" y="1238404"/>
            <a:ext cx="3259676" cy="923330"/>
          </a:xfrm>
          <a:prstGeom prst="rect">
            <a:avLst/>
          </a:prstGeom>
          <a:noFill/>
        </p:spPr>
        <p:txBody>
          <a:bodyPr wrap="square" rtlCol="0">
            <a:spAutoFit/>
          </a:bodyPr>
          <a:lstStyle/>
          <a:p>
            <a:r>
              <a:rPr lang="en-US"/>
              <a:t>We can’t use the conventional SVM method if the data is not linearly separable</a:t>
            </a:r>
          </a:p>
        </p:txBody>
      </p:sp>
      <p:sp>
        <p:nvSpPr>
          <p:cNvPr id="4" name="TextBox 3">
            <a:extLst>
              <a:ext uri="{FF2B5EF4-FFF2-40B4-BE49-F238E27FC236}">
                <a16:creationId xmlns:a16="http://schemas.microsoft.com/office/drawing/2014/main" id="{3AC712A5-56A1-1640-AB09-0929621E2F60}"/>
              </a:ext>
            </a:extLst>
          </p:cNvPr>
          <p:cNvSpPr txBox="1"/>
          <p:nvPr/>
        </p:nvSpPr>
        <p:spPr>
          <a:xfrm>
            <a:off x="426230" y="2857574"/>
            <a:ext cx="11358601" cy="369332"/>
          </a:xfrm>
          <a:prstGeom prst="rect">
            <a:avLst/>
          </a:prstGeom>
          <a:noFill/>
        </p:spPr>
        <p:txBody>
          <a:bodyPr wrap="square" rtlCol="0">
            <a:spAutoFit/>
          </a:bodyPr>
          <a:lstStyle/>
          <a:p>
            <a:r>
              <a:rPr lang="en-US"/>
              <a:t>Kernels are used to transform the data to a high dimensional space where they become linearly separable </a:t>
            </a:r>
          </a:p>
        </p:txBody>
      </p:sp>
      <p:pic>
        <p:nvPicPr>
          <p:cNvPr id="5" name="Picture 4">
            <a:extLst>
              <a:ext uri="{FF2B5EF4-FFF2-40B4-BE49-F238E27FC236}">
                <a16:creationId xmlns:a16="http://schemas.microsoft.com/office/drawing/2014/main" id="{28ABBF73-D836-3DB0-9EB3-AE91A19973E3}"/>
              </a:ext>
            </a:extLst>
          </p:cNvPr>
          <p:cNvPicPr>
            <a:picLocks noChangeAspect="1"/>
          </p:cNvPicPr>
          <p:nvPr/>
        </p:nvPicPr>
        <p:blipFill>
          <a:blip r:embed="rId2"/>
          <a:stretch>
            <a:fillRect/>
          </a:stretch>
        </p:blipFill>
        <p:spPr>
          <a:xfrm>
            <a:off x="1030565" y="4508257"/>
            <a:ext cx="2238375" cy="438150"/>
          </a:xfrm>
          <a:prstGeom prst="rect">
            <a:avLst/>
          </a:prstGeom>
        </p:spPr>
      </p:pic>
      <p:sp>
        <p:nvSpPr>
          <p:cNvPr id="6" name="TextBox 5">
            <a:extLst>
              <a:ext uri="{FF2B5EF4-FFF2-40B4-BE49-F238E27FC236}">
                <a16:creationId xmlns:a16="http://schemas.microsoft.com/office/drawing/2014/main" id="{B5A26FF8-FEE7-6129-C462-5DF5F5F927AB}"/>
              </a:ext>
            </a:extLst>
          </p:cNvPr>
          <p:cNvSpPr txBox="1"/>
          <p:nvPr/>
        </p:nvSpPr>
        <p:spPr>
          <a:xfrm>
            <a:off x="443697" y="3631094"/>
            <a:ext cx="3049233" cy="1754326"/>
          </a:xfrm>
          <a:prstGeom prst="rect">
            <a:avLst/>
          </a:prstGeom>
          <a:noFill/>
        </p:spPr>
        <p:txBody>
          <a:bodyPr wrap="none" rtlCol="0">
            <a:spAutoFit/>
          </a:bodyPr>
          <a:lstStyle/>
          <a:p>
            <a:r>
              <a:rPr lang="en-US" b="1"/>
              <a:t>Some Common Kernels (K)</a:t>
            </a:r>
          </a:p>
          <a:p>
            <a:endParaRPr lang="en-US"/>
          </a:p>
          <a:p>
            <a:pPr marL="342900" indent="-342900">
              <a:buAutoNum type="arabicPeriod"/>
            </a:pPr>
            <a:r>
              <a:rPr lang="en-US"/>
              <a:t>Polynomial Kernel</a:t>
            </a:r>
          </a:p>
          <a:p>
            <a:pPr marL="342900" indent="-342900">
              <a:buAutoNum type="arabicPeriod"/>
            </a:pPr>
            <a:endParaRPr lang="en-US"/>
          </a:p>
          <a:p>
            <a:pPr marL="342900" indent="-342900">
              <a:buAutoNum type="arabicPeriod"/>
            </a:pPr>
            <a:endParaRPr lang="en-US"/>
          </a:p>
          <a:p>
            <a:pPr marL="342900" indent="-342900">
              <a:buAutoNum type="arabicPeriod"/>
            </a:pPr>
            <a:r>
              <a:rPr lang="en-US"/>
              <a:t>Radial Basis Function (RBF)</a:t>
            </a:r>
          </a:p>
        </p:txBody>
      </p:sp>
      <p:pic>
        <p:nvPicPr>
          <p:cNvPr id="7" name="Picture 6">
            <a:extLst>
              <a:ext uri="{FF2B5EF4-FFF2-40B4-BE49-F238E27FC236}">
                <a16:creationId xmlns:a16="http://schemas.microsoft.com/office/drawing/2014/main" id="{2393377B-3CCE-B796-B897-77B5B5BFA78B}"/>
              </a:ext>
            </a:extLst>
          </p:cNvPr>
          <p:cNvPicPr>
            <a:picLocks noChangeAspect="1"/>
          </p:cNvPicPr>
          <p:nvPr/>
        </p:nvPicPr>
        <p:blipFill>
          <a:blip r:embed="rId3"/>
          <a:stretch>
            <a:fillRect/>
          </a:stretch>
        </p:blipFill>
        <p:spPr>
          <a:xfrm>
            <a:off x="535134" y="5385420"/>
            <a:ext cx="3520264" cy="841429"/>
          </a:xfrm>
          <a:prstGeom prst="rect">
            <a:avLst/>
          </a:prstGeom>
        </p:spPr>
      </p:pic>
      <p:sp>
        <p:nvSpPr>
          <p:cNvPr id="8" name="Flowchart: Connector 7">
            <a:extLst>
              <a:ext uri="{FF2B5EF4-FFF2-40B4-BE49-F238E27FC236}">
                <a16:creationId xmlns:a16="http://schemas.microsoft.com/office/drawing/2014/main" id="{0EFBBFB7-E797-AE01-A906-0DE601816C4C}"/>
              </a:ext>
            </a:extLst>
          </p:cNvPr>
          <p:cNvSpPr/>
          <p:nvPr/>
        </p:nvSpPr>
        <p:spPr>
          <a:xfrm>
            <a:off x="5666818" y="1606958"/>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CB8F352A-8003-DAE8-94E5-212978B7784E}"/>
              </a:ext>
            </a:extLst>
          </p:cNvPr>
          <p:cNvSpPr/>
          <p:nvPr/>
        </p:nvSpPr>
        <p:spPr>
          <a:xfrm>
            <a:off x="5819218" y="1611577"/>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Connector 9">
            <a:extLst>
              <a:ext uri="{FF2B5EF4-FFF2-40B4-BE49-F238E27FC236}">
                <a16:creationId xmlns:a16="http://schemas.microsoft.com/office/drawing/2014/main" id="{B49B5E26-42B1-A4A0-4C14-AC96676C8957}"/>
              </a:ext>
            </a:extLst>
          </p:cNvPr>
          <p:cNvSpPr/>
          <p:nvPr/>
        </p:nvSpPr>
        <p:spPr>
          <a:xfrm>
            <a:off x="5994702" y="1611579"/>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7FDEC6EC-8DFF-658B-8691-4A6003BEFFAD}"/>
              </a:ext>
            </a:extLst>
          </p:cNvPr>
          <p:cNvSpPr/>
          <p:nvPr/>
        </p:nvSpPr>
        <p:spPr>
          <a:xfrm>
            <a:off x="6147102" y="1616198"/>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4143A660-59B7-F0E7-AE93-1ACCD87AECAA}"/>
              </a:ext>
            </a:extLst>
          </p:cNvPr>
          <p:cNvCxnSpPr/>
          <p:nvPr/>
        </p:nvCxnSpPr>
        <p:spPr>
          <a:xfrm>
            <a:off x="4394270" y="5851911"/>
            <a:ext cx="3200400" cy="0"/>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Flowchart: Connector 12">
            <a:extLst>
              <a:ext uri="{FF2B5EF4-FFF2-40B4-BE49-F238E27FC236}">
                <a16:creationId xmlns:a16="http://schemas.microsoft.com/office/drawing/2014/main" id="{63FF807B-4FE7-9F36-AA9A-56A1E586B6C5}"/>
              </a:ext>
            </a:extLst>
          </p:cNvPr>
          <p:cNvSpPr/>
          <p:nvPr/>
        </p:nvSpPr>
        <p:spPr>
          <a:xfrm>
            <a:off x="5024894" y="1620815"/>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Connector 13">
            <a:extLst>
              <a:ext uri="{FF2B5EF4-FFF2-40B4-BE49-F238E27FC236}">
                <a16:creationId xmlns:a16="http://schemas.microsoft.com/office/drawing/2014/main" id="{2F15EA90-BD57-8494-CD39-3031EF65FE90}"/>
              </a:ext>
            </a:extLst>
          </p:cNvPr>
          <p:cNvSpPr/>
          <p:nvPr/>
        </p:nvSpPr>
        <p:spPr>
          <a:xfrm>
            <a:off x="5177294" y="1625434"/>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owchart: Connector 14">
            <a:extLst>
              <a:ext uri="{FF2B5EF4-FFF2-40B4-BE49-F238E27FC236}">
                <a16:creationId xmlns:a16="http://schemas.microsoft.com/office/drawing/2014/main" id="{AA577B75-63B0-7245-CA09-98A9B796845C}"/>
              </a:ext>
            </a:extLst>
          </p:cNvPr>
          <p:cNvSpPr/>
          <p:nvPr/>
        </p:nvSpPr>
        <p:spPr>
          <a:xfrm>
            <a:off x="5352778" y="1625436"/>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Connector 15">
            <a:extLst>
              <a:ext uri="{FF2B5EF4-FFF2-40B4-BE49-F238E27FC236}">
                <a16:creationId xmlns:a16="http://schemas.microsoft.com/office/drawing/2014/main" id="{49E55B42-7328-4F87-F1EB-EFE21E630EF3}"/>
              </a:ext>
            </a:extLst>
          </p:cNvPr>
          <p:cNvSpPr/>
          <p:nvPr/>
        </p:nvSpPr>
        <p:spPr>
          <a:xfrm>
            <a:off x="5505178" y="1630055"/>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Plus Sign 39">
            <a:extLst>
              <a:ext uri="{FF2B5EF4-FFF2-40B4-BE49-F238E27FC236}">
                <a16:creationId xmlns:a16="http://schemas.microsoft.com/office/drawing/2014/main" id="{941D1D22-E4ED-49FD-43B2-2246BA560F84}"/>
              </a:ext>
            </a:extLst>
          </p:cNvPr>
          <p:cNvSpPr/>
          <p:nvPr/>
        </p:nvSpPr>
        <p:spPr>
          <a:xfrm>
            <a:off x="3861113" y="1559723"/>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Plus Sign 40">
            <a:extLst>
              <a:ext uri="{FF2B5EF4-FFF2-40B4-BE49-F238E27FC236}">
                <a16:creationId xmlns:a16="http://schemas.microsoft.com/office/drawing/2014/main" id="{3FA959AF-BD4B-EBF5-C26A-535E7649F781}"/>
              </a:ext>
            </a:extLst>
          </p:cNvPr>
          <p:cNvSpPr/>
          <p:nvPr/>
        </p:nvSpPr>
        <p:spPr>
          <a:xfrm>
            <a:off x="4646199" y="1559723"/>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Plus Sign 41">
            <a:extLst>
              <a:ext uri="{FF2B5EF4-FFF2-40B4-BE49-F238E27FC236}">
                <a16:creationId xmlns:a16="http://schemas.microsoft.com/office/drawing/2014/main" id="{D9344C55-47A4-2812-E4C4-1CF6EC00E89E}"/>
              </a:ext>
            </a:extLst>
          </p:cNvPr>
          <p:cNvSpPr/>
          <p:nvPr/>
        </p:nvSpPr>
        <p:spPr>
          <a:xfrm>
            <a:off x="4227799" y="1559723"/>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Plus Sign 42">
            <a:extLst>
              <a:ext uri="{FF2B5EF4-FFF2-40B4-BE49-F238E27FC236}">
                <a16:creationId xmlns:a16="http://schemas.microsoft.com/office/drawing/2014/main" id="{23B224F6-2627-E00D-3257-5C5CA6354DF9}"/>
              </a:ext>
            </a:extLst>
          </p:cNvPr>
          <p:cNvSpPr/>
          <p:nvPr/>
        </p:nvSpPr>
        <p:spPr>
          <a:xfrm>
            <a:off x="6436647" y="1559723"/>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lus Sign 43">
            <a:extLst>
              <a:ext uri="{FF2B5EF4-FFF2-40B4-BE49-F238E27FC236}">
                <a16:creationId xmlns:a16="http://schemas.microsoft.com/office/drawing/2014/main" id="{48E3E0E4-289B-38F4-5E0E-D17D6394C6ED}"/>
              </a:ext>
            </a:extLst>
          </p:cNvPr>
          <p:cNvSpPr/>
          <p:nvPr/>
        </p:nvSpPr>
        <p:spPr>
          <a:xfrm>
            <a:off x="7221733" y="1559723"/>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Plus Sign 44">
            <a:extLst>
              <a:ext uri="{FF2B5EF4-FFF2-40B4-BE49-F238E27FC236}">
                <a16:creationId xmlns:a16="http://schemas.microsoft.com/office/drawing/2014/main" id="{3147F82E-7519-3DFD-CC9B-74C526475F78}"/>
              </a:ext>
            </a:extLst>
          </p:cNvPr>
          <p:cNvSpPr/>
          <p:nvPr/>
        </p:nvSpPr>
        <p:spPr>
          <a:xfrm>
            <a:off x="6803333" y="1559723"/>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Arrow Connector 45">
            <a:extLst>
              <a:ext uri="{FF2B5EF4-FFF2-40B4-BE49-F238E27FC236}">
                <a16:creationId xmlns:a16="http://schemas.microsoft.com/office/drawing/2014/main" id="{3CBCA40F-8F96-460E-B463-EB35FDE4F198}"/>
              </a:ext>
            </a:extLst>
          </p:cNvPr>
          <p:cNvCxnSpPr/>
          <p:nvPr/>
        </p:nvCxnSpPr>
        <p:spPr>
          <a:xfrm flipV="1">
            <a:off x="8883515" y="780687"/>
            <a:ext cx="0" cy="1940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DCD9DED-AA42-CCAF-3650-E88D6AD1B863}"/>
              </a:ext>
            </a:extLst>
          </p:cNvPr>
          <p:cNvCxnSpPr/>
          <p:nvPr/>
        </p:nvCxnSpPr>
        <p:spPr>
          <a:xfrm>
            <a:off x="8812547" y="2657013"/>
            <a:ext cx="27594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7FCF91CA-769C-FDA9-4D0F-9E56BCE13E8B}"/>
              </a:ext>
            </a:extLst>
          </p:cNvPr>
          <p:cNvSpPr/>
          <p:nvPr/>
        </p:nvSpPr>
        <p:spPr>
          <a:xfrm>
            <a:off x="9576254" y="1012941"/>
            <a:ext cx="1464662" cy="118122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Plus Sign 48">
            <a:extLst>
              <a:ext uri="{FF2B5EF4-FFF2-40B4-BE49-F238E27FC236}">
                <a16:creationId xmlns:a16="http://schemas.microsoft.com/office/drawing/2014/main" id="{4A7ECC33-AC82-D7D4-15BA-5B6FD951EE6F}"/>
              </a:ext>
            </a:extLst>
          </p:cNvPr>
          <p:cNvSpPr/>
          <p:nvPr/>
        </p:nvSpPr>
        <p:spPr>
          <a:xfrm>
            <a:off x="9438422" y="1463084"/>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Plus Sign 49">
            <a:extLst>
              <a:ext uri="{FF2B5EF4-FFF2-40B4-BE49-F238E27FC236}">
                <a16:creationId xmlns:a16="http://schemas.microsoft.com/office/drawing/2014/main" id="{BCF5CC43-8128-5F60-E634-E3BA84B5C3CE}"/>
              </a:ext>
            </a:extLst>
          </p:cNvPr>
          <p:cNvSpPr/>
          <p:nvPr/>
        </p:nvSpPr>
        <p:spPr>
          <a:xfrm>
            <a:off x="9595437" y="1073240"/>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Plus Sign 50">
            <a:extLst>
              <a:ext uri="{FF2B5EF4-FFF2-40B4-BE49-F238E27FC236}">
                <a16:creationId xmlns:a16="http://schemas.microsoft.com/office/drawing/2014/main" id="{ACB7E657-E5FA-2950-67DF-AD7D3EC2F252}"/>
              </a:ext>
            </a:extLst>
          </p:cNvPr>
          <p:cNvSpPr/>
          <p:nvPr/>
        </p:nvSpPr>
        <p:spPr>
          <a:xfrm>
            <a:off x="10699891" y="1091419"/>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Plus Sign 51">
            <a:extLst>
              <a:ext uri="{FF2B5EF4-FFF2-40B4-BE49-F238E27FC236}">
                <a16:creationId xmlns:a16="http://schemas.microsoft.com/office/drawing/2014/main" id="{FCFB5EBF-8B9A-A8BA-C685-718EC12363DF}"/>
              </a:ext>
            </a:extLst>
          </p:cNvPr>
          <p:cNvSpPr/>
          <p:nvPr/>
        </p:nvSpPr>
        <p:spPr>
          <a:xfrm>
            <a:off x="9595437" y="1895987"/>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Plus Sign 52">
            <a:extLst>
              <a:ext uri="{FF2B5EF4-FFF2-40B4-BE49-F238E27FC236}">
                <a16:creationId xmlns:a16="http://schemas.microsoft.com/office/drawing/2014/main" id="{1784611D-3CBC-FBB9-2D1E-77ED3D560524}"/>
              </a:ext>
            </a:extLst>
          </p:cNvPr>
          <p:cNvSpPr/>
          <p:nvPr/>
        </p:nvSpPr>
        <p:spPr>
          <a:xfrm>
            <a:off x="10699891" y="1877220"/>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Plus Sign 53">
            <a:extLst>
              <a:ext uri="{FF2B5EF4-FFF2-40B4-BE49-F238E27FC236}">
                <a16:creationId xmlns:a16="http://schemas.microsoft.com/office/drawing/2014/main" id="{58636D66-2254-7711-8925-75E47B6F1BC0}"/>
              </a:ext>
            </a:extLst>
          </p:cNvPr>
          <p:cNvSpPr/>
          <p:nvPr/>
        </p:nvSpPr>
        <p:spPr>
          <a:xfrm>
            <a:off x="10903099" y="1474208"/>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Plus Sign 54">
            <a:extLst>
              <a:ext uri="{FF2B5EF4-FFF2-40B4-BE49-F238E27FC236}">
                <a16:creationId xmlns:a16="http://schemas.microsoft.com/office/drawing/2014/main" id="{948C8684-9FD3-B7E2-C554-631E878B6EC6}"/>
              </a:ext>
            </a:extLst>
          </p:cNvPr>
          <p:cNvSpPr/>
          <p:nvPr/>
        </p:nvSpPr>
        <p:spPr>
          <a:xfrm>
            <a:off x="10147664" y="896518"/>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Plus Sign 55">
            <a:extLst>
              <a:ext uri="{FF2B5EF4-FFF2-40B4-BE49-F238E27FC236}">
                <a16:creationId xmlns:a16="http://schemas.microsoft.com/office/drawing/2014/main" id="{ADF5038C-44B8-1D72-D385-D72B257C1E08}"/>
              </a:ext>
            </a:extLst>
          </p:cNvPr>
          <p:cNvSpPr/>
          <p:nvPr/>
        </p:nvSpPr>
        <p:spPr>
          <a:xfrm>
            <a:off x="10147664" y="2053122"/>
            <a:ext cx="295557" cy="2308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lowchart: Connector 56">
            <a:extLst>
              <a:ext uri="{FF2B5EF4-FFF2-40B4-BE49-F238E27FC236}">
                <a16:creationId xmlns:a16="http://schemas.microsoft.com/office/drawing/2014/main" id="{9E2A7395-4749-04A2-66A3-F1C34D163856}"/>
              </a:ext>
            </a:extLst>
          </p:cNvPr>
          <p:cNvSpPr/>
          <p:nvPr/>
        </p:nvSpPr>
        <p:spPr>
          <a:xfrm>
            <a:off x="9979611" y="1334507"/>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lowchart: Connector 57">
            <a:extLst>
              <a:ext uri="{FF2B5EF4-FFF2-40B4-BE49-F238E27FC236}">
                <a16:creationId xmlns:a16="http://schemas.microsoft.com/office/drawing/2014/main" id="{38B94D89-BDBC-3165-5393-283B98B37926}"/>
              </a:ext>
            </a:extLst>
          </p:cNvPr>
          <p:cNvSpPr/>
          <p:nvPr/>
        </p:nvSpPr>
        <p:spPr>
          <a:xfrm>
            <a:off x="10132011" y="1486907"/>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lowchart: Connector 58">
            <a:extLst>
              <a:ext uri="{FF2B5EF4-FFF2-40B4-BE49-F238E27FC236}">
                <a16:creationId xmlns:a16="http://schemas.microsoft.com/office/drawing/2014/main" id="{8580B93B-18FB-8C82-F991-658A567DE6AC}"/>
              </a:ext>
            </a:extLst>
          </p:cNvPr>
          <p:cNvSpPr/>
          <p:nvPr/>
        </p:nvSpPr>
        <p:spPr>
          <a:xfrm>
            <a:off x="10284411" y="1639307"/>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lowchart: Connector 59">
            <a:extLst>
              <a:ext uri="{FF2B5EF4-FFF2-40B4-BE49-F238E27FC236}">
                <a16:creationId xmlns:a16="http://schemas.microsoft.com/office/drawing/2014/main" id="{2326663F-E7C1-B6DC-03A6-85688F59EE8C}"/>
              </a:ext>
            </a:extLst>
          </p:cNvPr>
          <p:cNvSpPr/>
          <p:nvPr/>
        </p:nvSpPr>
        <p:spPr>
          <a:xfrm>
            <a:off x="10436811" y="1791707"/>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lowchart: Connector 60">
            <a:extLst>
              <a:ext uri="{FF2B5EF4-FFF2-40B4-BE49-F238E27FC236}">
                <a16:creationId xmlns:a16="http://schemas.microsoft.com/office/drawing/2014/main" id="{50B6EA94-F3A7-1B3A-A3C8-BAED65DF1423}"/>
              </a:ext>
            </a:extLst>
          </p:cNvPr>
          <p:cNvSpPr/>
          <p:nvPr/>
        </p:nvSpPr>
        <p:spPr>
          <a:xfrm>
            <a:off x="9803482" y="1449956"/>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lowchart: Connector 61">
            <a:extLst>
              <a:ext uri="{FF2B5EF4-FFF2-40B4-BE49-F238E27FC236}">
                <a16:creationId xmlns:a16="http://schemas.microsoft.com/office/drawing/2014/main" id="{8C100208-9437-0A46-E4B6-3B72B82D4C69}"/>
              </a:ext>
            </a:extLst>
          </p:cNvPr>
          <p:cNvSpPr/>
          <p:nvPr/>
        </p:nvSpPr>
        <p:spPr>
          <a:xfrm>
            <a:off x="9945987" y="1606047"/>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lowchart: Connector 62">
            <a:extLst>
              <a:ext uri="{FF2B5EF4-FFF2-40B4-BE49-F238E27FC236}">
                <a16:creationId xmlns:a16="http://schemas.microsoft.com/office/drawing/2014/main" id="{BC9DB6E9-4C36-A7E8-14A1-0E6C841426CE}"/>
              </a:ext>
            </a:extLst>
          </p:cNvPr>
          <p:cNvSpPr/>
          <p:nvPr/>
        </p:nvSpPr>
        <p:spPr>
          <a:xfrm>
            <a:off x="9910995" y="1864092"/>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lowchart: Connector 63">
            <a:extLst>
              <a:ext uri="{FF2B5EF4-FFF2-40B4-BE49-F238E27FC236}">
                <a16:creationId xmlns:a16="http://schemas.microsoft.com/office/drawing/2014/main" id="{FE7B0117-B648-9431-ADE8-5CEBCA0919A0}"/>
              </a:ext>
            </a:extLst>
          </p:cNvPr>
          <p:cNvSpPr/>
          <p:nvPr/>
        </p:nvSpPr>
        <p:spPr>
          <a:xfrm>
            <a:off x="10085833" y="1736291"/>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lowchart: Connector 64">
            <a:extLst>
              <a:ext uri="{FF2B5EF4-FFF2-40B4-BE49-F238E27FC236}">
                <a16:creationId xmlns:a16="http://schemas.microsoft.com/office/drawing/2014/main" id="{B319C3C1-38D6-B835-4548-FD737F8E2274}"/>
              </a:ext>
            </a:extLst>
          </p:cNvPr>
          <p:cNvSpPr/>
          <p:nvPr/>
        </p:nvSpPr>
        <p:spPr>
          <a:xfrm>
            <a:off x="10406828" y="1389725"/>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lowchart: Connector 65">
            <a:extLst>
              <a:ext uri="{FF2B5EF4-FFF2-40B4-BE49-F238E27FC236}">
                <a16:creationId xmlns:a16="http://schemas.microsoft.com/office/drawing/2014/main" id="{E4C1754A-FA72-C863-1189-56A111E3A37F}"/>
              </a:ext>
            </a:extLst>
          </p:cNvPr>
          <p:cNvSpPr/>
          <p:nvPr/>
        </p:nvSpPr>
        <p:spPr>
          <a:xfrm>
            <a:off x="10546031" y="1304139"/>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lowchart: Connector 66">
            <a:extLst>
              <a:ext uri="{FF2B5EF4-FFF2-40B4-BE49-F238E27FC236}">
                <a16:creationId xmlns:a16="http://schemas.microsoft.com/office/drawing/2014/main" id="{505C0967-77F6-EE24-07AC-9E5DA408389B}"/>
              </a:ext>
            </a:extLst>
          </p:cNvPr>
          <p:cNvSpPr/>
          <p:nvPr/>
        </p:nvSpPr>
        <p:spPr>
          <a:xfrm>
            <a:off x="10277462" y="1287745"/>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lowchart: Connector 67">
            <a:extLst>
              <a:ext uri="{FF2B5EF4-FFF2-40B4-BE49-F238E27FC236}">
                <a16:creationId xmlns:a16="http://schemas.microsoft.com/office/drawing/2014/main" id="{37059F5C-2893-8F18-12C3-A8F229EF1935}"/>
              </a:ext>
            </a:extLst>
          </p:cNvPr>
          <p:cNvSpPr/>
          <p:nvPr/>
        </p:nvSpPr>
        <p:spPr>
          <a:xfrm>
            <a:off x="10416665" y="1202159"/>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lowchart: Connector 68">
            <a:extLst>
              <a:ext uri="{FF2B5EF4-FFF2-40B4-BE49-F238E27FC236}">
                <a16:creationId xmlns:a16="http://schemas.microsoft.com/office/drawing/2014/main" id="{3CCD1ED0-0EBC-BDC6-040C-F414A086539D}"/>
              </a:ext>
            </a:extLst>
          </p:cNvPr>
          <p:cNvSpPr/>
          <p:nvPr/>
        </p:nvSpPr>
        <p:spPr>
          <a:xfrm>
            <a:off x="10505745" y="1546946"/>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lowchart: Connector 69">
            <a:extLst>
              <a:ext uri="{FF2B5EF4-FFF2-40B4-BE49-F238E27FC236}">
                <a16:creationId xmlns:a16="http://schemas.microsoft.com/office/drawing/2014/main" id="{9DAF0502-1D88-16F1-B42B-1FBE554DF142}"/>
              </a:ext>
            </a:extLst>
          </p:cNvPr>
          <p:cNvSpPr/>
          <p:nvPr/>
        </p:nvSpPr>
        <p:spPr>
          <a:xfrm>
            <a:off x="10644948" y="1461360"/>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lowchart: Connector 70">
            <a:extLst>
              <a:ext uri="{FF2B5EF4-FFF2-40B4-BE49-F238E27FC236}">
                <a16:creationId xmlns:a16="http://schemas.microsoft.com/office/drawing/2014/main" id="{D215DAC9-009B-6F74-1FC0-EC75EB235C22}"/>
              </a:ext>
            </a:extLst>
          </p:cNvPr>
          <p:cNvSpPr/>
          <p:nvPr/>
        </p:nvSpPr>
        <p:spPr>
          <a:xfrm>
            <a:off x="9793781" y="1675173"/>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lowchart: Connector 71">
            <a:extLst>
              <a:ext uri="{FF2B5EF4-FFF2-40B4-BE49-F238E27FC236}">
                <a16:creationId xmlns:a16="http://schemas.microsoft.com/office/drawing/2014/main" id="{336D0EFB-E5F2-54A1-1675-16A9B4FEFCAB}"/>
              </a:ext>
            </a:extLst>
          </p:cNvPr>
          <p:cNvSpPr/>
          <p:nvPr/>
        </p:nvSpPr>
        <p:spPr>
          <a:xfrm>
            <a:off x="10199939" y="1903990"/>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lowchart: Connector 72">
            <a:extLst>
              <a:ext uri="{FF2B5EF4-FFF2-40B4-BE49-F238E27FC236}">
                <a16:creationId xmlns:a16="http://schemas.microsoft.com/office/drawing/2014/main" id="{EDEA7486-5B81-EA44-023A-694CCAD86108}"/>
              </a:ext>
            </a:extLst>
          </p:cNvPr>
          <p:cNvSpPr/>
          <p:nvPr/>
        </p:nvSpPr>
        <p:spPr>
          <a:xfrm>
            <a:off x="10780568" y="1598298"/>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lowchart: Connector 73">
            <a:extLst>
              <a:ext uri="{FF2B5EF4-FFF2-40B4-BE49-F238E27FC236}">
                <a16:creationId xmlns:a16="http://schemas.microsoft.com/office/drawing/2014/main" id="{A1E4D276-5B59-15B8-CAB8-37F70A0C2EDD}"/>
              </a:ext>
            </a:extLst>
          </p:cNvPr>
          <p:cNvSpPr/>
          <p:nvPr/>
        </p:nvSpPr>
        <p:spPr>
          <a:xfrm>
            <a:off x="10642736" y="1703191"/>
            <a:ext cx="110829" cy="128577"/>
          </a:xfrm>
          <a:prstGeom prst="flowChartConnector">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9BF3B7A5-B382-A608-04E4-78E57CE6E247}"/>
              </a:ext>
            </a:extLst>
          </p:cNvPr>
          <p:cNvPicPr>
            <a:picLocks noChangeAspect="1"/>
          </p:cNvPicPr>
          <p:nvPr/>
        </p:nvPicPr>
        <p:blipFill rotWithShape="1">
          <a:blip r:embed="rId4"/>
          <a:srcRect l="2668" t="5548" b="4067"/>
          <a:stretch/>
        </p:blipFill>
        <p:spPr>
          <a:xfrm>
            <a:off x="4600725" y="4157555"/>
            <a:ext cx="2846155" cy="1678780"/>
          </a:xfrm>
          <a:prstGeom prst="rect">
            <a:avLst/>
          </a:prstGeom>
        </p:spPr>
      </p:pic>
      <p:cxnSp>
        <p:nvCxnSpPr>
          <p:cNvPr id="76" name="Straight Arrow Connector 75">
            <a:extLst>
              <a:ext uri="{FF2B5EF4-FFF2-40B4-BE49-F238E27FC236}">
                <a16:creationId xmlns:a16="http://schemas.microsoft.com/office/drawing/2014/main" id="{65C6768F-6AAD-6FD2-44E2-AF39DD6F4529}"/>
              </a:ext>
            </a:extLst>
          </p:cNvPr>
          <p:cNvCxnSpPr>
            <a:cxnSpLocks/>
          </p:cNvCxnSpPr>
          <p:nvPr/>
        </p:nvCxnSpPr>
        <p:spPr>
          <a:xfrm>
            <a:off x="4459441" y="4181552"/>
            <a:ext cx="0" cy="1737360"/>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77" name="Arrow: Right 76">
            <a:extLst>
              <a:ext uri="{FF2B5EF4-FFF2-40B4-BE49-F238E27FC236}">
                <a16:creationId xmlns:a16="http://schemas.microsoft.com/office/drawing/2014/main" id="{D6CF21C2-C971-A66A-C638-4627C61AA119}"/>
              </a:ext>
            </a:extLst>
          </p:cNvPr>
          <p:cNvSpPr/>
          <p:nvPr/>
        </p:nvSpPr>
        <p:spPr>
          <a:xfrm>
            <a:off x="7846049" y="4946407"/>
            <a:ext cx="1043867" cy="889928"/>
          </a:xfrm>
          <a:prstGeom prst="rightArrow">
            <a:avLst/>
          </a:prstGeom>
          <a:solidFill>
            <a:srgbClr val="E2E1D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RBF KERNEL</a:t>
            </a:r>
          </a:p>
        </p:txBody>
      </p:sp>
      <p:pic>
        <p:nvPicPr>
          <p:cNvPr id="78" name="Picture 77">
            <a:extLst>
              <a:ext uri="{FF2B5EF4-FFF2-40B4-BE49-F238E27FC236}">
                <a16:creationId xmlns:a16="http://schemas.microsoft.com/office/drawing/2014/main" id="{51359F19-0098-0470-E37C-2F8B923EAF6C}"/>
              </a:ext>
            </a:extLst>
          </p:cNvPr>
          <p:cNvPicPr>
            <a:picLocks noChangeAspect="1"/>
          </p:cNvPicPr>
          <p:nvPr/>
        </p:nvPicPr>
        <p:blipFill rotWithShape="1">
          <a:blip r:embed="rId5"/>
          <a:srcRect t="2443" r="3117" b="5443"/>
          <a:stretch/>
        </p:blipFill>
        <p:spPr>
          <a:xfrm>
            <a:off x="8982221" y="4160819"/>
            <a:ext cx="2842263" cy="1702136"/>
          </a:xfrm>
          <a:prstGeom prst="rect">
            <a:avLst/>
          </a:prstGeom>
        </p:spPr>
      </p:pic>
    </p:spTree>
    <p:extLst>
      <p:ext uri="{BB962C8B-B14F-4D97-AF65-F5344CB8AC3E}">
        <p14:creationId xmlns:p14="http://schemas.microsoft.com/office/powerpoint/2010/main" val="22341047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6201F-D19B-C0F5-364D-C830C9F30BB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B190DC-2DD6-1A37-180B-B279717641EE}"/>
              </a:ext>
            </a:extLst>
          </p:cNvPr>
          <p:cNvSpPr>
            <a:spLocks noGrp="1"/>
          </p:cNvSpPr>
          <p:nvPr>
            <p:ph type="sldNum" sz="quarter" idx="10"/>
          </p:nvPr>
        </p:nvSpPr>
        <p:spPr/>
        <p:txBody>
          <a:bodyPr/>
          <a:lstStyle/>
          <a:p>
            <a:fld id="{48FFE6E1-85EB-9E42-824B-7CC9267ED8B9}" type="slidenum">
              <a:rPr lang="en-US" smtClean="0"/>
              <a:pPr/>
              <a:t>16</a:t>
            </a:fld>
            <a:endParaRPr lang="en-US"/>
          </a:p>
        </p:txBody>
      </p:sp>
      <p:sp>
        <p:nvSpPr>
          <p:cNvPr id="21" name="Title 8">
            <a:extLst>
              <a:ext uri="{FF2B5EF4-FFF2-40B4-BE49-F238E27FC236}">
                <a16:creationId xmlns:a16="http://schemas.microsoft.com/office/drawing/2014/main" id="{73F2590D-CEE8-6DB8-62C1-EADA609A5C55}"/>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Algorithm 3 -  Naïve Bayes</a:t>
            </a:r>
            <a:endParaRPr lang="en-US" sz="2400">
              <a:solidFill>
                <a:srgbClr val="002060"/>
              </a:solidFill>
            </a:endParaRPr>
          </a:p>
        </p:txBody>
      </p:sp>
      <p:sp>
        <p:nvSpPr>
          <p:cNvPr id="17" name="Content Placeholder 2">
            <a:extLst>
              <a:ext uri="{FF2B5EF4-FFF2-40B4-BE49-F238E27FC236}">
                <a16:creationId xmlns:a16="http://schemas.microsoft.com/office/drawing/2014/main" id="{017EE6D7-64B1-13ED-458F-F759AC2A269A}"/>
              </a:ext>
            </a:extLst>
          </p:cNvPr>
          <p:cNvSpPr>
            <a:spLocks noGrp="1"/>
          </p:cNvSpPr>
          <p:nvPr>
            <p:ph idx="1"/>
          </p:nvPr>
        </p:nvSpPr>
        <p:spPr>
          <a:xfrm>
            <a:off x="766993" y="1108987"/>
            <a:ext cx="10515600" cy="4351338"/>
          </a:xfrm>
        </p:spPr>
        <p:txBody>
          <a:bodyPr>
            <a:normAutofit/>
          </a:bodyPr>
          <a:lstStyle/>
          <a:p>
            <a:pPr marL="0" indent="0">
              <a:buNone/>
            </a:pPr>
            <a:r>
              <a:rPr lang="en-US" sz="2000">
                <a:solidFill>
                  <a:schemeClr val="tx1"/>
                </a:solidFill>
              </a:rPr>
              <a:t>Naïve Bayes is a simple probabilistic classifier based on Bayes’ Theorem with a strong assumption that all features are independent given the class.</a:t>
            </a:r>
            <a:endParaRPr lang="en-US" sz="2000">
              <a:solidFill>
                <a:schemeClr val="tx1"/>
              </a:solidFill>
              <a:latin typeface="+mj-lt"/>
            </a:endParaRPr>
          </a:p>
          <a:p>
            <a:pPr marL="0" indent="0">
              <a:buNone/>
            </a:pPr>
            <a:endParaRPr lang="en-US" sz="1200">
              <a:solidFill>
                <a:schemeClr val="tx1"/>
              </a:solidFill>
              <a:latin typeface="+mj-lt"/>
            </a:endParaRPr>
          </a:p>
          <a:p>
            <a:pPr marL="0" indent="0">
              <a:buNone/>
            </a:pPr>
            <a:r>
              <a:rPr lang="en-US" sz="2000">
                <a:solidFill>
                  <a:schemeClr val="tx1"/>
                </a:solidFill>
                <a:latin typeface="+mj-lt"/>
              </a:rPr>
              <a:t>Naïve Bayes calculates the possibility of whether a data point belongs within a certain category or does not. In text analysis, it can be used to categorize words or phrases as belonging to a preset “tag” (classification) or not. For example:</a:t>
            </a:r>
          </a:p>
        </p:txBody>
      </p:sp>
      <p:pic>
        <p:nvPicPr>
          <p:cNvPr id="18" name="Picture 17">
            <a:extLst>
              <a:ext uri="{FF2B5EF4-FFF2-40B4-BE49-F238E27FC236}">
                <a16:creationId xmlns:a16="http://schemas.microsoft.com/office/drawing/2014/main" id="{978F2CB9-1B03-9119-3D42-01ED4866F3AD}"/>
              </a:ext>
            </a:extLst>
          </p:cNvPr>
          <p:cNvPicPr>
            <a:picLocks noChangeAspect="1"/>
          </p:cNvPicPr>
          <p:nvPr/>
        </p:nvPicPr>
        <p:blipFill>
          <a:blip r:embed="rId2"/>
          <a:stretch>
            <a:fillRect/>
          </a:stretch>
        </p:blipFill>
        <p:spPr>
          <a:xfrm>
            <a:off x="766993" y="3205655"/>
            <a:ext cx="4897348" cy="2703565"/>
          </a:xfrm>
          <a:prstGeom prst="rect">
            <a:avLst/>
          </a:prstGeom>
        </p:spPr>
      </p:pic>
      <p:grpSp>
        <p:nvGrpSpPr>
          <p:cNvPr id="19" name="Group 18">
            <a:extLst>
              <a:ext uri="{FF2B5EF4-FFF2-40B4-BE49-F238E27FC236}">
                <a16:creationId xmlns:a16="http://schemas.microsoft.com/office/drawing/2014/main" id="{8899F410-4AEF-E3B0-2CB5-0EC6AFDE12F1}"/>
              </a:ext>
            </a:extLst>
          </p:cNvPr>
          <p:cNvGrpSpPr/>
          <p:nvPr/>
        </p:nvGrpSpPr>
        <p:grpSpPr>
          <a:xfrm>
            <a:off x="6527660" y="3429000"/>
            <a:ext cx="5017177" cy="2031325"/>
            <a:chOff x="6593840" y="2375655"/>
            <a:chExt cx="5017177" cy="2031325"/>
          </a:xfrm>
        </p:grpSpPr>
        <p:sp>
          <p:nvSpPr>
            <p:cNvPr id="20" name="TextBox 19">
              <a:extLst>
                <a:ext uri="{FF2B5EF4-FFF2-40B4-BE49-F238E27FC236}">
                  <a16:creationId xmlns:a16="http://schemas.microsoft.com/office/drawing/2014/main" id="{0F8DB2A2-D04D-CBC8-0911-31D727182D43}"/>
                </a:ext>
              </a:extLst>
            </p:cNvPr>
            <p:cNvSpPr txBox="1"/>
            <p:nvPr/>
          </p:nvSpPr>
          <p:spPr>
            <a:xfrm>
              <a:off x="6593840" y="2375655"/>
              <a:ext cx="5017177" cy="2031325"/>
            </a:xfrm>
            <a:prstGeom prst="rect">
              <a:avLst/>
            </a:prstGeom>
            <a:noFill/>
          </p:spPr>
          <p:txBody>
            <a:bodyPr wrap="square" rtlCol="0">
              <a:spAutoFit/>
            </a:bodyPr>
            <a:lstStyle/>
            <a:p>
              <a:r>
                <a:rPr lang="en-US">
                  <a:latin typeface="+mj-lt"/>
                </a:rPr>
                <a:t>To decide whether or not a phrase should be tagged as “sports,” you need to calculate:</a:t>
              </a:r>
            </a:p>
            <a:p>
              <a:endParaRPr lang="en-US">
                <a:latin typeface="+mj-lt"/>
              </a:endParaRPr>
            </a:p>
            <a:p>
              <a:endParaRPr lang="en-US">
                <a:latin typeface="+mj-lt"/>
              </a:endParaRPr>
            </a:p>
            <a:p>
              <a:endParaRPr lang="en-US">
                <a:latin typeface="+mj-lt"/>
              </a:endParaRPr>
            </a:p>
            <a:p>
              <a:endParaRPr lang="en-US">
                <a:latin typeface="+mj-lt"/>
              </a:endParaRPr>
            </a:p>
            <a:p>
              <a:endParaRPr lang="en-US">
                <a:latin typeface="+mj-lt"/>
              </a:endParaRPr>
            </a:p>
          </p:txBody>
        </p:sp>
        <p:pic>
          <p:nvPicPr>
            <p:cNvPr id="22" name="Picture 21">
              <a:extLst>
                <a:ext uri="{FF2B5EF4-FFF2-40B4-BE49-F238E27FC236}">
                  <a16:creationId xmlns:a16="http://schemas.microsoft.com/office/drawing/2014/main" id="{19AE952B-90CA-811A-E2BB-83B5E7C2EAE6}"/>
                </a:ext>
              </a:extLst>
            </p:cNvPr>
            <p:cNvPicPr>
              <a:picLocks noChangeAspect="1"/>
            </p:cNvPicPr>
            <p:nvPr/>
          </p:nvPicPr>
          <p:blipFill>
            <a:blip r:embed="rId3"/>
            <a:stretch>
              <a:fillRect/>
            </a:stretch>
          </p:blipFill>
          <p:spPr>
            <a:xfrm>
              <a:off x="7263130" y="3091455"/>
              <a:ext cx="3435350" cy="981529"/>
            </a:xfrm>
            <a:prstGeom prst="rect">
              <a:avLst/>
            </a:prstGeom>
          </p:spPr>
        </p:pic>
      </p:grpSp>
      <p:sp>
        <p:nvSpPr>
          <p:cNvPr id="23" name="TextBox 22">
            <a:extLst>
              <a:ext uri="{FF2B5EF4-FFF2-40B4-BE49-F238E27FC236}">
                <a16:creationId xmlns:a16="http://schemas.microsoft.com/office/drawing/2014/main" id="{E8573B84-FD51-C083-C7F9-4533C16E808D}"/>
              </a:ext>
            </a:extLst>
          </p:cNvPr>
          <p:cNvSpPr txBox="1"/>
          <p:nvPr/>
        </p:nvSpPr>
        <p:spPr>
          <a:xfrm>
            <a:off x="766993" y="6037625"/>
            <a:ext cx="9099671" cy="276999"/>
          </a:xfrm>
          <a:prstGeom prst="rect">
            <a:avLst/>
          </a:prstGeom>
          <a:noFill/>
        </p:spPr>
        <p:txBody>
          <a:bodyPr wrap="none" rtlCol="0">
            <a:spAutoFit/>
          </a:bodyPr>
          <a:lstStyle/>
          <a:p>
            <a:r>
              <a:rPr lang="en-US" sz="1200"/>
              <a:t>* Bayes’ theorem is a fundamental rule in probability that tells us how to update our belief about an event after seeing new evidence.</a:t>
            </a:r>
          </a:p>
        </p:txBody>
      </p:sp>
    </p:spTree>
    <p:extLst>
      <p:ext uri="{BB962C8B-B14F-4D97-AF65-F5344CB8AC3E}">
        <p14:creationId xmlns:p14="http://schemas.microsoft.com/office/powerpoint/2010/main" val="13522694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68902-3C85-6DCE-1BA0-11C0D514BEB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4AB2A8-75F8-F533-E161-B42DD9B41AE1}"/>
              </a:ext>
            </a:extLst>
          </p:cNvPr>
          <p:cNvSpPr>
            <a:spLocks noGrp="1"/>
          </p:cNvSpPr>
          <p:nvPr>
            <p:ph type="sldNum" sz="quarter" idx="10"/>
          </p:nvPr>
        </p:nvSpPr>
        <p:spPr/>
        <p:txBody>
          <a:bodyPr/>
          <a:lstStyle/>
          <a:p>
            <a:fld id="{48FFE6E1-85EB-9E42-824B-7CC9267ED8B9}" type="slidenum">
              <a:rPr lang="en-US" smtClean="0"/>
              <a:pPr/>
              <a:t>17</a:t>
            </a:fld>
            <a:endParaRPr lang="en-US"/>
          </a:p>
        </p:txBody>
      </p:sp>
      <p:sp>
        <p:nvSpPr>
          <p:cNvPr id="21" name="Title 8">
            <a:extLst>
              <a:ext uri="{FF2B5EF4-FFF2-40B4-BE49-F238E27FC236}">
                <a16:creationId xmlns:a16="http://schemas.microsoft.com/office/drawing/2014/main" id="{E42C8D00-8AD0-3192-B0CC-E7F7A05CC411}"/>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Algorithm 3 -  Naïve Bayes – contd..</a:t>
            </a:r>
            <a:endParaRPr lang="en-US" sz="2400">
              <a:solidFill>
                <a:srgbClr val="002060"/>
              </a:solidFill>
            </a:endParaRPr>
          </a:p>
        </p:txBody>
      </p:sp>
      <p:pic>
        <p:nvPicPr>
          <p:cNvPr id="5" name="Picture 4">
            <a:extLst>
              <a:ext uri="{FF2B5EF4-FFF2-40B4-BE49-F238E27FC236}">
                <a16:creationId xmlns:a16="http://schemas.microsoft.com/office/drawing/2014/main" id="{6DA1E9E5-D089-7D58-D262-33A018987866}"/>
              </a:ext>
            </a:extLst>
          </p:cNvPr>
          <p:cNvPicPr>
            <a:picLocks noChangeAspect="1"/>
          </p:cNvPicPr>
          <p:nvPr/>
        </p:nvPicPr>
        <p:blipFill>
          <a:blip r:embed="rId2"/>
          <a:srcRect b="1233"/>
          <a:stretch>
            <a:fillRect/>
          </a:stretch>
        </p:blipFill>
        <p:spPr>
          <a:xfrm>
            <a:off x="6802627" y="1429162"/>
            <a:ext cx="4476438" cy="5254974"/>
          </a:xfrm>
          <a:prstGeom prst="rect">
            <a:avLst/>
          </a:prstGeom>
        </p:spPr>
      </p:pic>
      <p:sp>
        <p:nvSpPr>
          <p:cNvPr id="6" name="Rectangle 5">
            <a:extLst>
              <a:ext uri="{FF2B5EF4-FFF2-40B4-BE49-F238E27FC236}">
                <a16:creationId xmlns:a16="http://schemas.microsoft.com/office/drawing/2014/main" id="{03FE8A25-2807-2DBA-793D-C087FBD077C2}"/>
              </a:ext>
            </a:extLst>
          </p:cNvPr>
          <p:cNvSpPr/>
          <p:nvPr/>
        </p:nvSpPr>
        <p:spPr>
          <a:xfrm>
            <a:off x="7737620" y="2979806"/>
            <a:ext cx="3331553" cy="338554"/>
          </a:xfrm>
          <a:prstGeom prst="rect">
            <a:avLst/>
          </a:prstGeom>
        </p:spPr>
        <p:txBody>
          <a:bodyPr wrap="none">
            <a:spAutoFit/>
          </a:bodyPr>
          <a:lstStyle/>
          <a:p>
            <a:r>
              <a:rPr lang="en-US" sz="1600">
                <a:solidFill>
                  <a:srgbClr val="273239"/>
                </a:solidFill>
                <a:latin typeface="urw-din"/>
              </a:rPr>
              <a:t> P(temp. = cool | play golf = Yes) = 3/9</a:t>
            </a:r>
            <a:endParaRPr lang="en-US" sz="1600"/>
          </a:p>
        </p:txBody>
      </p:sp>
      <p:sp>
        <p:nvSpPr>
          <p:cNvPr id="7" name="Rectangle 6">
            <a:extLst>
              <a:ext uri="{FF2B5EF4-FFF2-40B4-BE49-F238E27FC236}">
                <a16:creationId xmlns:a16="http://schemas.microsoft.com/office/drawing/2014/main" id="{63BEC506-2961-3A51-C2D9-D3E90EC7DD21}"/>
              </a:ext>
            </a:extLst>
          </p:cNvPr>
          <p:cNvSpPr/>
          <p:nvPr/>
        </p:nvSpPr>
        <p:spPr>
          <a:xfrm>
            <a:off x="9238648" y="2473703"/>
            <a:ext cx="2130725" cy="18978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A484821-BCB2-90CB-F40E-32A3CC3A0C8C}"/>
              </a:ext>
            </a:extLst>
          </p:cNvPr>
          <p:cNvSpPr/>
          <p:nvPr/>
        </p:nvSpPr>
        <p:spPr>
          <a:xfrm>
            <a:off x="4257242" y="1987623"/>
            <a:ext cx="2374181" cy="3323987"/>
          </a:xfrm>
          <a:prstGeom prst="rect">
            <a:avLst/>
          </a:prstGeom>
        </p:spPr>
        <p:txBody>
          <a:bodyPr wrap="square">
            <a:spAutoFit/>
          </a:bodyPr>
          <a:lstStyle/>
          <a:p>
            <a:endParaRPr lang="en-US" sz="1400">
              <a:latin typeface="+mj-lt"/>
            </a:endParaRPr>
          </a:p>
          <a:p>
            <a:r>
              <a:rPr lang="en-US" sz="1400" b="1">
                <a:latin typeface="+mj-lt"/>
              </a:rPr>
              <a:t>Step 1:</a:t>
            </a:r>
            <a:r>
              <a:rPr lang="en-US" sz="1400">
                <a:latin typeface="+mj-lt"/>
              </a:rPr>
              <a:t> Convert the data set to the frequency table</a:t>
            </a:r>
          </a:p>
          <a:p>
            <a:endParaRPr lang="en-US" sz="1400" b="1">
              <a:latin typeface="+mj-lt"/>
            </a:endParaRPr>
          </a:p>
          <a:p>
            <a:r>
              <a:rPr lang="en-US" sz="1400" b="1">
                <a:latin typeface="+mj-lt"/>
              </a:rPr>
              <a:t>Step 2:</a:t>
            </a:r>
            <a:r>
              <a:rPr lang="en-US" sz="1400">
                <a:latin typeface="+mj-lt"/>
              </a:rPr>
              <a:t> Create a Likelihood table by finding the probabilities</a:t>
            </a:r>
          </a:p>
          <a:p>
            <a:endParaRPr lang="en-US" sz="1400" b="1">
              <a:latin typeface="+mj-lt"/>
            </a:endParaRPr>
          </a:p>
          <a:p>
            <a:r>
              <a:rPr lang="en-US" sz="1400" b="1">
                <a:latin typeface="+mj-lt"/>
              </a:rPr>
              <a:t>Step 3:</a:t>
            </a:r>
            <a:r>
              <a:rPr lang="en-US" sz="1400">
                <a:latin typeface="+mj-lt"/>
              </a:rPr>
              <a:t> Now, use the Naive Bayesian equation to calculate the posterior probability for each class. The class with the highest posterior probability is the outcome of the prediction.</a:t>
            </a:r>
          </a:p>
        </p:txBody>
      </p:sp>
      <p:sp>
        <p:nvSpPr>
          <p:cNvPr id="9" name="Rectangle 8">
            <a:extLst>
              <a:ext uri="{FF2B5EF4-FFF2-40B4-BE49-F238E27FC236}">
                <a16:creationId xmlns:a16="http://schemas.microsoft.com/office/drawing/2014/main" id="{D9823569-908C-E5B0-3ED4-ED610DF0ECD6}"/>
              </a:ext>
            </a:extLst>
          </p:cNvPr>
          <p:cNvSpPr/>
          <p:nvPr/>
        </p:nvSpPr>
        <p:spPr>
          <a:xfrm>
            <a:off x="7994379" y="1952690"/>
            <a:ext cx="276045" cy="1639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AFC9B06-1F3F-88EC-C402-35700F9ACB62}"/>
              </a:ext>
            </a:extLst>
          </p:cNvPr>
          <p:cNvSpPr/>
          <p:nvPr/>
        </p:nvSpPr>
        <p:spPr>
          <a:xfrm>
            <a:off x="10459687" y="1987623"/>
            <a:ext cx="276045" cy="1639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50B54FE-5C4E-4598-B88A-C08738917090}"/>
              </a:ext>
            </a:extLst>
          </p:cNvPr>
          <p:cNvSpPr/>
          <p:nvPr/>
        </p:nvSpPr>
        <p:spPr>
          <a:xfrm>
            <a:off x="7994378" y="4275652"/>
            <a:ext cx="276045" cy="1639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60E40A6-C85B-BBDC-D0C6-928DFB60F448}"/>
              </a:ext>
            </a:extLst>
          </p:cNvPr>
          <p:cNvSpPr/>
          <p:nvPr/>
        </p:nvSpPr>
        <p:spPr>
          <a:xfrm>
            <a:off x="10425181" y="3979675"/>
            <a:ext cx="276045" cy="1639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8C6321A-52C2-427C-CA9D-912FB8ED3EBC}"/>
              </a:ext>
            </a:extLst>
          </p:cNvPr>
          <p:cNvSpPr/>
          <p:nvPr/>
        </p:nvSpPr>
        <p:spPr>
          <a:xfrm>
            <a:off x="9457994" y="5467438"/>
            <a:ext cx="276045" cy="1639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DFD31D13-AA31-E795-80A5-5FBDD115A0DC}"/>
                  </a:ext>
                </a:extLst>
              </p:cNvPr>
              <p:cNvSpPr txBox="1"/>
              <p:nvPr/>
            </p:nvSpPr>
            <p:spPr>
              <a:xfrm>
                <a:off x="1457645" y="907950"/>
                <a:ext cx="8638519" cy="4874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𝑃</m:t>
                      </m:r>
                      <m:d>
                        <m:dPr>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𝑌𝑒𝑠</m:t>
                          </m:r>
                          <m:r>
                            <a:rPr lang="en-US" sz="1400" b="0" i="1" smtClean="0">
                              <a:latin typeface="Cambria Math" panose="02040503050406030204" pitchFamily="18" charset="0"/>
                            </a:rPr>
                            <m:t> </m:t>
                          </m:r>
                        </m:e>
                      </m:d>
                      <m:r>
                        <a:rPr lang="en-US" sz="1400" b="0" i="1" smtClean="0">
                          <a:latin typeface="Cambria Math" panose="02040503050406030204" pitchFamily="18" charset="0"/>
                        </a:rPr>
                        <m:t>𝑡𝑜𝑑𝑎𝑦</m:t>
                      </m:r>
                      <m:r>
                        <a:rPr lang="en-US" sz="1400" b="0" i="1" smtClean="0">
                          <a:latin typeface="Cambria Math" panose="02040503050406030204" pitchFamily="18" charset="0"/>
                        </a:rPr>
                        <m:t>)= </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𝑃</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𝑆𝑢𝑛𝑛𝑦</m:t>
                              </m:r>
                              <m:r>
                                <a:rPr lang="en-US" sz="1400" b="0" i="1" smtClean="0">
                                  <a:latin typeface="Cambria Math" panose="02040503050406030204" pitchFamily="18" charset="0"/>
                                </a:rPr>
                                <m:t>_</m:t>
                              </m:r>
                              <m:r>
                                <a:rPr lang="en-US" sz="1400" i="1">
                                  <a:latin typeface="Cambria Math" panose="02040503050406030204" pitchFamily="18" charset="0"/>
                                </a:rPr>
                                <m:t>𝑂𝑢𝑡𝑙𝑜𝑜𝑘</m:t>
                              </m:r>
                            </m:e>
                            <m:e>
                              <m:r>
                                <a:rPr lang="en-US" sz="1400" b="0" i="1" smtClean="0">
                                  <a:latin typeface="Cambria Math" panose="02040503050406030204" pitchFamily="18" charset="0"/>
                                </a:rPr>
                                <m:t>𝑌𝑒𝑠</m:t>
                              </m:r>
                            </m:e>
                          </m:d>
                          <m:r>
                            <a:rPr lang="en-US" sz="1400" b="0" i="1" smtClean="0">
                              <a:latin typeface="Cambria Math" panose="02040503050406030204" pitchFamily="18" charset="0"/>
                            </a:rPr>
                            <m:t>𝑃</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𝐻𝑜</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𝑡</m:t>
                                  </m:r>
                                </m:e>
                                <m:sub>
                                  <m:r>
                                    <a:rPr lang="en-US" sz="1400" b="0" i="1" smtClean="0">
                                      <a:latin typeface="Cambria Math" panose="02040503050406030204" pitchFamily="18" charset="0"/>
                                    </a:rPr>
                                    <m:t>𝑡𝑒𝑚𝑝𝑒𝑟𝑎𝑡𝑢𝑟𝑒</m:t>
                                  </m:r>
                                </m:sub>
                              </m:sSub>
                            </m:e>
                            <m:e>
                              <m:r>
                                <a:rPr lang="en-US" sz="1400" b="0" i="1" smtClean="0">
                                  <a:latin typeface="Cambria Math" panose="02040503050406030204" pitchFamily="18" charset="0"/>
                                </a:rPr>
                                <m:t>𝑌𝑒𝑠</m:t>
                              </m:r>
                            </m:e>
                          </m:d>
                          <m:r>
                            <a:rPr lang="en-US" sz="1400" b="0" i="1" smtClean="0">
                              <a:latin typeface="Cambria Math" panose="02040503050406030204" pitchFamily="18" charset="0"/>
                            </a:rPr>
                            <m:t>𝑃</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𝑁𝑜𝑟𝑚𝑎</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𝑙</m:t>
                                  </m:r>
                                </m:e>
                                <m:sub>
                                  <m:r>
                                    <a:rPr lang="en-US" sz="1400" b="0" i="1" smtClean="0">
                                      <a:latin typeface="Cambria Math" panose="02040503050406030204" pitchFamily="18" charset="0"/>
                                    </a:rPr>
                                    <m:t>𝐻𝑢𝑚𝑖𝑑𝑖𝑡𝑦</m:t>
                                  </m:r>
                                </m:sub>
                              </m:sSub>
                            </m:e>
                            <m:e>
                              <m:r>
                                <a:rPr lang="en-US" sz="1400" b="0" i="1" smtClean="0">
                                  <a:latin typeface="Cambria Math" panose="02040503050406030204" pitchFamily="18" charset="0"/>
                                </a:rPr>
                                <m:t>𝑌𝑒𝑠</m:t>
                              </m:r>
                            </m:e>
                          </m:d>
                          <m:r>
                            <a:rPr lang="en-US" sz="1400" b="0" i="1" smtClean="0">
                              <a:latin typeface="Cambria Math" panose="02040503050406030204" pitchFamily="18" charset="0"/>
                            </a:rPr>
                            <m:t>𝑃</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𝑁</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𝑜</m:t>
                                  </m:r>
                                </m:e>
                                <m:sub>
                                  <m:r>
                                    <a:rPr lang="en-US" sz="1400" b="0" i="1" smtClean="0">
                                      <a:latin typeface="Cambria Math" panose="02040503050406030204" pitchFamily="18" charset="0"/>
                                    </a:rPr>
                                    <m:t>𝑊𝑖𝑛𝑑</m:t>
                                  </m:r>
                                </m:sub>
                              </m:sSub>
                            </m:e>
                            <m:e>
                              <m:r>
                                <a:rPr lang="en-US" sz="1400" b="0" i="1" smtClean="0">
                                  <a:latin typeface="Cambria Math" panose="02040503050406030204" pitchFamily="18" charset="0"/>
                                </a:rPr>
                                <m:t>𝑌𝑒𝑠</m:t>
                              </m:r>
                            </m:e>
                          </m:d>
                          <m:r>
                            <a:rPr lang="en-US" sz="1400" b="0" i="1" smtClean="0">
                              <a:latin typeface="Cambria Math" panose="02040503050406030204" pitchFamily="18" charset="0"/>
                            </a:rPr>
                            <m:t>𝑃</m:t>
                          </m:r>
                          <m:r>
                            <a:rPr lang="en-US" sz="1400" b="0" i="1" smtClean="0">
                              <a:latin typeface="Cambria Math" panose="02040503050406030204" pitchFamily="18" charset="0"/>
                            </a:rPr>
                            <m:t>(</m:t>
                          </m:r>
                          <m:r>
                            <a:rPr lang="en-US" sz="1400" b="0" i="1" smtClean="0">
                              <a:latin typeface="Cambria Math" panose="02040503050406030204" pitchFamily="18" charset="0"/>
                            </a:rPr>
                            <m:t>𝑌𝑒𝑠</m:t>
                          </m:r>
                          <m:r>
                            <a:rPr lang="en-US" sz="1400" b="0" i="1" smtClean="0">
                              <a:latin typeface="Cambria Math" panose="02040503050406030204" pitchFamily="18" charset="0"/>
                            </a:rPr>
                            <m:t>)</m:t>
                          </m:r>
                        </m:num>
                        <m:den>
                          <m:r>
                            <a:rPr lang="en-US" sz="1400" b="0" i="1" smtClean="0">
                              <a:latin typeface="Cambria Math" panose="02040503050406030204" pitchFamily="18" charset="0"/>
                            </a:rPr>
                            <m:t>𝑃</m:t>
                          </m:r>
                          <m:r>
                            <a:rPr lang="en-US" sz="1400" b="0" i="1" smtClean="0">
                              <a:latin typeface="Cambria Math" panose="02040503050406030204" pitchFamily="18" charset="0"/>
                            </a:rPr>
                            <m:t>(</m:t>
                          </m:r>
                          <m:r>
                            <a:rPr lang="en-US" sz="1400" b="0" i="1" smtClean="0">
                              <a:latin typeface="Cambria Math" panose="02040503050406030204" pitchFamily="18" charset="0"/>
                            </a:rPr>
                            <m:t>𝑡𝑜𝑑𝑎𝑦</m:t>
                          </m:r>
                          <m:r>
                            <a:rPr lang="en-US" sz="1400" b="0" i="1" smtClean="0">
                              <a:latin typeface="Cambria Math" panose="02040503050406030204" pitchFamily="18" charset="0"/>
                            </a:rPr>
                            <m:t>)</m:t>
                          </m:r>
                        </m:den>
                      </m:f>
                    </m:oMath>
                  </m:oMathPara>
                </a14:m>
                <a:endParaRPr lang="en-US" sz="1400"/>
              </a:p>
            </p:txBody>
          </p:sp>
        </mc:Choice>
        <mc:Fallback>
          <p:sp>
            <p:nvSpPr>
              <p:cNvPr id="14" name="TextBox 13">
                <a:extLst>
                  <a:ext uri="{FF2B5EF4-FFF2-40B4-BE49-F238E27FC236}">
                    <a16:creationId xmlns:a16="http://schemas.microsoft.com/office/drawing/2014/main" id="{DFD31D13-AA31-E795-80A5-5FBDD115A0DC}"/>
                  </a:ext>
                </a:extLst>
              </p:cNvPr>
              <p:cNvSpPr txBox="1">
                <a:spLocks noRot="1" noChangeAspect="1" noMove="1" noResize="1" noEditPoints="1" noAdjustHandles="1" noChangeArrowheads="1" noChangeShapeType="1" noTextEdit="1"/>
              </p:cNvSpPr>
              <p:nvPr/>
            </p:nvSpPr>
            <p:spPr>
              <a:xfrm>
                <a:off x="1457645" y="907950"/>
                <a:ext cx="8638519" cy="487441"/>
              </a:xfrm>
              <a:prstGeom prst="rect">
                <a:avLst/>
              </a:prstGeom>
              <a:blipFill>
                <a:blip r:embed="rId3"/>
                <a:stretch>
                  <a:fillRect/>
                </a:stretch>
              </a:blipFill>
            </p:spPr>
            <p:txBody>
              <a:bodyPr/>
              <a:lstStyle/>
              <a:p>
                <a:r>
                  <a:rPr lang="en-US">
                    <a:noFill/>
                  </a:rPr>
                  <a:t> </a:t>
                </a:r>
              </a:p>
            </p:txBody>
          </p:sp>
        </mc:Fallback>
      </mc:AlternateContent>
      <p:graphicFrame>
        <p:nvGraphicFramePr>
          <p:cNvPr id="15" name="Table 14">
            <a:extLst>
              <a:ext uri="{FF2B5EF4-FFF2-40B4-BE49-F238E27FC236}">
                <a16:creationId xmlns:a16="http://schemas.microsoft.com/office/drawing/2014/main" id="{05DECA89-87F3-48E8-A5A4-6C5992154412}"/>
              </a:ext>
            </a:extLst>
          </p:cNvPr>
          <p:cNvGraphicFramePr>
            <a:graphicFrameLocks noGrp="1"/>
          </p:cNvGraphicFramePr>
          <p:nvPr>
            <p:extLst>
              <p:ext uri="{D42A27DB-BD31-4B8C-83A1-F6EECF244321}">
                <p14:modId xmlns:p14="http://schemas.microsoft.com/office/powerpoint/2010/main" val="939356895"/>
              </p:ext>
            </p:extLst>
          </p:nvPr>
        </p:nvGraphicFramePr>
        <p:xfrm>
          <a:off x="115910" y="1616298"/>
          <a:ext cx="3970128" cy="4419600"/>
        </p:xfrm>
        <a:graphic>
          <a:graphicData uri="http://schemas.openxmlformats.org/drawingml/2006/table">
            <a:tbl>
              <a:tblPr firstRow="1" bandRow="1">
                <a:tableStyleId>{5C22544A-7EE6-4342-B048-85BDC9FD1C3A}</a:tableStyleId>
              </a:tblPr>
              <a:tblGrid>
                <a:gridCol w="399245">
                  <a:extLst>
                    <a:ext uri="{9D8B030D-6E8A-4147-A177-3AD203B41FA5}">
                      <a16:colId xmlns:a16="http://schemas.microsoft.com/office/drawing/2014/main" val="3212408696"/>
                    </a:ext>
                  </a:extLst>
                </a:gridCol>
                <a:gridCol w="785611">
                  <a:extLst>
                    <a:ext uri="{9D8B030D-6E8A-4147-A177-3AD203B41FA5}">
                      <a16:colId xmlns:a16="http://schemas.microsoft.com/office/drawing/2014/main" val="3209431365"/>
                    </a:ext>
                  </a:extLst>
                </a:gridCol>
                <a:gridCol w="915831">
                  <a:extLst>
                    <a:ext uri="{9D8B030D-6E8A-4147-A177-3AD203B41FA5}">
                      <a16:colId xmlns:a16="http://schemas.microsoft.com/office/drawing/2014/main" val="421500206"/>
                    </a:ext>
                  </a:extLst>
                </a:gridCol>
                <a:gridCol w="782320">
                  <a:extLst>
                    <a:ext uri="{9D8B030D-6E8A-4147-A177-3AD203B41FA5}">
                      <a16:colId xmlns:a16="http://schemas.microsoft.com/office/drawing/2014/main" val="1382189338"/>
                    </a:ext>
                  </a:extLst>
                </a:gridCol>
                <a:gridCol w="568960">
                  <a:extLst>
                    <a:ext uri="{9D8B030D-6E8A-4147-A177-3AD203B41FA5}">
                      <a16:colId xmlns:a16="http://schemas.microsoft.com/office/drawing/2014/main" val="3426572859"/>
                    </a:ext>
                  </a:extLst>
                </a:gridCol>
                <a:gridCol w="518161">
                  <a:extLst>
                    <a:ext uri="{9D8B030D-6E8A-4147-A177-3AD203B41FA5}">
                      <a16:colId xmlns:a16="http://schemas.microsoft.com/office/drawing/2014/main" val="3144300560"/>
                    </a:ext>
                  </a:extLst>
                </a:gridCol>
              </a:tblGrid>
              <a:tr h="185003">
                <a:tc>
                  <a:txBody>
                    <a:bodyPr/>
                    <a:lstStyle/>
                    <a:p>
                      <a:pPr algn="l"/>
                      <a:endParaRPr lang="en-US" sz="900"/>
                    </a:p>
                  </a:txBody>
                  <a:tcPr anchor="ctr"/>
                </a:tc>
                <a:tc>
                  <a:txBody>
                    <a:bodyPr/>
                    <a:lstStyle/>
                    <a:p>
                      <a:pPr algn="l"/>
                      <a:r>
                        <a:rPr lang="en-US" sz="900"/>
                        <a:t>Outlook</a:t>
                      </a:r>
                    </a:p>
                  </a:txBody>
                  <a:tcPr anchor="ctr"/>
                </a:tc>
                <a:tc>
                  <a:txBody>
                    <a:bodyPr/>
                    <a:lstStyle/>
                    <a:p>
                      <a:pPr algn="l"/>
                      <a:r>
                        <a:rPr lang="en-US" sz="900"/>
                        <a:t>Temperature</a:t>
                      </a:r>
                    </a:p>
                  </a:txBody>
                  <a:tcPr anchor="ctr"/>
                </a:tc>
                <a:tc>
                  <a:txBody>
                    <a:bodyPr/>
                    <a:lstStyle/>
                    <a:p>
                      <a:pPr algn="l"/>
                      <a:r>
                        <a:rPr lang="en-US" sz="900"/>
                        <a:t>Humidity</a:t>
                      </a:r>
                    </a:p>
                  </a:txBody>
                  <a:tcPr anchor="ctr"/>
                </a:tc>
                <a:tc>
                  <a:txBody>
                    <a:bodyPr/>
                    <a:lstStyle/>
                    <a:p>
                      <a:pPr algn="l"/>
                      <a:r>
                        <a:rPr lang="en-US" sz="900"/>
                        <a:t>Windy</a:t>
                      </a:r>
                    </a:p>
                  </a:txBody>
                  <a:tcPr anchor="ctr"/>
                </a:tc>
                <a:tc>
                  <a:txBody>
                    <a:bodyPr/>
                    <a:lstStyle/>
                    <a:p>
                      <a:pPr algn="l"/>
                      <a:r>
                        <a:rPr lang="en-US" sz="900"/>
                        <a:t>Play Golf</a:t>
                      </a:r>
                    </a:p>
                  </a:txBody>
                  <a:tcPr anchor="ctr"/>
                </a:tc>
                <a:extLst>
                  <a:ext uri="{0D108BD9-81ED-4DB2-BD59-A6C34878D82A}">
                    <a16:rowId xmlns:a16="http://schemas.microsoft.com/office/drawing/2014/main" val="2888209577"/>
                  </a:ext>
                </a:extLst>
              </a:tr>
              <a:tr h="370840">
                <a:tc>
                  <a:txBody>
                    <a:bodyPr/>
                    <a:lstStyle/>
                    <a:p>
                      <a:pPr algn="l"/>
                      <a:r>
                        <a:rPr lang="en-US" sz="900"/>
                        <a:t>0</a:t>
                      </a:r>
                    </a:p>
                  </a:txBody>
                  <a:tcPr anchor="ctr"/>
                </a:tc>
                <a:tc>
                  <a:txBody>
                    <a:bodyPr/>
                    <a:lstStyle/>
                    <a:p>
                      <a:pPr algn="l"/>
                      <a:r>
                        <a:rPr lang="en-US" sz="900"/>
                        <a:t>Rainy</a:t>
                      </a:r>
                    </a:p>
                  </a:txBody>
                  <a:tcPr anchor="ctr"/>
                </a:tc>
                <a:tc>
                  <a:txBody>
                    <a:bodyPr/>
                    <a:lstStyle/>
                    <a:p>
                      <a:pPr algn="l"/>
                      <a:r>
                        <a:rPr lang="en-US" sz="900"/>
                        <a:t>Hot</a:t>
                      </a:r>
                    </a:p>
                  </a:txBody>
                  <a:tcPr anchor="ctr"/>
                </a:tc>
                <a:tc>
                  <a:txBody>
                    <a:bodyPr/>
                    <a:lstStyle/>
                    <a:p>
                      <a:pPr algn="l"/>
                      <a:r>
                        <a:rPr lang="en-US" sz="900"/>
                        <a:t>High</a:t>
                      </a:r>
                    </a:p>
                  </a:txBody>
                  <a:tcPr anchor="ctr"/>
                </a:tc>
                <a:tc>
                  <a:txBody>
                    <a:bodyPr/>
                    <a:lstStyle/>
                    <a:p>
                      <a:pPr algn="l"/>
                      <a:r>
                        <a:rPr lang="en-US" sz="900"/>
                        <a:t>False</a:t>
                      </a:r>
                    </a:p>
                  </a:txBody>
                  <a:tcPr anchor="ctr"/>
                </a:tc>
                <a:tc>
                  <a:txBody>
                    <a:bodyPr/>
                    <a:lstStyle/>
                    <a:p>
                      <a:pPr algn="l"/>
                      <a:r>
                        <a:rPr lang="en-US" sz="900"/>
                        <a:t>No</a:t>
                      </a:r>
                    </a:p>
                  </a:txBody>
                  <a:tcPr anchor="ctr"/>
                </a:tc>
                <a:extLst>
                  <a:ext uri="{0D108BD9-81ED-4DB2-BD59-A6C34878D82A}">
                    <a16:rowId xmlns:a16="http://schemas.microsoft.com/office/drawing/2014/main" val="125156929"/>
                  </a:ext>
                </a:extLst>
              </a:tr>
              <a:tr h="370840">
                <a:tc>
                  <a:txBody>
                    <a:bodyPr/>
                    <a:lstStyle/>
                    <a:p>
                      <a:pPr algn="l"/>
                      <a:r>
                        <a:rPr lang="en-US" sz="900"/>
                        <a:t>1</a:t>
                      </a:r>
                    </a:p>
                  </a:txBody>
                  <a:tcPr anchor="ctr"/>
                </a:tc>
                <a:tc>
                  <a:txBody>
                    <a:bodyPr/>
                    <a:lstStyle/>
                    <a:p>
                      <a:pPr algn="l"/>
                      <a:r>
                        <a:rPr lang="en-US" sz="900"/>
                        <a:t>Rainy</a:t>
                      </a:r>
                    </a:p>
                  </a:txBody>
                  <a:tcPr anchor="ctr"/>
                </a:tc>
                <a:tc>
                  <a:txBody>
                    <a:bodyPr/>
                    <a:lstStyle/>
                    <a:p>
                      <a:pPr algn="l"/>
                      <a:r>
                        <a:rPr lang="en-US" sz="900"/>
                        <a:t>Hot</a:t>
                      </a:r>
                    </a:p>
                  </a:txBody>
                  <a:tcPr anchor="ctr"/>
                </a:tc>
                <a:tc>
                  <a:txBody>
                    <a:bodyPr/>
                    <a:lstStyle/>
                    <a:p>
                      <a:pPr algn="l"/>
                      <a:r>
                        <a:rPr lang="en-US" sz="900"/>
                        <a:t>High</a:t>
                      </a:r>
                    </a:p>
                  </a:txBody>
                  <a:tcPr anchor="ctr"/>
                </a:tc>
                <a:tc>
                  <a:txBody>
                    <a:bodyPr/>
                    <a:lstStyle/>
                    <a:p>
                      <a:pPr algn="l"/>
                      <a:r>
                        <a:rPr lang="en-US" sz="900"/>
                        <a:t>True</a:t>
                      </a:r>
                    </a:p>
                  </a:txBody>
                  <a:tcPr anchor="ctr"/>
                </a:tc>
                <a:tc>
                  <a:txBody>
                    <a:bodyPr/>
                    <a:lstStyle/>
                    <a:p>
                      <a:pPr algn="l"/>
                      <a:r>
                        <a:rPr lang="en-US" sz="900"/>
                        <a:t>No</a:t>
                      </a:r>
                    </a:p>
                  </a:txBody>
                  <a:tcPr anchor="ctr"/>
                </a:tc>
                <a:extLst>
                  <a:ext uri="{0D108BD9-81ED-4DB2-BD59-A6C34878D82A}">
                    <a16:rowId xmlns:a16="http://schemas.microsoft.com/office/drawing/2014/main" val="3865434919"/>
                  </a:ext>
                </a:extLst>
              </a:tr>
              <a:tr h="370840">
                <a:tc>
                  <a:txBody>
                    <a:bodyPr/>
                    <a:lstStyle/>
                    <a:p>
                      <a:pPr algn="l"/>
                      <a:r>
                        <a:rPr lang="en-US" sz="900"/>
                        <a:t>2</a:t>
                      </a:r>
                    </a:p>
                  </a:txBody>
                  <a:tcPr anchor="ctr"/>
                </a:tc>
                <a:tc>
                  <a:txBody>
                    <a:bodyPr/>
                    <a:lstStyle/>
                    <a:p>
                      <a:pPr algn="l"/>
                      <a:r>
                        <a:rPr lang="en-US" sz="900"/>
                        <a:t>Overcast</a:t>
                      </a:r>
                    </a:p>
                  </a:txBody>
                  <a:tcPr anchor="ctr"/>
                </a:tc>
                <a:tc>
                  <a:txBody>
                    <a:bodyPr/>
                    <a:lstStyle/>
                    <a:p>
                      <a:pPr algn="l"/>
                      <a:r>
                        <a:rPr lang="en-US" sz="900"/>
                        <a:t>Hot</a:t>
                      </a:r>
                    </a:p>
                  </a:txBody>
                  <a:tcPr anchor="ctr"/>
                </a:tc>
                <a:tc>
                  <a:txBody>
                    <a:bodyPr/>
                    <a:lstStyle/>
                    <a:p>
                      <a:pPr algn="l"/>
                      <a:r>
                        <a:rPr lang="en-US" sz="900"/>
                        <a:t>High</a:t>
                      </a:r>
                    </a:p>
                  </a:txBody>
                  <a:tcPr anchor="ctr"/>
                </a:tc>
                <a:tc>
                  <a:txBody>
                    <a:bodyPr/>
                    <a:lstStyle/>
                    <a:p>
                      <a:pPr algn="l"/>
                      <a:r>
                        <a:rPr lang="en-US" sz="900"/>
                        <a:t>False</a:t>
                      </a:r>
                    </a:p>
                  </a:txBody>
                  <a:tcPr anchor="ctr"/>
                </a:tc>
                <a:tc>
                  <a:txBody>
                    <a:bodyPr/>
                    <a:lstStyle/>
                    <a:p>
                      <a:pPr algn="l"/>
                      <a:r>
                        <a:rPr lang="en-US" sz="900"/>
                        <a:t>Yes</a:t>
                      </a:r>
                    </a:p>
                  </a:txBody>
                  <a:tcPr anchor="ctr"/>
                </a:tc>
                <a:extLst>
                  <a:ext uri="{0D108BD9-81ED-4DB2-BD59-A6C34878D82A}">
                    <a16:rowId xmlns:a16="http://schemas.microsoft.com/office/drawing/2014/main" val="3421363131"/>
                  </a:ext>
                </a:extLst>
              </a:tr>
              <a:tr h="370840">
                <a:tc>
                  <a:txBody>
                    <a:bodyPr/>
                    <a:lstStyle/>
                    <a:p>
                      <a:pPr algn="l"/>
                      <a:r>
                        <a:rPr lang="en-US" sz="900"/>
                        <a:t>3</a:t>
                      </a:r>
                    </a:p>
                  </a:txBody>
                  <a:tcPr anchor="ctr"/>
                </a:tc>
                <a:tc>
                  <a:txBody>
                    <a:bodyPr/>
                    <a:lstStyle/>
                    <a:p>
                      <a:pPr algn="l"/>
                      <a:r>
                        <a:rPr lang="en-US" sz="900"/>
                        <a:t>Sunny</a:t>
                      </a:r>
                    </a:p>
                  </a:txBody>
                  <a:tcPr anchor="ctr"/>
                </a:tc>
                <a:tc>
                  <a:txBody>
                    <a:bodyPr/>
                    <a:lstStyle/>
                    <a:p>
                      <a:pPr algn="l"/>
                      <a:r>
                        <a:rPr lang="en-US" sz="900"/>
                        <a:t>Mild</a:t>
                      </a:r>
                    </a:p>
                  </a:txBody>
                  <a:tcPr anchor="ctr"/>
                </a:tc>
                <a:tc>
                  <a:txBody>
                    <a:bodyPr/>
                    <a:lstStyle/>
                    <a:p>
                      <a:pPr algn="l"/>
                      <a:r>
                        <a:rPr lang="en-US" sz="900"/>
                        <a:t>High</a:t>
                      </a:r>
                    </a:p>
                  </a:txBody>
                  <a:tcPr anchor="ctr"/>
                </a:tc>
                <a:tc>
                  <a:txBody>
                    <a:bodyPr/>
                    <a:lstStyle/>
                    <a:p>
                      <a:pPr algn="l"/>
                      <a:r>
                        <a:rPr lang="en-US" sz="900"/>
                        <a:t>False</a:t>
                      </a:r>
                    </a:p>
                  </a:txBody>
                  <a:tcPr anchor="ctr"/>
                </a:tc>
                <a:tc>
                  <a:txBody>
                    <a:bodyPr/>
                    <a:lstStyle/>
                    <a:p>
                      <a:pPr algn="l"/>
                      <a:r>
                        <a:rPr lang="en-US" sz="900"/>
                        <a:t>Yes</a:t>
                      </a:r>
                    </a:p>
                  </a:txBody>
                  <a:tcPr anchor="ctr"/>
                </a:tc>
                <a:extLst>
                  <a:ext uri="{0D108BD9-81ED-4DB2-BD59-A6C34878D82A}">
                    <a16:rowId xmlns:a16="http://schemas.microsoft.com/office/drawing/2014/main" val="1339327362"/>
                  </a:ext>
                </a:extLst>
              </a:tr>
              <a:tr h="370840">
                <a:tc>
                  <a:txBody>
                    <a:bodyPr/>
                    <a:lstStyle/>
                    <a:p>
                      <a:pPr algn="l"/>
                      <a:r>
                        <a:rPr lang="en-US" sz="900"/>
                        <a:t>4</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Sunny</a:t>
                      </a:r>
                    </a:p>
                  </a:txBody>
                  <a:tcPr anchor="ctr"/>
                </a:tc>
                <a:tc>
                  <a:txBody>
                    <a:bodyPr/>
                    <a:lstStyle/>
                    <a:p>
                      <a:pPr algn="l"/>
                      <a:r>
                        <a:rPr lang="en-US" sz="900"/>
                        <a:t>Cool</a:t>
                      </a:r>
                    </a:p>
                  </a:txBody>
                  <a:tcPr anchor="ctr"/>
                </a:tc>
                <a:tc>
                  <a:txBody>
                    <a:bodyPr/>
                    <a:lstStyle/>
                    <a:p>
                      <a:pPr algn="l"/>
                      <a:r>
                        <a:rPr lang="en-US" sz="900"/>
                        <a:t>Normal</a:t>
                      </a:r>
                    </a:p>
                  </a:txBody>
                  <a:tcPr anchor="ctr"/>
                </a:tc>
                <a:tc>
                  <a:txBody>
                    <a:bodyPr/>
                    <a:lstStyle/>
                    <a:p>
                      <a:pPr algn="l"/>
                      <a:r>
                        <a:rPr lang="en-US" sz="900"/>
                        <a:t>False</a:t>
                      </a:r>
                    </a:p>
                  </a:txBody>
                  <a:tcPr anchor="ctr"/>
                </a:tc>
                <a:tc>
                  <a:txBody>
                    <a:bodyPr/>
                    <a:lstStyle/>
                    <a:p>
                      <a:pPr algn="l"/>
                      <a:r>
                        <a:rPr lang="en-US" sz="900"/>
                        <a:t>Yes</a:t>
                      </a:r>
                    </a:p>
                  </a:txBody>
                  <a:tcPr anchor="ctr"/>
                </a:tc>
                <a:extLst>
                  <a:ext uri="{0D108BD9-81ED-4DB2-BD59-A6C34878D82A}">
                    <a16:rowId xmlns:a16="http://schemas.microsoft.com/office/drawing/2014/main" val="297142746"/>
                  </a:ext>
                </a:extLst>
              </a:tr>
              <a:tr h="370840">
                <a:tc>
                  <a:txBody>
                    <a:bodyPr/>
                    <a:lstStyle/>
                    <a:p>
                      <a:pPr algn="l"/>
                      <a:r>
                        <a:rPr lang="en-US" sz="900"/>
                        <a:t>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Sunny</a:t>
                      </a:r>
                    </a:p>
                  </a:txBody>
                  <a:tcPr anchor="ctr"/>
                </a:tc>
                <a:tc>
                  <a:txBody>
                    <a:bodyPr/>
                    <a:lstStyle/>
                    <a:p>
                      <a:pPr algn="l"/>
                      <a:r>
                        <a:rPr lang="en-US" sz="900"/>
                        <a:t>Cool</a:t>
                      </a:r>
                    </a:p>
                  </a:txBody>
                  <a:tcPr anchor="ctr"/>
                </a:tc>
                <a:tc>
                  <a:txBody>
                    <a:bodyPr/>
                    <a:lstStyle/>
                    <a:p>
                      <a:pPr algn="l"/>
                      <a:r>
                        <a:rPr lang="en-US" sz="900"/>
                        <a:t>Normal</a:t>
                      </a:r>
                    </a:p>
                  </a:txBody>
                  <a:tcPr anchor="ctr"/>
                </a:tc>
                <a:tc>
                  <a:txBody>
                    <a:bodyPr/>
                    <a:lstStyle/>
                    <a:p>
                      <a:pPr algn="l"/>
                      <a:r>
                        <a:rPr lang="en-US" sz="900"/>
                        <a:t>True</a:t>
                      </a:r>
                    </a:p>
                  </a:txBody>
                  <a:tcPr anchor="ctr"/>
                </a:tc>
                <a:tc>
                  <a:txBody>
                    <a:bodyPr/>
                    <a:lstStyle/>
                    <a:p>
                      <a:pPr algn="l"/>
                      <a:r>
                        <a:rPr lang="en-US" sz="900"/>
                        <a:t>No</a:t>
                      </a:r>
                    </a:p>
                  </a:txBody>
                  <a:tcPr anchor="ctr"/>
                </a:tc>
                <a:extLst>
                  <a:ext uri="{0D108BD9-81ED-4DB2-BD59-A6C34878D82A}">
                    <a16:rowId xmlns:a16="http://schemas.microsoft.com/office/drawing/2014/main" val="2752371584"/>
                  </a:ext>
                </a:extLst>
              </a:tr>
              <a:tr h="191463">
                <a:tc>
                  <a:txBody>
                    <a:bodyPr/>
                    <a:lstStyle/>
                    <a:p>
                      <a:pPr algn="l"/>
                      <a:r>
                        <a:rPr lang="en-US" sz="900"/>
                        <a:t>6</a:t>
                      </a:r>
                    </a:p>
                  </a:txBody>
                  <a:tcPr anchor="ctr"/>
                </a:tc>
                <a:tc>
                  <a:txBody>
                    <a:bodyPr/>
                    <a:lstStyle/>
                    <a:p>
                      <a:pPr algn="l"/>
                      <a:r>
                        <a:rPr lang="en-US" sz="900"/>
                        <a:t>Overcast</a:t>
                      </a:r>
                    </a:p>
                  </a:txBody>
                  <a:tcPr anchor="ctr"/>
                </a:tc>
                <a:tc>
                  <a:txBody>
                    <a:bodyPr/>
                    <a:lstStyle/>
                    <a:p>
                      <a:pPr algn="l"/>
                      <a:r>
                        <a:rPr lang="en-US" sz="900"/>
                        <a:t>Cool</a:t>
                      </a:r>
                    </a:p>
                  </a:txBody>
                  <a:tcPr anchor="ctr"/>
                </a:tc>
                <a:tc>
                  <a:txBody>
                    <a:bodyPr/>
                    <a:lstStyle/>
                    <a:p>
                      <a:pPr algn="l"/>
                      <a:r>
                        <a:rPr lang="en-US" sz="900"/>
                        <a:t>Normal</a:t>
                      </a:r>
                    </a:p>
                  </a:txBody>
                  <a:tcPr anchor="ctr"/>
                </a:tc>
                <a:tc>
                  <a:txBody>
                    <a:bodyPr/>
                    <a:lstStyle/>
                    <a:p>
                      <a:pPr algn="l"/>
                      <a:r>
                        <a:rPr lang="en-US" sz="900"/>
                        <a:t>True</a:t>
                      </a:r>
                    </a:p>
                  </a:txBody>
                  <a:tcPr anchor="ctr"/>
                </a:tc>
                <a:tc>
                  <a:txBody>
                    <a:bodyPr/>
                    <a:lstStyle/>
                    <a:p>
                      <a:pPr algn="l"/>
                      <a:r>
                        <a:rPr lang="en-US" sz="900"/>
                        <a:t>Yes </a:t>
                      </a:r>
                    </a:p>
                  </a:txBody>
                  <a:tcPr anchor="ctr"/>
                </a:tc>
                <a:extLst>
                  <a:ext uri="{0D108BD9-81ED-4DB2-BD59-A6C34878D82A}">
                    <a16:rowId xmlns:a16="http://schemas.microsoft.com/office/drawing/2014/main" val="535923666"/>
                  </a:ext>
                </a:extLst>
              </a:tr>
              <a:tr h="191463">
                <a:tc>
                  <a:txBody>
                    <a:bodyPr/>
                    <a:lstStyle/>
                    <a:p>
                      <a:pPr algn="l"/>
                      <a:r>
                        <a:rPr lang="en-US" sz="900"/>
                        <a:t>7</a:t>
                      </a:r>
                    </a:p>
                  </a:txBody>
                  <a:tcPr anchor="ctr"/>
                </a:tc>
                <a:tc>
                  <a:txBody>
                    <a:bodyPr/>
                    <a:lstStyle/>
                    <a:p>
                      <a:pPr algn="l"/>
                      <a:r>
                        <a:rPr lang="en-US" sz="900"/>
                        <a:t>Rainy</a:t>
                      </a:r>
                    </a:p>
                  </a:txBody>
                  <a:tcPr anchor="ctr"/>
                </a:tc>
                <a:tc>
                  <a:txBody>
                    <a:bodyPr/>
                    <a:lstStyle/>
                    <a:p>
                      <a:pPr algn="l"/>
                      <a:r>
                        <a:rPr lang="en-US" sz="900"/>
                        <a:t>Mild</a:t>
                      </a:r>
                    </a:p>
                  </a:txBody>
                  <a:tcPr anchor="ctr"/>
                </a:tc>
                <a:tc>
                  <a:txBody>
                    <a:bodyPr/>
                    <a:lstStyle/>
                    <a:p>
                      <a:pPr algn="l"/>
                      <a:r>
                        <a:rPr lang="en-US" sz="900"/>
                        <a:t>High</a:t>
                      </a:r>
                    </a:p>
                  </a:txBody>
                  <a:tcPr anchor="ctr"/>
                </a:tc>
                <a:tc>
                  <a:txBody>
                    <a:bodyPr/>
                    <a:lstStyle/>
                    <a:p>
                      <a:pPr algn="l"/>
                      <a:r>
                        <a:rPr lang="en-US" sz="900"/>
                        <a:t>False</a:t>
                      </a:r>
                    </a:p>
                  </a:txBody>
                  <a:tcPr anchor="ctr"/>
                </a:tc>
                <a:tc>
                  <a:txBody>
                    <a:bodyPr/>
                    <a:lstStyle/>
                    <a:p>
                      <a:pPr algn="l"/>
                      <a:r>
                        <a:rPr lang="en-US" sz="900"/>
                        <a:t>No</a:t>
                      </a:r>
                    </a:p>
                  </a:txBody>
                  <a:tcPr anchor="ctr"/>
                </a:tc>
                <a:extLst>
                  <a:ext uri="{0D108BD9-81ED-4DB2-BD59-A6C34878D82A}">
                    <a16:rowId xmlns:a16="http://schemas.microsoft.com/office/drawing/2014/main" val="2038676678"/>
                  </a:ext>
                </a:extLst>
              </a:tr>
              <a:tr h="191463">
                <a:tc>
                  <a:txBody>
                    <a:bodyPr/>
                    <a:lstStyle/>
                    <a:p>
                      <a:pPr algn="l"/>
                      <a:r>
                        <a:rPr lang="en-US" sz="900"/>
                        <a:t>8</a:t>
                      </a:r>
                    </a:p>
                  </a:txBody>
                  <a:tcPr anchor="ctr"/>
                </a:tc>
                <a:tc>
                  <a:txBody>
                    <a:bodyPr/>
                    <a:lstStyle/>
                    <a:p>
                      <a:pPr algn="l"/>
                      <a:r>
                        <a:rPr lang="en-US" sz="900"/>
                        <a:t>Rainy</a:t>
                      </a:r>
                    </a:p>
                  </a:txBody>
                  <a:tcPr anchor="ctr"/>
                </a:tc>
                <a:tc>
                  <a:txBody>
                    <a:bodyPr/>
                    <a:lstStyle/>
                    <a:p>
                      <a:pPr algn="l"/>
                      <a:r>
                        <a:rPr lang="en-US" sz="900"/>
                        <a:t>Cool</a:t>
                      </a:r>
                    </a:p>
                  </a:txBody>
                  <a:tcPr anchor="ctr"/>
                </a:tc>
                <a:tc>
                  <a:txBody>
                    <a:bodyPr/>
                    <a:lstStyle/>
                    <a:p>
                      <a:pPr algn="l"/>
                      <a:r>
                        <a:rPr lang="en-US" sz="900"/>
                        <a:t>Normal</a:t>
                      </a:r>
                    </a:p>
                  </a:txBody>
                  <a:tcPr anchor="ctr"/>
                </a:tc>
                <a:tc>
                  <a:txBody>
                    <a:bodyPr/>
                    <a:lstStyle/>
                    <a:p>
                      <a:pPr algn="l"/>
                      <a:r>
                        <a:rPr lang="en-US" sz="900"/>
                        <a:t>False</a:t>
                      </a:r>
                    </a:p>
                  </a:txBody>
                  <a:tcPr anchor="ctr"/>
                </a:tc>
                <a:tc>
                  <a:txBody>
                    <a:bodyPr/>
                    <a:lstStyle/>
                    <a:p>
                      <a:pPr algn="l"/>
                      <a:r>
                        <a:rPr lang="en-US" sz="900"/>
                        <a:t>Yes</a:t>
                      </a:r>
                    </a:p>
                  </a:txBody>
                  <a:tcPr anchor="ctr"/>
                </a:tc>
                <a:extLst>
                  <a:ext uri="{0D108BD9-81ED-4DB2-BD59-A6C34878D82A}">
                    <a16:rowId xmlns:a16="http://schemas.microsoft.com/office/drawing/2014/main" val="1058476669"/>
                  </a:ext>
                </a:extLst>
              </a:tr>
              <a:tr h="191463">
                <a:tc>
                  <a:txBody>
                    <a:bodyPr/>
                    <a:lstStyle/>
                    <a:p>
                      <a:pPr algn="l"/>
                      <a:r>
                        <a:rPr lang="en-US" sz="900"/>
                        <a:t>9</a:t>
                      </a:r>
                    </a:p>
                  </a:txBody>
                  <a:tcPr anchor="ctr"/>
                </a:tc>
                <a:tc>
                  <a:txBody>
                    <a:bodyPr/>
                    <a:lstStyle/>
                    <a:p>
                      <a:pPr algn="l"/>
                      <a:r>
                        <a:rPr lang="en-US" sz="900"/>
                        <a:t>Sunny</a:t>
                      </a:r>
                    </a:p>
                  </a:txBody>
                  <a:tcPr anchor="ctr"/>
                </a:tc>
                <a:tc>
                  <a:txBody>
                    <a:bodyPr/>
                    <a:lstStyle/>
                    <a:p>
                      <a:pPr algn="l"/>
                      <a:r>
                        <a:rPr lang="en-US" sz="900"/>
                        <a:t>Mild</a:t>
                      </a:r>
                    </a:p>
                  </a:txBody>
                  <a:tcPr anchor="ctr"/>
                </a:tc>
                <a:tc>
                  <a:txBody>
                    <a:bodyPr/>
                    <a:lstStyle/>
                    <a:p>
                      <a:pPr algn="l"/>
                      <a:r>
                        <a:rPr lang="en-US" sz="900"/>
                        <a:t>Normal</a:t>
                      </a:r>
                    </a:p>
                  </a:txBody>
                  <a:tcPr anchor="ctr"/>
                </a:tc>
                <a:tc>
                  <a:txBody>
                    <a:bodyPr/>
                    <a:lstStyle/>
                    <a:p>
                      <a:pPr algn="l"/>
                      <a:r>
                        <a:rPr lang="en-US" sz="900"/>
                        <a:t>False</a:t>
                      </a:r>
                    </a:p>
                  </a:txBody>
                  <a:tcPr anchor="ctr"/>
                </a:tc>
                <a:tc>
                  <a:txBody>
                    <a:bodyPr/>
                    <a:lstStyle/>
                    <a:p>
                      <a:pPr algn="l"/>
                      <a:r>
                        <a:rPr lang="en-US" sz="900"/>
                        <a:t>Yes</a:t>
                      </a:r>
                    </a:p>
                  </a:txBody>
                  <a:tcPr anchor="ctr"/>
                </a:tc>
                <a:extLst>
                  <a:ext uri="{0D108BD9-81ED-4DB2-BD59-A6C34878D82A}">
                    <a16:rowId xmlns:a16="http://schemas.microsoft.com/office/drawing/2014/main" val="2528421261"/>
                  </a:ext>
                </a:extLst>
              </a:tr>
              <a:tr h="191463">
                <a:tc>
                  <a:txBody>
                    <a:bodyPr/>
                    <a:lstStyle/>
                    <a:p>
                      <a:pPr algn="l"/>
                      <a:r>
                        <a:rPr lang="en-US" sz="900"/>
                        <a:t>10</a:t>
                      </a:r>
                    </a:p>
                  </a:txBody>
                  <a:tcPr anchor="ctr"/>
                </a:tc>
                <a:tc>
                  <a:txBody>
                    <a:bodyPr/>
                    <a:lstStyle/>
                    <a:p>
                      <a:pPr algn="l"/>
                      <a:r>
                        <a:rPr lang="en-US" sz="900"/>
                        <a:t>Rainy</a:t>
                      </a:r>
                    </a:p>
                  </a:txBody>
                  <a:tcPr anchor="ctr"/>
                </a:tc>
                <a:tc>
                  <a:txBody>
                    <a:bodyPr/>
                    <a:lstStyle/>
                    <a:p>
                      <a:pPr algn="l"/>
                      <a:r>
                        <a:rPr lang="en-US" sz="900"/>
                        <a:t>Mild</a:t>
                      </a:r>
                    </a:p>
                  </a:txBody>
                  <a:tcPr anchor="ctr"/>
                </a:tc>
                <a:tc>
                  <a:txBody>
                    <a:bodyPr/>
                    <a:lstStyle/>
                    <a:p>
                      <a:pPr algn="l"/>
                      <a:r>
                        <a:rPr lang="en-US" sz="900"/>
                        <a:t>Normal</a:t>
                      </a:r>
                    </a:p>
                  </a:txBody>
                  <a:tcPr anchor="ctr"/>
                </a:tc>
                <a:tc>
                  <a:txBody>
                    <a:bodyPr/>
                    <a:lstStyle/>
                    <a:p>
                      <a:pPr algn="l"/>
                      <a:r>
                        <a:rPr lang="en-US" sz="900"/>
                        <a:t>True</a:t>
                      </a:r>
                    </a:p>
                  </a:txBody>
                  <a:tcPr anchor="ctr"/>
                </a:tc>
                <a:tc>
                  <a:txBody>
                    <a:bodyPr/>
                    <a:lstStyle/>
                    <a:p>
                      <a:pPr algn="l"/>
                      <a:r>
                        <a:rPr lang="en-US" sz="900"/>
                        <a:t>Yes </a:t>
                      </a:r>
                    </a:p>
                  </a:txBody>
                  <a:tcPr anchor="ctr"/>
                </a:tc>
                <a:extLst>
                  <a:ext uri="{0D108BD9-81ED-4DB2-BD59-A6C34878D82A}">
                    <a16:rowId xmlns:a16="http://schemas.microsoft.com/office/drawing/2014/main" val="1306427190"/>
                  </a:ext>
                </a:extLst>
              </a:tr>
              <a:tr h="191463">
                <a:tc>
                  <a:txBody>
                    <a:bodyPr/>
                    <a:lstStyle/>
                    <a:p>
                      <a:pPr algn="l"/>
                      <a:r>
                        <a:rPr lang="en-US" sz="900"/>
                        <a:t>11</a:t>
                      </a:r>
                    </a:p>
                  </a:txBody>
                  <a:tcPr anchor="ctr"/>
                </a:tc>
                <a:tc>
                  <a:txBody>
                    <a:bodyPr/>
                    <a:lstStyle/>
                    <a:p>
                      <a:pPr algn="l"/>
                      <a:r>
                        <a:rPr lang="en-US" sz="900"/>
                        <a:t>Overcast</a:t>
                      </a:r>
                    </a:p>
                  </a:txBody>
                  <a:tcPr anchor="ctr"/>
                </a:tc>
                <a:tc>
                  <a:txBody>
                    <a:bodyPr/>
                    <a:lstStyle/>
                    <a:p>
                      <a:pPr algn="l"/>
                      <a:r>
                        <a:rPr lang="en-US" sz="900"/>
                        <a:t>Mild</a:t>
                      </a:r>
                    </a:p>
                  </a:txBody>
                  <a:tcPr anchor="ctr"/>
                </a:tc>
                <a:tc>
                  <a:txBody>
                    <a:bodyPr/>
                    <a:lstStyle/>
                    <a:p>
                      <a:pPr algn="l"/>
                      <a:r>
                        <a:rPr lang="en-US" sz="900"/>
                        <a:t>High</a:t>
                      </a:r>
                    </a:p>
                  </a:txBody>
                  <a:tcPr anchor="ctr"/>
                </a:tc>
                <a:tc>
                  <a:txBody>
                    <a:bodyPr/>
                    <a:lstStyle/>
                    <a:p>
                      <a:pPr algn="l"/>
                      <a:r>
                        <a:rPr lang="en-US" sz="900"/>
                        <a:t>True</a:t>
                      </a:r>
                    </a:p>
                  </a:txBody>
                  <a:tcPr anchor="ctr"/>
                </a:tc>
                <a:tc>
                  <a:txBody>
                    <a:bodyPr/>
                    <a:lstStyle/>
                    <a:p>
                      <a:pPr algn="l"/>
                      <a:r>
                        <a:rPr lang="en-US" sz="900"/>
                        <a:t>Yes</a:t>
                      </a:r>
                    </a:p>
                  </a:txBody>
                  <a:tcPr anchor="ctr"/>
                </a:tc>
                <a:extLst>
                  <a:ext uri="{0D108BD9-81ED-4DB2-BD59-A6C34878D82A}">
                    <a16:rowId xmlns:a16="http://schemas.microsoft.com/office/drawing/2014/main" val="3762303860"/>
                  </a:ext>
                </a:extLst>
              </a:tr>
              <a:tr h="191463">
                <a:tc>
                  <a:txBody>
                    <a:bodyPr/>
                    <a:lstStyle/>
                    <a:p>
                      <a:pPr algn="l"/>
                      <a:r>
                        <a:rPr lang="en-US" sz="900"/>
                        <a:t>12</a:t>
                      </a:r>
                    </a:p>
                  </a:txBody>
                  <a:tcPr anchor="ctr"/>
                </a:tc>
                <a:tc>
                  <a:txBody>
                    <a:bodyPr/>
                    <a:lstStyle/>
                    <a:p>
                      <a:pPr algn="l"/>
                      <a:r>
                        <a:rPr lang="en-US" sz="900"/>
                        <a:t>Overcast</a:t>
                      </a:r>
                    </a:p>
                  </a:txBody>
                  <a:tcPr anchor="ctr"/>
                </a:tc>
                <a:tc>
                  <a:txBody>
                    <a:bodyPr/>
                    <a:lstStyle/>
                    <a:p>
                      <a:pPr algn="l"/>
                      <a:r>
                        <a:rPr lang="en-US" sz="900"/>
                        <a:t>Hot</a:t>
                      </a:r>
                    </a:p>
                  </a:txBody>
                  <a:tcPr anchor="ctr"/>
                </a:tc>
                <a:tc>
                  <a:txBody>
                    <a:bodyPr/>
                    <a:lstStyle/>
                    <a:p>
                      <a:pPr algn="l"/>
                      <a:r>
                        <a:rPr lang="en-US" sz="900"/>
                        <a:t>Normal</a:t>
                      </a:r>
                    </a:p>
                  </a:txBody>
                  <a:tcPr anchor="ctr"/>
                </a:tc>
                <a:tc>
                  <a:txBody>
                    <a:bodyPr/>
                    <a:lstStyle/>
                    <a:p>
                      <a:pPr algn="l"/>
                      <a:r>
                        <a:rPr lang="en-US" sz="900"/>
                        <a:t>False</a:t>
                      </a:r>
                    </a:p>
                  </a:txBody>
                  <a:tcPr anchor="ctr"/>
                </a:tc>
                <a:tc>
                  <a:txBody>
                    <a:bodyPr/>
                    <a:lstStyle/>
                    <a:p>
                      <a:pPr algn="l"/>
                      <a:r>
                        <a:rPr lang="en-US" sz="900"/>
                        <a:t>Yes</a:t>
                      </a:r>
                    </a:p>
                  </a:txBody>
                  <a:tcPr anchor="ctr"/>
                </a:tc>
                <a:extLst>
                  <a:ext uri="{0D108BD9-81ED-4DB2-BD59-A6C34878D82A}">
                    <a16:rowId xmlns:a16="http://schemas.microsoft.com/office/drawing/2014/main" val="1405402496"/>
                  </a:ext>
                </a:extLst>
              </a:tr>
              <a:tr h="191463">
                <a:tc>
                  <a:txBody>
                    <a:bodyPr/>
                    <a:lstStyle/>
                    <a:p>
                      <a:pPr algn="l"/>
                      <a:r>
                        <a:rPr lang="en-US" sz="900"/>
                        <a:t>13</a:t>
                      </a:r>
                    </a:p>
                  </a:txBody>
                  <a:tcPr anchor="ctr"/>
                </a:tc>
                <a:tc>
                  <a:txBody>
                    <a:bodyPr/>
                    <a:lstStyle/>
                    <a:p>
                      <a:pPr algn="l"/>
                      <a:r>
                        <a:rPr lang="en-US" sz="900"/>
                        <a:t>Sunny</a:t>
                      </a:r>
                    </a:p>
                  </a:txBody>
                  <a:tcPr anchor="ctr"/>
                </a:tc>
                <a:tc>
                  <a:txBody>
                    <a:bodyPr/>
                    <a:lstStyle/>
                    <a:p>
                      <a:pPr algn="l"/>
                      <a:r>
                        <a:rPr lang="en-US" sz="900"/>
                        <a:t>Mild</a:t>
                      </a:r>
                    </a:p>
                  </a:txBody>
                  <a:tcPr anchor="ctr"/>
                </a:tc>
                <a:tc>
                  <a:txBody>
                    <a:bodyPr/>
                    <a:lstStyle/>
                    <a:p>
                      <a:pPr algn="l"/>
                      <a:r>
                        <a:rPr lang="en-US" sz="900"/>
                        <a:t>High</a:t>
                      </a:r>
                    </a:p>
                  </a:txBody>
                  <a:tcPr anchor="ctr"/>
                </a:tc>
                <a:tc>
                  <a:txBody>
                    <a:bodyPr/>
                    <a:lstStyle/>
                    <a:p>
                      <a:pPr algn="l"/>
                      <a:r>
                        <a:rPr lang="en-US" sz="900"/>
                        <a:t>True</a:t>
                      </a:r>
                    </a:p>
                  </a:txBody>
                  <a:tcPr anchor="ctr"/>
                </a:tc>
                <a:tc>
                  <a:txBody>
                    <a:bodyPr/>
                    <a:lstStyle/>
                    <a:p>
                      <a:pPr algn="l"/>
                      <a:r>
                        <a:rPr lang="en-US" sz="900"/>
                        <a:t>No</a:t>
                      </a:r>
                    </a:p>
                  </a:txBody>
                  <a:tcPr anchor="ctr"/>
                </a:tc>
                <a:extLst>
                  <a:ext uri="{0D108BD9-81ED-4DB2-BD59-A6C34878D82A}">
                    <a16:rowId xmlns:a16="http://schemas.microsoft.com/office/drawing/2014/main" val="2302928247"/>
                  </a:ext>
                </a:extLst>
              </a:tr>
            </a:tbl>
          </a:graphicData>
        </a:graphic>
      </p:graphicFrame>
    </p:spTree>
    <p:extLst>
      <p:ext uri="{BB962C8B-B14F-4D97-AF65-F5344CB8AC3E}">
        <p14:creationId xmlns:p14="http://schemas.microsoft.com/office/powerpoint/2010/main" val="38894172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539CF-C4F5-ACEA-9713-463854F41908}"/>
            </a:ext>
          </a:extLst>
        </p:cNvPr>
        <p:cNvGrpSpPr/>
        <p:nvPr/>
      </p:nvGrpSpPr>
      <p:grpSpPr>
        <a:xfrm>
          <a:off x="0" y="0"/>
          <a:ext cx="0" cy="0"/>
          <a:chOff x="0" y="0"/>
          <a:chExt cx="0" cy="0"/>
        </a:xfrm>
      </p:grpSpPr>
      <p:sp>
        <p:nvSpPr>
          <p:cNvPr id="21" name="Title 8">
            <a:extLst>
              <a:ext uri="{FF2B5EF4-FFF2-40B4-BE49-F238E27FC236}">
                <a16:creationId xmlns:a16="http://schemas.microsoft.com/office/drawing/2014/main" id="{3AF69AB6-EF4D-5045-A08F-BB8383446034}"/>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Algorithm 3 -  Naïve Bayes – contd..</a:t>
            </a:r>
            <a:endParaRPr lang="en-US" sz="2400">
              <a:solidFill>
                <a:srgbClr val="002060"/>
              </a:solidFill>
            </a:endParaRPr>
          </a:p>
        </p:txBody>
      </p:sp>
      <p:pic>
        <p:nvPicPr>
          <p:cNvPr id="3" name="Picture 2">
            <a:extLst>
              <a:ext uri="{FF2B5EF4-FFF2-40B4-BE49-F238E27FC236}">
                <a16:creationId xmlns:a16="http://schemas.microsoft.com/office/drawing/2014/main" id="{E8EEE5D2-2CCB-8B83-20B9-1D79A8AE7D11}"/>
              </a:ext>
            </a:extLst>
          </p:cNvPr>
          <p:cNvPicPr>
            <a:picLocks noChangeAspect="1"/>
          </p:cNvPicPr>
          <p:nvPr/>
        </p:nvPicPr>
        <p:blipFill>
          <a:blip r:embed="rId2"/>
          <a:stretch>
            <a:fillRect/>
          </a:stretch>
        </p:blipFill>
        <p:spPr>
          <a:xfrm>
            <a:off x="2847343" y="1071017"/>
            <a:ext cx="2658376" cy="295275"/>
          </a:xfrm>
          <a:prstGeom prst="rect">
            <a:avLst/>
          </a:prstGeom>
        </p:spPr>
      </p:pic>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BBF67D8-9B01-2689-6BC1-A5C44AF23770}"/>
                  </a:ext>
                </a:extLst>
              </p:cNvPr>
              <p:cNvSpPr txBox="1"/>
              <p:nvPr/>
            </p:nvSpPr>
            <p:spPr>
              <a:xfrm>
                <a:off x="546131" y="1387577"/>
                <a:ext cx="10565585" cy="4636526"/>
              </a:xfrm>
              <a:prstGeom prst="rect">
                <a:avLst/>
              </a:prstGeom>
              <a:noFill/>
            </p:spPr>
            <p:txBody>
              <a:bodyPr wrap="none" lIns="0" tIns="0" rIns="0" bIns="0" rtlCol="0">
                <a:spAutoFit/>
              </a:bodyPr>
              <a:lstStyle/>
              <a:p>
                <a:r>
                  <a:rPr lang="en-US" sz="1600"/>
                  <a:t>Given Evidence : today = (Sunny,  Hot,  Normal,   False)</a:t>
                </a:r>
              </a:p>
              <a:p>
                <a:endParaRPr lang="en-US" sz="1600"/>
              </a:p>
              <a:p>
                <a:r>
                  <a:rPr lang="en-US" sz="1600"/>
                  <a:t>Using the Conditional Probability formula,</a:t>
                </a:r>
              </a:p>
              <a:p>
                <a:endParaRPr lang="en-US" sz="1600"/>
              </a:p>
              <a:p>
                <a:endParaRPr lang="en-US" sz="1600"/>
              </a:p>
              <a:p>
                <a:r>
                  <a:rPr lang="en-US" sz="1600"/>
                  <a:t>Probability of playing Golf today is given as</a:t>
                </a:r>
              </a:p>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𝑃</m:t>
                      </m:r>
                      <m:d>
                        <m:dPr>
                          <m:endChr m:val="|"/>
                          <m:ctrlPr>
                            <a:rPr lang="en-US" sz="1600" i="1">
                              <a:latin typeface="Cambria Math" panose="02040503050406030204" pitchFamily="18" charset="0"/>
                            </a:rPr>
                          </m:ctrlPr>
                        </m:dPr>
                        <m:e>
                          <m:r>
                            <a:rPr lang="en-US" sz="1600" i="1">
                              <a:latin typeface="Cambria Math" panose="02040503050406030204" pitchFamily="18" charset="0"/>
                            </a:rPr>
                            <m:t>𝑌𝑒𝑠</m:t>
                          </m:r>
                          <m:r>
                            <a:rPr lang="en-US" sz="1600" i="1">
                              <a:latin typeface="Cambria Math" panose="02040503050406030204" pitchFamily="18" charset="0"/>
                            </a:rPr>
                            <m:t> </m:t>
                          </m:r>
                        </m:e>
                      </m:d>
                      <m:r>
                        <a:rPr lang="en-US" sz="1600" i="1">
                          <a:latin typeface="Cambria Math" panose="02040503050406030204" pitchFamily="18" charset="0"/>
                        </a:rPr>
                        <m:t>𝑡𝑜𝑑𝑎𝑦</m:t>
                      </m:r>
                      <m:r>
                        <a:rPr lang="en-US" sz="1600" i="1">
                          <a:latin typeface="Cambria Math" panose="02040503050406030204" pitchFamily="18" charset="0"/>
                        </a:rPr>
                        <m:t>)= </m:t>
                      </m:r>
                      <m:f>
                        <m:fPr>
                          <m:ctrlPr>
                            <a:rPr lang="en-US" sz="1600" i="1">
                              <a:latin typeface="Cambria Math" panose="02040503050406030204" pitchFamily="18" charset="0"/>
                            </a:rPr>
                          </m:ctrlPr>
                        </m:fPr>
                        <m:num>
                          <m:r>
                            <a:rPr lang="en-US" sz="1600" i="1">
                              <a:latin typeface="Cambria Math" panose="02040503050406030204" pitchFamily="18" charset="0"/>
                            </a:rPr>
                            <m:t>𝑃</m:t>
                          </m:r>
                          <m:d>
                            <m:dPr>
                              <m:ctrlPr>
                                <a:rPr lang="en-US" sz="1600" i="1">
                                  <a:latin typeface="Cambria Math" panose="02040503050406030204" pitchFamily="18" charset="0"/>
                                </a:rPr>
                              </m:ctrlPr>
                            </m:dPr>
                            <m:e>
                              <m:r>
                                <a:rPr lang="en-US" sz="1600" i="1">
                                  <a:latin typeface="Cambria Math" panose="02040503050406030204" pitchFamily="18" charset="0"/>
                                </a:rPr>
                                <m:t>𝑆𝑢𝑛𝑛𝑦</m:t>
                              </m:r>
                              <m:r>
                                <a:rPr lang="en-US" sz="1600" i="1">
                                  <a:latin typeface="Cambria Math" panose="02040503050406030204" pitchFamily="18" charset="0"/>
                                </a:rPr>
                                <m:t>_</m:t>
                              </m:r>
                              <m:r>
                                <a:rPr lang="en-US" sz="1600" i="1">
                                  <a:latin typeface="Cambria Math" panose="02040503050406030204" pitchFamily="18" charset="0"/>
                                </a:rPr>
                                <m:t>𝑂𝑢𝑡𝑙𝑜𝑜𝑘</m:t>
                              </m:r>
                            </m:e>
                            <m:e>
                              <m:r>
                                <a:rPr lang="en-US" sz="1600" i="1">
                                  <a:latin typeface="Cambria Math" panose="02040503050406030204" pitchFamily="18" charset="0"/>
                                </a:rPr>
                                <m:t>𝑌𝑒𝑠</m:t>
                              </m:r>
                            </m:e>
                          </m:d>
                          <m:r>
                            <a:rPr lang="en-US" sz="1600" i="1">
                              <a:latin typeface="Cambria Math" panose="02040503050406030204" pitchFamily="18" charset="0"/>
                            </a:rPr>
                            <m:t>𝑃</m:t>
                          </m:r>
                          <m:d>
                            <m:dPr>
                              <m:ctrlPr>
                                <a:rPr lang="en-US" sz="1600" i="1">
                                  <a:latin typeface="Cambria Math" panose="02040503050406030204" pitchFamily="18" charset="0"/>
                                </a:rPr>
                              </m:ctrlPr>
                            </m:dPr>
                            <m:e>
                              <m:r>
                                <a:rPr lang="en-US" sz="1600" i="1">
                                  <a:latin typeface="Cambria Math" panose="02040503050406030204" pitchFamily="18" charset="0"/>
                                </a:rPr>
                                <m:t>𝐻𝑜</m:t>
                              </m:r>
                              <m:sSub>
                                <m:sSubPr>
                                  <m:ctrlPr>
                                    <a:rPr lang="en-US" sz="1600" i="1">
                                      <a:latin typeface="Cambria Math" panose="02040503050406030204" pitchFamily="18" charset="0"/>
                                    </a:rPr>
                                  </m:ctrlPr>
                                </m:sSubPr>
                                <m:e>
                                  <m:r>
                                    <a:rPr lang="en-US" sz="1600" i="1">
                                      <a:latin typeface="Cambria Math" panose="02040503050406030204" pitchFamily="18" charset="0"/>
                                    </a:rPr>
                                    <m:t>𝑡</m:t>
                                  </m:r>
                                </m:e>
                                <m:sub>
                                  <m:r>
                                    <a:rPr lang="en-US" sz="1600" i="1">
                                      <a:latin typeface="Cambria Math" panose="02040503050406030204" pitchFamily="18" charset="0"/>
                                    </a:rPr>
                                    <m:t>𝑡𝑒𝑚𝑝𝑒𝑟𝑎𝑡𝑢𝑟𝑒</m:t>
                                  </m:r>
                                </m:sub>
                              </m:sSub>
                            </m:e>
                            <m:e>
                              <m:r>
                                <a:rPr lang="en-US" sz="1600" i="1">
                                  <a:latin typeface="Cambria Math" panose="02040503050406030204" pitchFamily="18" charset="0"/>
                                </a:rPr>
                                <m:t>𝑌𝑒𝑠</m:t>
                              </m:r>
                            </m:e>
                          </m:d>
                          <m:r>
                            <a:rPr lang="en-US" sz="1600" i="1">
                              <a:latin typeface="Cambria Math" panose="02040503050406030204" pitchFamily="18" charset="0"/>
                            </a:rPr>
                            <m:t>𝑃</m:t>
                          </m:r>
                          <m:d>
                            <m:dPr>
                              <m:ctrlPr>
                                <a:rPr lang="en-US" sz="1600" i="1">
                                  <a:latin typeface="Cambria Math" panose="02040503050406030204" pitchFamily="18" charset="0"/>
                                </a:rPr>
                              </m:ctrlPr>
                            </m:dPr>
                            <m:e>
                              <m:r>
                                <a:rPr lang="en-US" sz="1600" i="1">
                                  <a:latin typeface="Cambria Math" panose="02040503050406030204" pitchFamily="18" charset="0"/>
                                </a:rPr>
                                <m:t>𝑁𝑜𝑟𝑚𝑎</m:t>
                              </m:r>
                              <m:sSub>
                                <m:sSubPr>
                                  <m:ctrlPr>
                                    <a:rPr lang="en-US" sz="1600" i="1">
                                      <a:latin typeface="Cambria Math" panose="02040503050406030204" pitchFamily="18" charset="0"/>
                                    </a:rPr>
                                  </m:ctrlPr>
                                </m:sSubPr>
                                <m:e>
                                  <m:r>
                                    <a:rPr lang="en-US" sz="1600" i="1">
                                      <a:latin typeface="Cambria Math" panose="02040503050406030204" pitchFamily="18" charset="0"/>
                                    </a:rPr>
                                    <m:t>𝑙</m:t>
                                  </m:r>
                                </m:e>
                                <m:sub>
                                  <m:r>
                                    <a:rPr lang="en-US" sz="1600" i="1">
                                      <a:latin typeface="Cambria Math" panose="02040503050406030204" pitchFamily="18" charset="0"/>
                                    </a:rPr>
                                    <m:t>𝐻𝑢𝑚𝑖𝑑𝑖𝑡𝑦</m:t>
                                  </m:r>
                                </m:sub>
                              </m:sSub>
                            </m:e>
                            <m:e>
                              <m:r>
                                <a:rPr lang="en-US" sz="1600" i="1">
                                  <a:latin typeface="Cambria Math" panose="02040503050406030204" pitchFamily="18" charset="0"/>
                                </a:rPr>
                                <m:t>𝑌𝑒𝑠</m:t>
                              </m:r>
                            </m:e>
                          </m:d>
                          <m:r>
                            <a:rPr lang="en-US" sz="1600" i="1">
                              <a:latin typeface="Cambria Math" panose="02040503050406030204" pitchFamily="18" charset="0"/>
                            </a:rPr>
                            <m:t>𝑃</m:t>
                          </m:r>
                          <m:d>
                            <m:dPr>
                              <m:ctrlPr>
                                <a:rPr lang="en-US" sz="1600" i="1">
                                  <a:latin typeface="Cambria Math" panose="02040503050406030204" pitchFamily="18" charset="0"/>
                                </a:rPr>
                              </m:ctrlPr>
                            </m:dPr>
                            <m:e>
                              <m:r>
                                <a:rPr lang="en-US" sz="1600" i="1">
                                  <a:latin typeface="Cambria Math" panose="02040503050406030204" pitchFamily="18" charset="0"/>
                                </a:rPr>
                                <m:t>𝑁</m:t>
                              </m:r>
                              <m:sSub>
                                <m:sSubPr>
                                  <m:ctrlPr>
                                    <a:rPr lang="en-US" sz="1600" i="1">
                                      <a:latin typeface="Cambria Math" panose="02040503050406030204" pitchFamily="18" charset="0"/>
                                    </a:rPr>
                                  </m:ctrlPr>
                                </m:sSubPr>
                                <m:e>
                                  <m:r>
                                    <a:rPr lang="en-US" sz="1600" i="1">
                                      <a:latin typeface="Cambria Math" panose="02040503050406030204" pitchFamily="18" charset="0"/>
                                    </a:rPr>
                                    <m:t>𝑜</m:t>
                                  </m:r>
                                </m:e>
                                <m:sub>
                                  <m:r>
                                    <a:rPr lang="en-US" sz="1600" i="1">
                                      <a:latin typeface="Cambria Math" panose="02040503050406030204" pitchFamily="18" charset="0"/>
                                    </a:rPr>
                                    <m:t>𝑊𝑖𝑛𝑑</m:t>
                                  </m:r>
                                </m:sub>
                              </m:sSub>
                            </m:e>
                            <m:e>
                              <m:r>
                                <a:rPr lang="en-US" sz="1600" i="1">
                                  <a:latin typeface="Cambria Math" panose="02040503050406030204" pitchFamily="18" charset="0"/>
                                </a:rPr>
                                <m:t>𝑌𝑒𝑠</m:t>
                              </m:r>
                            </m:e>
                          </m:d>
                          <m:r>
                            <a:rPr lang="en-US" sz="1600" i="1">
                              <a:latin typeface="Cambria Math" panose="02040503050406030204" pitchFamily="18" charset="0"/>
                            </a:rPr>
                            <m:t>𝑃</m:t>
                          </m:r>
                          <m:r>
                            <a:rPr lang="en-US" sz="1600" i="1">
                              <a:latin typeface="Cambria Math" panose="02040503050406030204" pitchFamily="18" charset="0"/>
                            </a:rPr>
                            <m:t>(</m:t>
                          </m:r>
                          <m:r>
                            <a:rPr lang="en-US" sz="1600" i="1">
                              <a:latin typeface="Cambria Math" panose="02040503050406030204" pitchFamily="18" charset="0"/>
                            </a:rPr>
                            <m:t>𝑌𝑒𝑠</m:t>
                          </m:r>
                          <m:r>
                            <a:rPr lang="en-US" sz="1600" i="1">
                              <a:latin typeface="Cambria Math" panose="02040503050406030204" pitchFamily="18" charset="0"/>
                            </a:rPr>
                            <m:t>)</m:t>
                          </m:r>
                        </m:num>
                        <m:den>
                          <m:r>
                            <a:rPr lang="en-US" sz="1600" i="1">
                              <a:latin typeface="Cambria Math" panose="02040503050406030204" pitchFamily="18" charset="0"/>
                            </a:rPr>
                            <m:t>𝑃</m:t>
                          </m:r>
                          <m:r>
                            <a:rPr lang="en-US" sz="1600" i="1">
                              <a:latin typeface="Cambria Math" panose="02040503050406030204" pitchFamily="18" charset="0"/>
                            </a:rPr>
                            <m:t>(</m:t>
                          </m:r>
                          <m:r>
                            <a:rPr lang="en-US" sz="1600" i="1">
                              <a:latin typeface="Cambria Math" panose="02040503050406030204" pitchFamily="18" charset="0"/>
                            </a:rPr>
                            <m:t>𝑡𝑜𝑑𝑎𝑦</m:t>
                          </m:r>
                          <m:r>
                            <a:rPr lang="en-US" sz="1600" i="1">
                              <a:latin typeface="Cambria Math" panose="02040503050406030204" pitchFamily="18" charset="0"/>
                            </a:rPr>
                            <m:t>)</m:t>
                          </m:r>
                        </m:den>
                      </m:f>
                    </m:oMath>
                  </m:oMathPara>
                </a14:m>
                <a:endParaRPr lang="en-US" sz="1600"/>
              </a:p>
              <a:p>
                <a:endParaRPr lang="en-US" sz="1600"/>
              </a:p>
              <a:p>
                <a:r>
                  <a:rPr lang="en-US" sz="1600"/>
                  <a:t>		</a:t>
                </a:r>
                <a14:m>
                  <m:oMath xmlns:m="http://schemas.openxmlformats.org/officeDocument/2006/math">
                    <m:r>
                      <a:rPr lang="en-US" sz="1600" i="1" smtClean="0">
                        <a:latin typeface="Cambria Math" panose="02040503050406030204" pitchFamily="18" charset="0"/>
                        <a:ea typeface="Cambria Math" panose="02040503050406030204" pitchFamily="18" charset="0"/>
                      </a:rPr>
                      <m:t>≅</m:t>
                    </m:r>
                    <m:d>
                      <m:dPr>
                        <m:ctrlPr>
                          <a:rPr lang="en-US" sz="1600" b="0" i="1" smtClean="0">
                            <a:latin typeface="Cambria Math" panose="02040503050406030204" pitchFamily="18" charset="0"/>
                            <a:ea typeface="Cambria Math" panose="02040503050406030204" pitchFamily="18" charset="0"/>
                          </a:rPr>
                        </m:ctrlPr>
                      </m:dPr>
                      <m:e>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2</m:t>
                            </m:r>
                          </m:num>
                          <m:den>
                            <m:r>
                              <a:rPr lang="en-US" sz="1600" b="0" i="1" smtClean="0">
                                <a:latin typeface="Cambria Math" panose="02040503050406030204" pitchFamily="18" charset="0"/>
                                <a:ea typeface="Cambria Math" panose="02040503050406030204" pitchFamily="18" charset="0"/>
                              </a:rPr>
                              <m:t>9</m:t>
                            </m:r>
                          </m:den>
                        </m:f>
                        <m:r>
                          <a:rPr lang="en-US" sz="1600" b="0" i="1" smtClean="0">
                            <a:latin typeface="Cambria Math" panose="02040503050406030204" pitchFamily="18" charset="0"/>
                            <a:ea typeface="Cambria Math" panose="02040503050406030204" pitchFamily="18" charset="0"/>
                          </a:rPr>
                          <m:t> ∗ </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2</m:t>
                            </m:r>
                          </m:num>
                          <m:den>
                            <m:r>
                              <a:rPr lang="en-US" sz="1600" b="0" i="1" smtClean="0">
                                <a:latin typeface="Cambria Math" panose="02040503050406030204" pitchFamily="18" charset="0"/>
                                <a:ea typeface="Cambria Math" panose="02040503050406030204" pitchFamily="18" charset="0"/>
                              </a:rPr>
                              <m:t>9</m:t>
                            </m:r>
                          </m:den>
                        </m:f>
                        <m:r>
                          <a:rPr lang="en-US" sz="1600" b="0" i="1" smtClean="0">
                            <a:latin typeface="Cambria Math" panose="02040503050406030204" pitchFamily="18" charset="0"/>
                            <a:ea typeface="Cambria Math" panose="02040503050406030204" pitchFamily="18" charset="0"/>
                          </a:rPr>
                          <m:t> ∗</m:t>
                        </m:r>
                        <m:f>
                          <m:fPr>
                            <m:ctrlPr>
                              <a:rPr lang="en-US" sz="1600" i="1">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6</m:t>
                            </m:r>
                          </m:num>
                          <m:den>
                            <m:r>
                              <a:rPr lang="en-US" sz="1600" i="1">
                                <a:latin typeface="Cambria Math" panose="02040503050406030204" pitchFamily="18" charset="0"/>
                                <a:ea typeface="Cambria Math" panose="02040503050406030204" pitchFamily="18" charset="0"/>
                              </a:rPr>
                              <m:t>9</m:t>
                            </m:r>
                          </m:den>
                        </m:f>
                        <m:r>
                          <a:rPr lang="en-US" sz="1600" i="1">
                            <a:latin typeface="Cambria Math" panose="02040503050406030204" pitchFamily="18" charset="0"/>
                            <a:ea typeface="Cambria Math" panose="02040503050406030204" pitchFamily="18" charset="0"/>
                          </a:rPr>
                          <m:t> ∗ </m:t>
                        </m:r>
                        <m:f>
                          <m:fPr>
                            <m:ctrlPr>
                              <a:rPr lang="en-US" sz="1600" i="1">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6</m:t>
                            </m:r>
                          </m:num>
                          <m:den>
                            <m:r>
                              <a:rPr lang="en-US" sz="1600" i="1">
                                <a:latin typeface="Cambria Math" panose="02040503050406030204" pitchFamily="18" charset="0"/>
                                <a:ea typeface="Cambria Math" panose="02040503050406030204" pitchFamily="18" charset="0"/>
                              </a:rPr>
                              <m:t>9</m:t>
                            </m:r>
                          </m:den>
                        </m:f>
                        <m:r>
                          <a:rPr lang="en-US" sz="1600" i="1">
                            <a:latin typeface="Cambria Math" panose="02040503050406030204" pitchFamily="18" charset="0"/>
                            <a:ea typeface="Cambria Math" panose="02040503050406030204" pitchFamily="18" charset="0"/>
                          </a:rPr>
                          <m:t>∗ </m:t>
                        </m:r>
                        <m:f>
                          <m:fPr>
                            <m:ctrlPr>
                              <a:rPr lang="en-US" sz="1600" i="1">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9</m:t>
                            </m:r>
                          </m:num>
                          <m:den>
                            <m:r>
                              <a:rPr lang="en-US" sz="1600" b="0" i="1" smtClean="0">
                                <a:latin typeface="Cambria Math" panose="02040503050406030204" pitchFamily="18" charset="0"/>
                                <a:ea typeface="Cambria Math" panose="02040503050406030204" pitchFamily="18" charset="0"/>
                              </a:rPr>
                              <m:t>14</m:t>
                            </m:r>
                          </m:den>
                        </m:f>
                      </m:e>
                    </m:d>
                    <m:r>
                      <a:rPr lang="en-US" sz="1600" b="0" i="1" smtClean="0">
                        <a:latin typeface="Cambria Math" panose="02040503050406030204" pitchFamily="18" charset="0"/>
                        <a:ea typeface="Cambria Math" panose="02040503050406030204" pitchFamily="18" charset="0"/>
                      </a:rPr>
                      <m:t> ≈0.0141</m:t>
                    </m:r>
                  </m:oMath>
                </a14:m>
                <a:endParaRPr lang="en-US" sz="1600"/>
              </a:p>
              <a:p>
                <a:endParaRPr lang="en-US" sz="1600"/>
              </a:p>
              <a:p>
                <a:r>
                  <a:rPr lang="en-US" sz="1600"/>
                  <a:t>And the probability of not playing golf is given by</a:t>
                </a:r>
              </a:p>
              <a:p>
                <a:endParaRPr lang="en-US" sz="1600"/>
              </a:p>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𝑃</m:t>
                      </m:r>
                      <m:d>
                        <m:dPr>
                          <m:endChr m:val="|"/>
                          <m:ctrlPr>
                            <a:rPr lang="en-US" sz="1600" i="1">
                              <a:latin typeface="Cambria Math" panose="02040503050406030204" pitchFamily="18" charset="0"/>
                            </a:rPr>
                          </m:ctrlPr>
                        </m:dPr>
                        <m:e>
                          <m:r>
                            <a:rPr lang="en-US" sz="1600" b="0" i="1" smtClean="0">
                              <a:latin typeface="Cambria Math" panose="02040503050406030204" pitchFamily="18" charset="0"/>
                            </a:rPr>
                            <m:t>𝑁𝑜</m:t>
                          </m:r>
                          <m:r>
                            <a:rPr lang="en-US" sz="1600" i="1">
                              <a:latin typeface="Cambria Math" panose="02040503050406030204" pitchFamily="18" charset="0"/>
                            </a:rPr>
                            <m:t> </m:t>
                          </m:r>
                        </m:e>
                      </m:d>
                      <m:r>
                        <a:rPr lang="en-US" sz="1600" i="1">
                          <a:latin typeface="Cambria Math" panose="02040503050406030204" pitchFamily="18" charset="0"/>
                        </a:rPr>
                        <m:t>𝑡𝑜𝑑𝑎𝑦</m:t>
                      </m:r>
                      <m:r>
                        <a:rPr lang="en-US" sz="1600" i="1">
                          <a:latin typeface="Cambria Math" panose="02040503050406030204" pitchFamily="18" charset="0"/>
                        </a:rPr>
                        <m:t>)= </m:t>
                      </m:r>
                      <m:f>
                        <m:fPr>
                          <m:ctrlPr>
                            <a:rPr lang="en-US" sz="1600" i="1">
                              <a:latin typeface="Cambria Math" panose="02040503050406030204" pitchFamily="18" charset="0"/>
                            </a:rPr>
                          </m:ctrlPr>
                        </m:fPr>
                        <m:num>
                          <m:r>
                            <a:rPr lang="en-US" sz="1600" i="1">
                              <a:latin typeface="Cambria Math" panose="02040503050406030204" pitchFamily="18" charset="0"/>
                            </a:rPr>
                            <m:t>𝑃</m:t>
                          </m:r>
                          <m:d>
                            <m:dPr>
                              <m:ctrlPr>
                                <a:rPr lang="en-US" sz="1600" i="1">
                                  <a:latin typeface="Cambria Math" panose="02040503050406030204" pitchFamily="18" charset="0"/>
                                </a:rPr>
                              </m:ctrlPr>
                            </m:dPr>
                            <m:e>
                              <m:r>
                                <a:rPr lang="en-US" sz="1600" i="1">
                                  <a:latin typeface="Cambria Math" panose="02040503050406030204" pitchFamily="18" charset="0"/>
                                </a:rPr>
                                <m:t>𝑆𝑢𝑛𝑛𝑦</m:t>
                              </m:r>
                              <m:r>
                                <a:rPr lang="en-US" sz="1600" i="1">
                                  <a:latin typeface="Cambria Math" panose="02040503050406030204" pitchFamily="18" charset="0"/>
                                </a:rPr>
                                <m:t>_</m:t>
                              </m:r>
                              <m:r>
                                <a:rPr lang="en-US" sz="1600" i="1">
                                  <a:latin typeface="Cambria Math" panose="02040503050406030204" pitchFamily="18" charset="0"/>
                                </a:rPr>
                                <m:t>𝑂𝑢𝑡𝑙𝑜𝑜𝑘</m:t>
                              </m:r>
                            </m:e>
                            <m:e>
                              <m:r>
                                <a:rPr lang="en-US" sz="1600" b="0" i="1" smtClean="0">
                                  <a:latin typeface="Cambria Math" panose="02040503050406030204" pitchFamily="18" charset="0"/>
                                </a:rPr>
                                <m:t>𝑁𝑜</m:t>
                              </m:r>
                            </m:e>
                          </m:d>
                          <m:r>
                            <a:rPr lang="en-US" sz="1600" i="1">
                              <a:latin typeface="Cambria Math" panose="02040503050406030204" pitchFamily="18" charset="0"/>
                            </a:rPr>
                            <m:t>𝑃</m:t>
                          </m:r>
                          <m:d>
                            <m:dPr>
                              <m:ctrlPr>
                                <a:rPr lang="en-US" sz="1600" i="1">
                                  <a:latin typeface="Cambria Math" panose="02040503050406030204" pitchFamily="18" charset="0"/>
                                </a:rPr>
                              </m:ctrlPr>
                            </m:dPr>
                            <m:e>
                              <m:r>
                                <a:rPr lang="en-US" sz="1600" i="1">
                                  <a:latin typeface="Cambria Math" panose="02040503050406030204" pitchFamily="18" charset="0"/>
                                </a:rPr>
                                <m:t>𝐻𝑜</m:t>
                              </m:r>
                              <m:sSub>
                                <m:sSubPr>
                                  <m:ctrlPr>
                                    <a:rPr lang="en-US" sz="1600" i="1">
                                      <a:latin typeface="Cambria Math" panose="02040503050406030204" pitchFamily="18" charset="0"/>
                                    </a:rPr>
                                  </m:ctrlPr>
                                </m:sSubPr>
                                <m:e>
                                  <m:r>
                                    <a:rPr lang="en-US" sz="1600" i="1">
                                      <a:latin typeface="Cambria Math" panose="02040503050406030204" pitchFamily="18" charset="0"/>
                                    </a:rPr>
                                    <m:t>𝑡</m:t>
                                  </m:r>
                                </m:e>
                                <m:sub>
                                  <m:r>
                                    <a:rPr lang="en-US" sz="1600" i="1">
                                      <a:latin typeface="Cambria Math" panose="02040503050406030204" pitchFamily="18" charset="0"/>
                                    </a:rPr>
                                    <m:t>𝑡𝑒𝑚𝑝𝑒𝑟𝑎𝑡𝑢𝑟𝑒</m:t>
                                  </m:r>
                                </m:sub>
                              </m:sSub>
                            </m:e>
                            <m:e>
                              <m:r>
                                <a:rPr lang="en-US" sz="1600" b="0" i="1" smtClean="0">
                                  <a:latin typeface="Cambria Math" panose="02040503050406030204" pitchFamily="18" charset="0"/>
                                </a:rPr>
                                <m:t>𝑁𝑜</m:t>
                              </m:r>
                            </m:e>
                          </m:d>
                          <m:r>
                            <a:rPr lang="en-US" sz="1600" i="1">
                              <a:latin typeface="Cambria Math" panose="02040503050406030204" pitchFamily="18" charset="0"/>
                            </a:rPr>
                            <m:t>𝑃</m:t>
                          </m:r>
                          <m:d>
                            <m:dPr>
                              <m:ctrlPr>
                                <a:rPr lang="en-US" sz="1600" i="1">
                                  <a:latin typeface="Cambria Math" panose="02040503050406030204" pitchFamily="18" charset="0"/>
                                </a:rPr>
                              </m:ctrlPr>
                            </m:dPr>
                            <m:e>
                              <m:r>
                                <a:rPr lang="en-US" sz="1600" i="1">
                                  <a:latin typeface="Cambria Math" panose="02040503050406030204" pitchFamily="18" charset="0"/>
                                </a:rPr>
                                <m:t>𝑁𝑜𝑟𝑚𝑎</m:t>
                              </m:r>
                              <m:sSub>
                                <m:sSubPr>
                                  <m:ctrlPr>
                                    <a:rPr lang="en-US" sz="1600" i="1">
                                      <a:latin typeface="Cambria Math" panose="02040503050406030204" pitchFamily="18" charset="0"/>
                                    </a:rPr>
                                  </m:ctrlPr>
                                </m:sSubPr>
                                <m:e>
                                  <m:r>
                                    <a:rPr lang="en-US" sz="1600" i="1">
                                      <a:latin typeface="Cambria Math" panose="02040503050406030204" pitchFamily="18" charset="0"/>
                                    </a:rPr>
                                    <m:t>𝑙</m:t>
                                  </m:r>
                                </m:e>
                                <m:sub>
                                  <m:r>
                                    <a:rPr lang="en-US" sz="1600" i="1">
                                      <a:latin typeface="Cambria Math" panose="02040503050406030204" pitchFamily="18" charset="0"/>
                                    </a:rPr>
                                    <m:t>𝐻𝑢𝑚𝑖𝑑𝑖𝑡𝑦</m:t>
                                  </m:r>
                                </m:sub>
                              </m:sSub>
                            </m:e>
                            <m:e>
                              <m:r>
                                <a:rPr lang="en-US" sz="1600" b="0" i="1" smtClean="0">
                                  <a:latin typeface="Cambria Math" panose="02040503050406030204" pitchFamily="18" charset="0"/>
                                </a:rPr>
                                <m:t>𝑁𝑜</m:t>
                              </m:r>
                            </m:e>
                          </m:d>
                          <m:r>
                            <a:rPr lang="en-US" sz="1600" i="1">
                              <a:latin typeface="Cambria Math" panose="02040503050406030204" pitchFamily="18" charset="0"/>
                            </a:rPr>
                            <m:t>𝑃</m:t>
                          </m:r>
                          <m:d>
                            <m:dPr>
                              <m:ctrlPr>
                                <a:rPr lang="en-US" sz="1600" i="1">
                                  <a:latin typeface="Cambria Math" panose="02040503050406030204" pitchFamily="18" charset="0"/>
                                </a:rPr>
                              </m:ctrlPr>
                            </m:dPr>
                            <m:e>
                              <m:r>
                                <a:rPr lang="en-US" sz="1600" i="1">
                                  <a:latin typeface="Cambria Math" panose="02040503050406030204" pitchFamily="18" charset="0"/>
                                </a:rPr>
                                <m:t>𝑁</m:t>
                              </m:r>
                              <m:sSub>
                                <m:sSubPr>
                                  <m:ctrlPr>
                                    <a:rPr lang="en-US" sz="1600" i="1">
                                      <a:latin typeface="Cambria Math" panose="02040503050406030204" pitchFamily="18" charset="0"/>
                                    </a:rPr>
                                  </m:ctrlPr>
                                </m:sSubPr>
                                <m:e>
                                  <m:r>
                                    <a:rPr lang="en-US" sz="1600" i="1">
                                      <a:latin typeface="Cambria Math" panose="02040503050406030204" pitchFamily="18" charset="0"/>
                                    </a:rPr>
                                    <m:t>𝑜</m:t>
                                  </m:r>
                                </m:e>
                                <m:sub>
                                  <m:r>
                                    <a:rPr lang="en-US" sz="1600" i="1">
                                      <a:latin typeface="Cambria Math" panose="02040503050406030204" pitchFamily="18" charset="0"/>
                                    </a:rPr>
                                    <m:t>𝑊𝑖𝑛𝑑</m:t>
                                  </m:r>
                                </m:sub>
                              </m:sSub>
                            </m:e>
                            <m:e>
                              <m:r>
                                <a:rPr lang="en-US" sz="1600" b="0" i="1" smtClean="0">
                                  <a:latin typeface="Cambria Math" panose="02040503050406030204" pitchFamily="18" charset="0"/>
                                </a:rPr>
                                <m:t>𝑁𝑜</m:t>
                              </m:r>
                            </m:e>
                          </m:d>
                          <m:r>
                            <a:rPr lang="en-US" sz="1600" i="1">
                              <a:latin typeface="Cambria Math" panose="02040503050406030204" pitchFamily="18" charset="0"/>
                            </a:rPr>
                            <m:t>𝑃</m:t>
                          </m:r>
                          <m:r>
                            <a:rPr lang="en-US" sz="1600" i="1">
                              <a:latin typeface="Cambria Math" panose="02040503050406030204" pitchFamily="18" charset="0"/>
                            </a:rPr>
                            <m:t>(</m:t>
                          </m:r>
                          <m:r>
                            <a:rPr lang="en-US" sz="1600" b="0" i="1" smtClean="0">
                              <a:latin typeface="Cambria Math" panose="02040503050406030204" pitchFamily="18" charset="0"/>
                            </a:rPr>
                            <m:t>𝑁𝑜</m:t>
                          </m:r>
                          <m:r>
                            <a:rPr lang="en-US" sz="1600" i="1">
                              <a:latin typeface="Cambria Math" panose="02040503050406030204" pitchFamily="18" charset="0"/>
                            </a:rPr>
                            <m:t>)</m:t>
                          </m:r>
                        </m:num>
                        <m:den>
                          <m:r>
                            <a:rPr lang="en-US" sz="1600" i="1">
                              <a:latin typeface="Cambria Math" panose="02040503050406030204" pitchFamily="18" charset="0"/>
                            </a:rPr>
                            <m:t>𝑃</m:t>
                          </m:r>
                          <m:r>
                            <a:rPr lang="en-US" sz="1600" i="1">
                              <a:latin typeface="Cambria Math" panose="02040503050406030204" pitchFamily="18" charset="0"/>
                            </a:rPr>
                            <m:t>(</m:t>
                          </m:r>
                          <m:r>
                            <a:rPr lang="en-US" sz="1600" i="1">
                              <a:latin typeface="Cambria Math" panose="02040503050406030204" pitchFamily="18" charset="0"/>
                            </a:rPr>
                            <m:t>𝑡𝑜𝑑𝑎𝑦</m:t>
                          </m:r>
                          <m:r>
                            <a:rPr lang="en-US" sz="1600" i="1">
                              <a:latin typeface="Cambria Math" panose="02040503050406030204" pitchFamily="18" charset="0"/>
                            </a:rPr>
                            <m:t>)</m:t>
                          </m:r>
                        </m:den>
                      </m:f>
                    </m:oMath>
                  </m:oMathPara>
                </a14:m>
                <a:endParaRPr lang="en-US" sz="1600"/>
              </a:p>
              <a:p>
                <a:endParaRPr lang="en-US" sz="1600"/>
              </a:p>
              <a:p>
                <a:r>
                  <a:rPr lang="en-US" sz="1600"/>
                  <a:t>		</a:t>
                </a:r>
                <a:r>
                  <a:rPr lang="en-US" sz="1600">
                    <a:ea typeface="Cambria Math" panose="02040503050406030204" pitchFamily="18" charset="0"/>
                  </a:rPr>
                  <a:t> </a:t>
                </a:r>
                <a14:m>
                  <m:oMath xmlns:m="http://schemas.openxmlformats.org/officeDocument/2006/math">
                    <m:r>
                      <a:rPr lang="en-US" sz="1600" i="1">
                        <a:latin typeface="Cambria Math" panose="02040503050406030204" pitchFamily="18" charset="0"/>
                        <a:ea typeface="Cambria Math" panose="02040503050406030204" pitchFamily="18" charset="0"/>
                      </a:rPr>
                      <m:t>≅</m:t>
                    </m:r>
                    <m:d>
                      <m:dPr>
                        <m:ctrlPr>
                          <a:rPr lang="en-US" sz="1600" i="1">
                            <a:latin typeface="Cambria Math" panose="02040503050406030204" pitchFamily="18" charset="0"/>
                            <a:ea typeface="Cambria Math" panose="02040503050406030204" pitchFamily="18" charset="0"/>
                          </a:rPr>
                        </m:ctrlPr>
                      </m:dPr>
                      <m:e>
                        <m:f>
                          <m:fPr>
                            <m:ctrlPr>
                              <a:rPr lang="en-US" sz="1600" i="1">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3</m:t>
                            </m:r>
                          </m:num>
                          <m:den>
                            <m:r>
                              <a:rPr lang="en-US" sz="1600" b="0" i="1" smtClean="0">
                                <a:latin typeface="Cambria Math" panose="02040503050406030204" pitchFamily="18" charset="0"/>
                                <a:ea typeface="Cambria Math" panose="02040503050406030204" pitchFamily="18" charset="0"/>
                              </a:rPr>
                              <m:t>5</m:t>
                            </m:r>
                          </m:den>
                        </m:f>
                        <m:r>
                          <a:rPr lang="en-US" sz="1600" i="1">
                            <a:latin typeface="Cambria Math" panose="02040503050406030204" pitchFamily="18" charset="0"/>
                            <a:ea typeface="Cambria Math" panose="02040503050406030204" pitchFamily="18" charset="0"/>
                          </a:rPr>
                          <m:t> ∗ </m:t>
                        </m:r>
                        <m:f>
                          <m:fPr>
                            <m:ctrlPr>
                              <a:rPr lang="en-US" sz="1600" i="1">
                                <a:latin typeface="Cambria Math" panose="02040503050406030204" pitchFamily="18" charset="0"/>
                                <a:ea typeface="Cambria Math" panose="02040503050406030204" pitchFamily="18" charset="0"/>
                              </a:rPr>
                            </m:ctrlPr>
                          </m:fPr>
                          <m:num>
                            <m:r>
                              <a:rPr lang="en-US" sz="1600" i="1">
                                <a:latin typeface="Cambria Math" panose="02040503050406030204" pitchFamily="18" charset="0"/>
                                <a:ea typeface="Cambria Math" panose="02040503050406030204" pitchFamily="18" charset="0"/>
                              </a:rPr>
                              <m:t>2</m:t>
                            </m:r>
                          </m:num>
                          <m:den>
                            <m:r>
                              <a:rPr lang="en-US" sz="1600" b="0" i="1" smtClean="0">
                                <a:latin typeface="Cambria Math" panose="02040503050406030204" pitchFamily="18" charset="0"/>
                                <a:ea typeface="Cambria Math" panose="02040503050406030204" pitchFamily="18" charset="0"/>
                              </a:rPr>
                              <m:t>5</m:t>
                            </m:r>
                          </m:den>
                        </m:f>
                        <m:r>
                          <a:rPr lang="en-US" sz="1600" i="1">
                            <a:latin typeface="Cambria Math" panose="02040503050406030204" pitchFamily="18" charset="0"/>
                            <a:ea typeface="Cambria Math" panose="02040503050406030204" pitchFamily="18" charset="0"/>
                          </a:rPr>
                          <m:t> ∗</m:t>
                        </m:r>
                        <m:f>
                          <m:fPr>
                            <m:ctrlPr>
                              <a:rPr lang="en-US" sz="1600" i="1">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1</m:t>
                            </m:r>
                          </m:num>
                          <m:den>
                            <m:r>
                              <a:rPr lang="en-US" sz="1600" b="0" i="1" smtClean="0">
                                <a:latin typeface="Cambria Math" panose="02040503050406030204" pitchFamily="18" charset="0"/>
                                <a:ea typeface="Cambria Math" panose="02040503050406030204" pitchFamily="18" charset="0"/>
                              </a:rPr>
                              <m:t>5</m:t>
                            </m:r>
                          </m:den>
                        </m:f>
                        <m:r>
                          <a:rPr lang="en-US" sz="1600" i="1">
                            <a:latin typeface="Cambria Math" panose="02040503050406030204" pitchFamily="18" charset="0"/>
                            <a:ea typeface="Cambria Math" panose="02040503050406030204" pitchFamily="18" charset="0"/>
                          </a:rPr>
                          <m:t> ∗ </m:t>
                        </m:r>
                        <m:f>
                          <m:fPr>
                            <m:ctrlPr>
                              <a:rPr lang="en-US" sz="1600" i="1">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2</m:t>
                            </m:r>
                          </m:num>
                          <m:den>
                            <m:r>
                              <a:rPr lang="en-US" sz="1600" b="0" i="1" smtClean="0">
                                <a:latin typeface="Cambria Math" panose="02040503050406030204" pitchFamily="18" charset="0"/>
                                <a:ea typeface="Cambria Math" panose="02040503050406030204" pitchFamily="18" charset="0"/>
                              </a:rPr>
                              <m:t>5</m:t>
                            </m:r>
                          </m:den>
                        </m:f>
                        <m:r>
                          <a:rPr lang="en-US" sz="1600" i="1">
                            <a:latin typeface="Cambria Math" panose="02040503050406030204" pitchFamily="18" charset="0"/>
                            <a:ea typeface="Cambria Math" panose="02040503050406030204" pitchFamily="18" charset="0"/>
                          </a:rPr>
                          <m:t>∗ </m:t>
                        </m:r>
                        <m:f>
                          <m:fPr>
                            <m:ctrlPr>
                              <a:rPr lang="en-US" sz="1600" i="1">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5</m:t>
                            </m:r>
                          </m:num>
                          <m:den>
                            <m:r>
                              <a:rPr lang="en-US" sz="1600" i="1">
                                <a:latin typeface="Cambria Math" panose="02040503050406030204" pitchFamily="18" charset="0"/>
                                <a:ea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4</m:t>
                            </m:r>
                          </m:den>
                        </m:f>
                      </m:e>
                    </m:d>
                    <m:r>
                      <a:rPr lang="en-US" sz="1600" i="1">
                        <a:latin typeface="Cambria Math" panose="02040503050406030204" pitchFamily="18" charset="0"/>
                        <a:ea typeface="Cambria Math" panose="02040503050406030204" pitchFamily="18" charset="0"/>
                      </a:rPr>
                      <m:t> ≈0.0</m:t>
                    </m:r>
                    <m:r>
                      <a:rPr lang="en-US" sz="1600" b="0" i="1" smtClean="0">
                        <a:latin typeface="Cambria Math" panose="02040503050406030204" pitchFamily="18" charset="0"/>
                        <a:ea typeface="Cambria Math" panose="02040503050406030204" pitchFamily="18" charset="0"/>
                      </a:rPr>
                      <m:t>068</m:t>
                    </m:r>
                  </m:oMath>
                </a14:m>
                <a:endParaRPr lang="en-US" sz="1600"/>
              </a:p>
            </p:txBody>
          </p:sp>
        </mc:Choice>
        <mc:Fallback>
          <p:sp>
            <p:nvSpPr>
              <p:cNvPr id="4" name="TextBox 3">
                <a:extLst>
                  <a:ext uri="{FF2B5EF4-FFF2-40B4-BE49-F238E27FC236}">
                    <a16:creationId xmlns:a16="http://schemas.microsoft.com/office/drawing/2014/main" id="{4BBF67D8-9B01-2689-6BC1-A5C44AF23770}"/>
                  </a:ext>
                </a:extLst>
              </p:cNvPr>
              <p:cNvSpPr txBox="1">
                <a:spLocks noRot="1" noChangeAspect="1" noMove="1" noResize="1" noEditPoints="1" noAdjustHandles="1" noChangeArrowheads="1" noChangeShapeType="1" noTextEdit="1"/>
              </p:cNvSpPr>
              <p:nvPr/>
            </p:nvSpPr>
            <p:spPr>
              <a:xfrm>
                <a:off x="546131" y="1387577"/>
                <a:ext cx="10565585" cy="4636526"/>
              </a:xfrm>
              <a:prstGeom prst="rect">
                <a:avLst/>
              </a:prstGeom>
              <a:blipFill>
                <a:blip r:embed="rId3"/>
                <a:stretch>
                  <a:fillRect l="-1212" t="-1447"/>
                </a:stretch>
              </a:blipFill>
            </p:spPr>
            <p:txBody>
              <a:bodyPr/>
              <a:lstStyle/>
              <a:p>
                <a:r>
                  <a:rPr lang="en-US">
                    <a:noFill/>
                  </a:rPr>
                  <a:t> </a:t>
                </a:r>
              </a:p>
            </p:txBody>
          </p:sp>
        </mc:Fallback>
      </mc:AlternateContent>
      <p:pic>
        <p:nvPicPr>
          <p:cNvPr id="16" name="Picture 15">
            <a:extLst>
              <a:ext uri="{FF2B5EF4-FFF2-40B4-BE49-F238E27FC236}">
                <a16:creationId xmlns:a16="http://schemas.microsoft.com/office/drawing/2014/main" id="{C7C20F89-5201-1F82-764C-04F625931A64}"/>
              </a:ext>
            </a:extLst>
          </p:cNvPr>
          <p:cNvPicPr>
            <a:picLocks noChangeAspect="1"/>
          </p:cNvPicPr>
          <p:nvPr/>
        </p:nvPicPr>
        <p:blipFill rotWithShape="1">
          <a:blip r:embed="rId4"/>
          <a:srcRect t="20134"/>
          <a:stretch/>
        </p:blipFill>
        <p:spPr>
          <a:xfrm>
            <a:off x="4378325" y="1694183"/>
            <a:ext cx="3435350" cy="783913"/>
          </a:xfrm>
          <a:prstGeom prst="rect">
            <a:avLst/>
          </a:prstGeom>
        </p:spPr>
      </p:pic>
      <p:sp>
        <p:nvSpPr>
          <p:cNvPr id="17" name="Slide Number Placeholder 1">
            <a:extLst>
              <a:ext uri="{FF2B5EF4-FFF2-40B4-BE49-F238E27FC236}">
                <a16:creationId xmlns:a16="http://schemas.microsoft.com/office/drawing/2014/main" id="{67045688-AC3A-A4FD-3949-B840567ABA23}"/>
              </a:ext>
            </a:extLst>
          </p:cNvPr>
          <p:cNvSpPr>
            <a:spLocks noGrp="1"/>
          </p:cNvSpPr>
          <p:nvPr>
            <p:ph type="sldNum" sz="quarter" idx="10"/>
          </p:nvPr>
        </p:nvSpPr>
        <p:spPr>
          <a:xfrm>
            <a:off x="10142220" y="6515100"/>
            <a:ext cx="1554480" cy="91440"/>
          </a:xfrm>
        </p:spPr>
        <p:txBody>
          <a:bodyPr/>
          <a:lstStyle/>
          <a:p>
            <a:fld id="{48FFE6E1-85EB-9E42-824B-7CC9267ED8B9}" type="slidenum">
              <a:rPr lang="en-US" smtClean="0"/>
              <a:pPr/>
              <a:t>18</a:t>
            </a:fld>
            <a:endParaRPr lang="en-US"/>
          </a:p>
        </p:txBody>
      </p:sp>
      <p:sp>
        <p:nvSpPr>
          <p:cNvPr id="19" name="TextBox 18">
            <a:extLst>
              <a:ext uri="{FF2B5EF4-FFF2-40B4-BE49-F238E27FC236}">
                <a16:creationId xmlns:a16="http://schemas.microsoft.com/office/drawing/2014/main" id="{9B28A6BA-9EDC-A8EC-FFFE-776EA39E65B7}"/>
              </a:ext>
            </a:extLst>
          </p:cNvPr>
          <p:cNvSpPr txBox="1"/>
          <p:nvPr/>
        </p:nvSpPr>
        <p:spPr>
          <a:xfrm>
            <a:off x="546131" y="6059320"/>
            <a:ext cx="10503282" cy="523220"/>
          </a:xfrm>
          <a:prstGeom prst="rect">
            <a:avLst/>
          </a:prstGeom>
          <a:noFill/>
        </p:spPr>
        <p:txBody>
          <a:bodyPr wrap="square">
            <a:spAutoFit/>
          </a:bodyPr>
          <a:lstStyle/>
          <a:p>
            <a:r>
              <a:rPr lang="en-US" sz="1400">
                <a:latin typeface="+mj-lt"/>
              </a:rPr>
              <a:t>The class with the highest posterior probability is the outcome of the prediction. Here ‘Playing Golf today’ has higher probability, hence it is the prediction.</a:t>
            </a:r>
            <a:endParaRPr lang="en-US" sz="1400"/>
          </a:p>
        </p:txBody>
      </p:sp>
    </p:spTree>
    <p:extLst>
      <p:ext uri="{BB962C8B-B14F-4D97-AF65-F5344CB8AC3E}">
        <p14:creationId xmlns:p14="http://schemas.microsoft.com/office/powerpoint/2010/main" val="12105452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936F6-6FC9-848F-623D-79EF88353A81}"/>
            </a:ext>
          </a:extLst>
        </p:cNvPr>
        <p:cNvGrpSpPr/>
        <p:nvPr/>
      </p:nvGrpSpPr>
      <p:grpSpPr>
        <a:xfrm>
          <a:off x="0" y="0"/>
          <a:ext cx="0" cy="0"/>
          <a:chOff x="0" y="0"/>
          <a:chExt cx="0" cy="0"/>
        </a:xfrm>
      </p:grpSpPr>
      <p:sp>
        <p:nvSpPr>
          <p:cNvPr id="21" name="Title 8">
            <a:extLst>
              <a:ext uri="{FF2B5EF4-FFF2-40B4-BE49-F238E27FC236}">
                <a16:creationId xmlns:a16="http://schemas.microsoft.com/office/drawing/2014/main" id="{04F91C08-A9AC-4631-05E2-96E1F79BECE8}"/>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Algorithm 4 -  k-Nearest Neighbors (KNN)</a:t>
            </a:r>
            <a:endParaRPr lang="en-US" sz="2400">
              <a:solidFill>
                <a:srgbClr val="002060"/>
              </a:solidFill>
            </a:endParaRPr>
          </a:p>
        </p:txBody>
      </p:sp>
      <p:sp>
        <p:nvSpPr>
          <p:cNvPr id="3" name="Rectangle 2">
            <a:extLst>
              <a:ext uri="{FF2B5EF4-FFF2-40B4-BE49-F238E27FC236}">
                <a16:creationId xmlns:a16="http://schemas.microsoft.com/office/drawing/2014/main" id="{6CFC956A-750B-EA64-27B4-BB598F800E81}"/>
              </a:ext>
            </a:extLst>
          </p:cNvPr>
          <p:cNvSpPr/>
          <p:nvPr/>
        </p:nvSpPr>
        <p:spPr>
          <a:xfrm>
            <a:off x="348924" y="2881747"/>
            <a:ext cx="5929501" cy="2523768"/>
          </a:xfrm>
          <a:prstGeom prst="rect">
            <a:avLst/>
          </a:prstGeom>
        </p:spPr>
        <p:txBody>
          <a:bodyPr wrap="square">
            <a:spAutoFit/>
          </a:bodyPr>
          <a:lstStyle/>
          <a:p>
            <a:r>
              <a:rPr lang="en-US" sz="1600" b="1">
                <a:solidFill>
                  <a:srgbClr val="222222"/>
                </a:solidFill>
                <a:latin typeface="Lato"/>
              </a:rPr>
              <a:t>Step-1:</a:t>
            </a:r>
            <a:r>
              <a:rPr lang="en-US" sz="1600">
                <a:solidFill>
                  <a:srgbClr val="222222"/>
                </a:solidFill>
                <a:latin typeface="Lato"/>
              </a:rPr>
              <a:t> Calculate the distances of test point to all points in the training set and store them</a:t>
            </a:r>
          </a:p>
          <a:p>
            <a:endParaRPr lang="en-US" sz="1400">
              <a:solidFill>
                <a:srgbClr val="222222"/>
              </a:solidFill>
              <a:latin typeface="Lato"/>
            </a:endParaRPr>
          </a:p>
          <a:p>
            <a:r>
              <a:rPr lang="en-US" sz="1600" b="1">
                <a:solidFill>
                  <a:srgbClr val="222222"/>
                </a:solidFill>
                <a:latin typeface="Lato"/>
              </a:rPr>
              <a:t>Step-2:</a:t>
            </a:r>
            <a:r>
              <a:rPr lang="en-US" sz="1600">
                <a:solidFill>
                  <a:srgbClr val="222222"/>
                </a:solidFill>
                <a:latin typeface="Lato"/>
              </a:rPr>
              <a:t> Sort the calculated distances in increasing order</a:t>
            </a:r>
          </a:p>
          <a:p>
            <a:endParaRPr lang="en-US" sz="1600">
              <a:solidFill>
                <a:srgbClr val="222222"/>
              </a:solidFill>
              <a:latin typeface="Lato"/>
            </a:endParaRPr>
          </a:p>
          <a:p>
            <a:r>
              <a:rPr lang="en-US" sz="1600" b="1">
                <a:solidFill>
                  <a:srgbClr val="222222"/>
                </a:solidFill>
                <a:latin typeface="Lato"/>
              </a:rPr>
              <a:t>Step-3:</a:t>
            </a:r>
            <a:r>
              <a:rPr lang="en-US" sz="1600">
                <a:solidFill>
                  <a:srgbClr val="222222"/>
                </a:solidFill>
                <a:latin typeface="Lato"/>
              </a:rPr>
              <a:t> Store the K nearest points from our training dataset</a:t>
            </a:r>
          </a:p>
          <a:p>
            <a:endParaRPr lang="en-US" sz="1600">
              <a:solidFill>
                <a:srgbClr val="222222"/>
              </a:solidFill>
              <a:latin typeface="Lato"/>
            </a:endParaRPr>
          </a:p>
          <a:p>
            <a:r>
              <a:rPr lang="en-US" sz="1600" b="1">
                <a:solidFill>
                  <a:srgbClr val="222222"/>
                </a:solidFill>
                <a:latin typeface="Lato"/>
              </a:rPr>
              <a:t>Step-4: </a:t>
            </a:r>
            <a:r>
              <a:rPr lang="en-US" sz="1600">
                <a:solidFill>
                  <a:srgbClr val="222222"/>
                </a:solidFill>
                <a:latin typeface="Lato"/>
              </a:rPr>
              <a:t>Calculate the proportions of each class</a:t>
            </a:r>
          </a:p>
          <a:p>
            <a:endParaRPr lang="en-US" sz="1600">
              <a:solidFill>
                <a:srgbClr val="222222"/>
              </a:solidFill>
              <a:latin typeface="Lato"/>
            </a:endParaRPr>
          </a:p>
          <a:p>
            <a:r>
              <a:rPr lang="en-US" sz="1600" b="1">
                <a:solidFill>
                  <a:srgbClr val="222222"/>
                </a:solidFill>
                <a:latin typeface="Lato"/>
              </a:rPr>
              <a:t>Step-5: </a:t>
            </a:r>
            <a:r>
              <a:rPr lang="en-US" sz="1600">
                <a:solidFill>
                  <a:srgbClr val="222222"/>
                </a:solidFill>
                <a:latin typeface="Lato"/>
              </a:rPr>
              <a:t>Assign the class with the highest proportion</a:t>
            </a:r>
            <a:endParaRPr lang="en-US" sz="1600" b="0" i="0">
              <a:solidFill>
                <a:srgbClr val="222222"/>
              </a:solidFill>
              <a:effectLst/>
              <a:latin typeface="Lato"/>
            </a:endParaRPr>
          </a:p>
        </p:txBody>
      </p:sp>
      <p:sp>
        <p:nvSpPr>
          <p:cNvPr id="4" name="Rectangle 3">
            <a:extLst>
              <a:ext uri="{FF2B5EF4-FFF2-40B4-BE49-F238E27FC236}">
                <a16:creationId xmlns:a16="http://schemas.microsoft.com/office/drawing/2014/main" id="{0B2D5E08-8A59-039D-A818-777EEE8FBEBE}"/>
              </a:ext>
            </a:extLst>
          </p:cNvPr>
          <p:cNvSpPr/>
          <p:nvPr/>
        </p:nvSpPr>
        <p:spPr>
          <a:xfrm>
            <a:off x="348924" y="1258438"/>
            <a:ext cx="5748068" cy="1107996"/>
          </a:xfrm>
          <a:prstGeom prst="rect">
            <a:avLst/>
          </a:prstGeom>
        </p:spPr>
        <p:txBody>
          <a:bodyPr wrap="square">
            <a:spAutoFit/>
          </a:bodyPr>
          <a:lstStyle/>
          <a:p>
            <a:pPr lvl="0" eaLnBrk="0" fontAlgn="base" hangingPunct="0">
              <a:spcBef>
                <a:spcPct val="0"/>
              </a:spcBef>
              <a:spcAft>
                <a:spcPct val="0"/>
              </a:spcAft>
            </a:pPr>
            <a:r>
              <a:rPr lang="en-US" altLang="en-US" sz="1600"/>
              <a:t>The KNN algorithm assumes that similar things exist in close proximity. In other words, similar things are near to each other.</a:t>
            </a:r>
          </a:p>
          <a:p>
            <a:pPr lvl="0" eaLnBrk="0" fontAlgn="base" hangingPunct="0">
              <a:spcBef>
                <a:spcPct val="0"/>
              </a:spcBef>
              <a:spcAft>
                <a:spcPct val="0"/>
              </a:spcAft>
            </a:pPr>
            <a:r>
              <a:rPr lang="en-US" altLang="en-US" sz="1600"/>
              <a:t>“Birds of a feather flock together.”</a:t>
            </a:r>
          </a:p>
        </p:txBody>
      </p:sp>
      <p:sp>
        <p:nvSpPr>
          <p:cNvPr id="7" name="TextBox 6">
            <a:extLst>
              <a:ext uri="{FF2B5EF4-FFF2-40B4-BE49-F238E27FC236}">
                <a16:creationId xmlns:a16="http://schemas.microsoft.com/office/drawing/2014/main" id="{CAA6A381-BA8F-CD3F-688E-23BECA992151}"/>
              </a:ext>
            </a:extLst>
          </p:cNvPr>
          <p:cNvSpPr txBox="1"/>
          <p:nvPr/>
        </p:nvSpPr>
        <p:spPr>
          <a:xfrm>
            <a:off x="7077694" y="3744533"/>
            <a:ext cx="3570593" cy="369332"/>
          </a:xfrm>
          <a:prstGeom prst="rect">
            <a:avLst/>
          </a:prstGeom>
          <a:noFill/>
        </p:spPr>
        <p:txBody>
          <a:bodyPr wrap="none" rtlCol="0">
            <a:spAutoFit/>
          </a:bodyPr>
          <a:lstStyle/>
          <a:p>
            <a:r>
              <a:rPr lang="en-US"/>
              <a:t>3 classes – Yellow, Blue and Red</a:t>
            </a:r>
          </a:p>
        </p:txBody>
      </p:sp>
      <p:cxnSp>
        <p:nvCxnSpPr>
          <p:cNvPr id="8" name="Straight Arrow Connector 7">
            <a:extLst>
              <a:ext uri="{FF2B5EF4-FFF2-40B4-BE49-F238E27FC236}">
                <a16:creationId xmlns:a16="http://schemas.microsoft.com/office/drawing/2014/main" id="{EEF9B815-602A-2EC3-E37B-80EF19467D46}"/>
              </a:ext>
            </a:extLst>
          </p:cNvPr>
          <p:cNvCxnSpPr/>
          <p:nvPr/>
        </p:nvCxnSpPr>
        <p:spPr>
          <a:xfrm flipV="1">
            <a:off x="6871855" y="1884217"/>
            <a:ext cx="0" cy="14962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7D6C6AA-F4B3-7E17-8978-631DC2CD7357}"/>
              </a:ext>
            </a:extLst>
          </p:cNvPr>
          <p:cNvCxnSpPr/>
          <p:nvPr/>
        </p:nvCxnSpPr>
        <p:spPr>
          <a:xfrm>
            <a:off x="6881091" y="3371272"/>
            <a:ext cx="16902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0B546B98-C79F-4B7D-34EE-9127A7E32FB4}"/>
              </a:ext>
            </a:extLst>
          </p:cNvPr>
          <p:cNvSpPr/>
          <p:nvPr/>
        </p:nvSpPr>
        <p:spPr>
          <a:xfrm>
            <a:off x="7234972" y="2142738"/>
            <a:ext cx="120064" cy="175491"/>
          </a:xfrm>
          <a:prstGeom prst="ellipse">
            <a:avLst/>
          </a:prstGeom>
          <a:solidFill>
            <a:srgbClr val="F6DA14"/>
          </a:solidFill>
          <a:ln>
            <a:solidFill>
              <a:srgbClr val="F6DA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93FB848-FE07-276E-1879-73493060254E}"/>
              </a:ext>
            </a:extLst>
          </p:cNvPr>
          <p:cNvSpPr/>
          <p:nvPr/>
        </p:nvSpPr>
        <p:spPr>
          <a:xfrm>
            <a:off x="7362674" y="2430400"/>
            <a:ext cx="120064" cy="175491"/>
          </a:xfrm>
          <a:prstGeom prst="ellipse">
            <a:avLst/>
          </a:prstGeom>
          <a:solidFill>
            <a:srgbClr val="F6DA14"/>
          </a:solidFill>
          <a:ln>
            <a:solidFill>
              <a:srgbClr val="F6DA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79B2C45-C12F-3AAC-B1B9-541016F573D4}"/>
              </a:ext>
            </a:extLst>
          </p:cNvPr>
          <p:cNvSpPr/>
          <p:nvPr/>
        </p:nvSpPr>
        <p:spPr>
          <a:xfrm>
            <a:off x="7213591" y="2449635"/>
            <a:ext cx="120064" cy="175491"/>
          </a:xfrm>
          <a:prstGeom prst="ellipse">
            <a:avLst/>
          </a:prstGeom>
          <a:solidFill>
            <a:srgbClr val="F6DA14"/>
          </a:solidFill>
          <a:ln>
            <a:solidFill>
              <a:srgbClr val="F6DA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7581722-A83C-CB37-4729-B7C66055C36E}"/>
              </a:ext>
            </a:extLst>
          </p:cNvPr>
          <p:cNvSpPr/>
          <p:nvPr/>
        </p:nvSpPr>
        <p:spPr>
          <a:xfrm>
            <a:off x="8009836" y="2283110"/>
            <a:ext cx="120064" cy="175491"/>
          </a:xfrm>
          <a:prstGeom prst="ellips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229985E-3139-9E6F-65D2-913C2C6C00BE}"/>
              </a:ext>
            </a:extLst>
          </p:cNvPr>
          <p:cNvSpPr/>
          <p:nvPr/>
        </p:nvSpPr>
        <p:spPr>
          <a:xfrm>
            <a:off x="7878937" y="2587836"/>
            <a:ext cx="120064" cy="175491"/>
          </a:xfrm>
          <a:prstGeom prst="ellips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8462B286-A10C-BCBA-57D6-97A0CECD7759}"/>
              </a:ext>
            </a:extLst>
          </p:cNvPr>
          <p:cNvSpPr/>
          <p:nvPr/>
        </p:nvSpPr>
        <p:spPr>
          <a:xfrm>
            <a:off x="8112564" y="2523833"/>
            <a:ext cx="120064" cy="175491"/>
          </a:xfrm>
          <a:prstGeom prst="ellips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322065D-0D5D-8E36-4CFB-B45DC9BD82A0}"/>
              </a:ext>
            </a:extLst>
          </p:cNvPr>
          <p:cNvSpPr/>
          <p:nvPr/>
        </p:nvSpPr>
        <p:spPr>
          <a:xfrm>
            <a:off x="7858822" y="2974393"/>
            <a:ext cx="120064" cy="175491"/>
          </a:xfrm>
          <a:prstGeom prst="ellipse">
            <a:avLst/>
          </a:prstGeom>
          <a:solidFill>
            <a:srgbClr val="E24912"/>
          </a:solidFill>
          <a:ln>
            <a:solidFill>
              <a:srgbClr val="E249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AFC1704-BE59-069A-CEBA-AC11392942B0}"/>
              </a:ext>
            </a:extLst>
          </p:cNvPr>
          <p:cNvSpPr/>
          <p:nvPr/>
        </p:nvSpPr>
        <p:spPr>
          <a:xfrm>
            <a:off x="8151069" y="2987959"/>
            <a:ext cx="120064" cy="175491"/>
          </a:xfrm>
          <a:prstGeom prst="ellipse">
            <a:avLst/>
          </a:prstGeom>
          <a:solidFill>
            <a:srgbClr val="E24912"/>
          </a:solidFill>
          <a:ln>
            <a:solidFill>
              <a:srgbClr val="E249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D39EDA4-709D-FF4F-A3AA-0F2AF862E180}"/>
              </a:ext>
            </a:extLst>
          </p:cNvPr>
          <p:cNvSpPr/>
          <p:nvPr/>
        </p:nvSpPr>
        <p:spPr>
          <a:xfrm>
            <a:off x="8077188" y="3174686"/>
            <a:ext cx="120064" cy="175491"/>
          </a:xfrm>
          <a:prstGeom prst="ellipse">
            <a:avLst/>
          </a:prstGeom>
          <a:solidFill>
            <a:srgbClr val="E24912"/>
          </a:solidFill>
          <a:ln>
            <a:solidFill>
              <a:srgbClr val="E249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EEAF9F9-4AB4-7F2D-3F2E-06CE74769D6D}"/>
              </a:ext>
            </a:extLst>
          </p:cNvPr>
          <p:cNvSpPr/>
          <p:nvPr/>
        </p:nvSpPr>
        <p:spPr>
          <a:xfrm>
            <a:off x="7285077" y="2794002"/>
            <a:ext cx="120064" cy="175491"/>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C6DD7B24-0E4C-DCC4-A8D1-9ECB02C24742}"/>
              </a:ext>
            </a:extLst>
          </p:cNvPr>
          <p:cNvSpPr txBox="1"/>
          <p:nvPr/>
        </p:nvSpPr>
        <p:spPr>
          <a:xfrm>
            <a:off x="6425214" y="2528456"/>
            <a:ext cx="411678" cy="253916"/>
          </a:xfrm>
          <a:prstGeom prst="rect">
            <a:avLst/>
          </a:prstGeom>
          <a:noFill/>
        </p:spPr>
        <p:txBody>
          <a:bodyPr wrap="square" rtlCol="0">
            <a:spAutoFit/>
          </a:bodyPr>
          <a:lstStyle/>
          <a:p>
            <a:r>
              <a:rPr lang="en-US" sz="1050"/>
              <a:t>x</a:t>
            </a:r>
            <a:r>
              <a:rPr lang="en-US" sz="1050" baseline="-25000"/>
              <a:t>2</a:t>
            </a:r>
          </a:p>
        </p:txBody>
      </p:sp>
      <p:sp>
        <p:nvSpPr>
          <p:cNvPr id="22" name="TextBox 21">
            <a:extLst>
              <a:ext uri="{FF2B5EF4-FFF2-40B4-BE49-F238E27FC236}">
                <a16:creationId xmlns:a16="http://schemas.microsoft.com/office/drawing/2014/main" id="{47A642DC-DA43-6ECB-4A3D-8F17C2288DA3}"/>
              </a:ext>
            </a:extLst>
          </p:cNvPr>
          <p:cNvSpPr txBox="1"/>
          <p:nvPr/>
        </p:nvSpPr>
        <p:spPr>
          <a:xfrm>
            <a:off x="7617586" y="3445561"/>
            <a:ext cx="411678" cy="253916"/>
          </a:xfrm>
          <a:prstGeom prst="rect">
            <a:avLst/>
          </a:prstGeom>
          <a:noFill/>
        </p:spPr>
        <p:txBody>
          <a:bodyPr wrap="square" rtlCol="0">
            <a:spAutoFit/>
          </a:bodyPr>
          <a:lstStyle/>
          <a:p>
            <a:r>
              <a:rPr lang="en-US" sz="1050"/>
              <a:t>x</a:t>
            </a:r>
            <a:r>
              <a:rPr lang="en-US" sz="1050" baseline="-25000"/>
              <a:t>1</a:t>
            </a:r>
          </a:p>
        </p:txBody>
      </p:sp>
      <p:grpSp>
        <p:nvGrpSpPr>
          <p:cNvPr id="23" name="Group 22">
            <a:extLst>
              <a:ext uri="{FF2B5EF4-FFF2-40B4-BE49-F238E27FC236}">
                <a16:creationId xmlns:a16="http://schemas.microsoft.com/office/drawing/2014/main" id="{86E16435-6A75-6F40-3624-72317B0A7FA7}"/>
              </a:ext>
            </a:extLst>
          </p:cNvPr>
          <p:cNvGrpSpPr/>
          <p:nvPr/>
        </p:nvGrpSpPr>
        <p:grpSpPr>
          <a:xfrm>
            <a:off x="8984566" y="1884217"/>
            <a:ext cx="2146131" cy="1815260"/>
            <a:chOff x="6425214" y="951345"/>
            <a:chExt cx="2146131" cy="1815260"/>
          </a:xfrm>
        </p:grpSpPr>
        <p:cxnSp>
          <p:nvCxnSpPr>
            <p:cNvPr id="24" name="Straight Arrow Connector 23">
              <a:extLst>
                <a:ext uri="{FF2B5EF4-FFF2-40B4-BE49-F238E27FC236}">
                  <a16:creationId xmlns:a16="http://schemas.microsoft.com/office/drawing/2014/main" id="{F787C869-845F-3274-D1C3-3E8A82B68C21}"/>
                </a:ext>
              </a:extLst>
            </p:cNvPr>
            <p:cNvCxnSpPr/>
            <p:nvPr/>
          </p:nvCxnSpPr>
          <p:spPr>
            <a:xfrm flipV="1">
              <a:off x="6871855" y="951345"/>
              <a:ext cx="0" cy="14962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5DF31FC-D46F-9309-12A5-79A735E4D175}"/>
                </a:ext>
              </a:extLst>
            </p:cNvPr>
            <p:cNvCxnSpPr/>
            <p:nvPr/>
          </p:nvCxnSpPr>
          <p:spPr>
            <a:xfrm>
              <a:off x="6881091" y="2438400"/>
              <a:ext cx="16902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DCF0A58E-4A17-D95B-B34C-D63A039F8BCC}"/>
                </a:ext>
              </a:extLst>
            </p:cNvPr>
            <p:cNvSpPr/>
            <p:nvPr/>
          </p:nvSpPr>
          <p:spPr>
            <a:xfrm>
              <a:off x="7139709" y="1330036"/>
              <a:ext cx="120064" cy="175491"/>
            </a:xfrm>
            <a:prstGeom prst="ellipse">
              <a:avLst/>
            </a:prstGeom>
            <a:solidFill>
              <a:srgbClr val="F6DA14"/>
            </a:solidFill>
            <a:ln>
              <a:solidFill>
                <a:srgbClr val="F6DA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EBBBF03-B8FF-21A2-9B0D-FEB230E9594C}"/>
                </a:ext>
              </a:extLst>
            </p:cNvPr>
            <p:cNvSpPr/>
            <p:nvPr/>
          </p:nvSpPr>
          <p:spPr>
            <a:xfrm>
              <a:off x="7287472" y="1330036"/>
              <a:ext cx="120064" cy="175491"/>
            </a:xfrm>
            <a:prstGeom prst="ellipse">
              <a:avLst/>
            </a:prstGeom>
            <a:solidFill>
              <a:srgbClr val="F6DA14"/>
            </a:solidFill>
            <a:ln>
              <a:solidFill>
                <a:srgbClr val="F6DA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E5C12F3A-1786-7152-1F39-0069EEB07E12}"/>
                </a:ext>
              </a:extLst>
            </p:cNvPr>
            <p:cNvSpPr/>
            <p:nvPr/>
          </p:nvSpPr>
          <p:spPr>
            <a:xfrm>
              <a:off x="7213591" y="1516763"/>
              <a:ext cx="120064" cy="175491"/>
            </a:xfrm>
            <a:prstGeom prst="ellipse">
              <a:avLst/>
            </a:prstGeom>
            <a:solidFill>
              <a:srgbClr val="F6DA14"/>
            </a:solidFill>
            <a:ln>
              <a:solidFill>
                <a:srgbClr val="F6DA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18787D84-AB36-3B6E-260F-2A7B016D8B71}"/>
                </a:ext>
              </a:extLst>
            </p:cNvPr>
            <p:cNvSpPr/>
            <p:nvPr/>
          </p:nvSpPr>
          <p:spPr>
            <a:xfrm>
              <a:off x="8007735" y="1234271"/>
              <a:ext cx="120064" cy="175491"/>
            </a:xfrm>
            <a:prstGeom prst="ellips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F7D18D57-8FE0-FA45-3E2B-FEC90CD94788}"/>
                </a:ext>
              </a:extLst>
            </p:cNvPr>
            <p:cNvSpPr/>
            <p:nvPr/>
          </p:nvSpPr>
          <p:spPr>
            <a:xfrm>
              <a:off x="8026178" y="1507838"/>
              <a:ext cx="120064" cy="175491"/>
            </a:xfrm>
            <a:prstGeom prst="ellips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A8696C1-45A2-DF58-EF88-CC6EC1CEF0AE}"/>
                </a:ext>
              </a:extLst>
            </p:cNvPr>
            <p:cNvSpPr/>
            <p:nvPr/>
          </p:nvSpPr>
          <p:spPr>
            <a:xfrm>
              <a:off x="8312535" y="1539071"/>
              <a:ext cx="120064" cy="175491"/>
            </a:xfrm>
            <a:prstGeom prst="ellips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E9DDD609-E629-0E6D-E26B-D301FFD28D15}"/>
                </a:ext>
              </a:extLst>
            </p:cNvPr>
            <p:cNvSpPr/>
            <p:nvPr/>
          </p:nvSpPr>
          <p:spPr>
            <a:xfrm>
              <a:off x="8003306" y="2055087"/>
              <a:ext cx="120064" cy="175491"/>
            </a:xfrm>
            <a:prstGeom prst="ellipse">
              <a:avLst/>
            </a:prstGeom>
            <a:solidFill>
              <a:srgbClr val="E24912"/>
            </a:solidFill>
            <a:ln>
              <a:solidFill>
                <a:srgbClr val="E249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93354960-3502-E210-B0D8-7C013BB814A9}"/>
                </a:ext>
              </a:extLst>
            </p:cNvPr>
            <p:cNvSpPr/>
            <p:nvPr/>
          </p:nvSpPr>
          <p:spPr>
            <a:xfrm>
              <a:off x="8151069" y="2055087"/>
              <a:ext cx="120064" cy="175491"/>
            </a:xfrm>
            <a:prstGeom prst="ellipse">
              <a:avLst/>
            </a:prstGeom>
            <a:solidFill>
              <a:srgbClr val="E24912"/>
            </a:solidFill>
            <a:ln>
              <a:solidFill>
                <a:srgbClr val="E249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2E1BD29E-FACB-BC0D-7E51-5701C908AD6F}"/>
                </a:ext>
              </a:extLst>
            </p:cNvPr>
            <p:cNvSpPr/>
            <p:nvPr/>
          </p:nvSpPr>
          <p:spPr>
            <a:xfrm>
              <a:off x="8077188" y="2241814"/>
              <a:ext cx="120064" cy="175491"/>
            </a:xfrm>
            <a:prstGeom prst="ellipse">
              <a:avLst/>
            </a:prstGeom>
            <a:solidFill>
              <a:srgbClr val="E24912"/>
            </a:solidFill>
            <a:ln>
              <a:solidFill>
                <a:srgbClr val="E249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74DD9740-C937-1278-90E7-A00122FB4A19}"/>
                </a:ext>
              </a:extLst>
            </p:cNvPr>
            <p:cNvSpPr/>
            <p:nvPr/>
          </p:nvSpPr>
          <p:spPr>
            <a:xfrm>
              <a:off x="7285077" y="1861130"/>
              <a:ext cx="120064" cy="175491"/>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70C709D2-BC1F-0BF9-D28E-EB80EA16BE88}"/>
                </a:ext>
              </a:extLst>
            </p:cNvPr>
            <p:cNvCxnSpPr>
              <a:cxnSpLocks/>
              <a:stCxn id="35" idx="1"/>
              <a:endCxn id="28" idx="0"/>
            </p:cNvCxnSpPr>
            <p:nvPr/>
          </p:nvCxnSpPr>
          <p:spPr>
            <a:xfrm flipH="1" flipV="1">
              <a:off x="7273623" y="1516763"/>
              <a:ext cx="29037" cy="37006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687D73D-EA5E-6932-AA51-7B21931367E6}"/>
                </a:ext>
              </a:extLst>
            </p:cNvPr>
            <p:cNvCxnSpPr>
              <a:stCxn id="35" idx="0"/>
              <a:endCxn id="27" idx="5"/>
            </p:cNvCxnSpPr>
            <p:nvPr/>
          </p:nvCxnSpPr>
          <p:spPr>
            <a:xfrm flipV="1">
              <a:off x="7345109" y="1479827"/>
              <a:ext cx="44844" cy="38130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E4B2026-9325-A3E3-155C-A56AE9AC1377}"/>
                </a:ext>
              </a:extLst>
            </p:cNvPr>
            <p:cNvCxnSpPr>
              <a:stCxn id="35" idx="2"/>
              <a:endCxn id="26" idx="2"/>
            </p:cNvCxnSpPr>
            <p:nvPr/>
          </p:nvCxnSpPr>
          <p:spPr>
            <a:xfrm flipH="1" flipV="1">
              <a:off x="7139709" y="1417782"/>
              <a:ext cx="145368" cy="531094"/>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7F8770B-11EE-C0E6-525F-F749BD2E82BF}"/>
                </a:ext>
              </a:extLst>
            </p:cNvPr>
            <p:cNvCxnSpPr>
              <a:stCxn id="35" idx="7"/>
              <a:endCxn id="29" idx="2"/>
            </p:cNvCxnSpPr>
            <p:nvPr/>
          </p:nvCxnSpPr>
          <p:spPr>
            <a:xfrm flipV="1">
              <a:off x="7387558" y="1322017"/>
              <a:ext cx="620177" cy="56481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7B8F21B-67CE-A821-CA97-C7842F83CD0C}"/>
                </a:ext>
              </a:extLst>
            </p:cNvPr>
            <p:cNvCxnSpPr>
              <a:stCxn id="35" idx="7"/>
              <a:endCxn id="30" idx="6"/>
            </p:cNvCxnSpPr>
            <p:nvPr/>
          </p:nvCxnSpPr>
          <p:spPr>
            <a:xfrm flipV="1">
              <a:off x="7387558" y="1595584"/>
              <a:ext cx="758684" cy="2912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2002362-E61A-ED98-6647-67F4321A0CC5}"/>
                </a:ext>
              </a:extLst>
            </p:cNvPr>
            <p:cNvCxnSpPr>
              <a:stCxn id="35" idx="6"/>
              <a:endCxn id="31" idx="2"/>
            </p:cNvCxnSpPr>
            <p:nvPr/>
          </p:nvCxnSpPr>
          <p:spPr>
            <a:xfrm flipV="1">
              <a:off x="7405141" y="1626817"/>
              <a:ext cx="907394" cy="322059"/>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561EB36-D8DA-D22E-C980-CFCC60F15DDD}"/>
                </a:ext>
              </a:extLst>
            </p:cNvPr>
            <p:cNvCxnSpPr>
              <a:stCxn id="35" idx="6"/>
              <a:endCxn id="32" idx="1"/>
            </p:cNvCxnSpPr>
            <p:nvPr/>
          </p:nvCxnSpPr>
          <p:spPr>
            <a:xfrm>
              <a:off x="7405141" y="1948876"/>
              <a:ext cx="615748" cy="13191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0D06274-31AC-EFCA-DB8F-30840B8F9B3C}"/>
                </a:ext>
              </a:extLst>
            </p:cNvPr>
            <p:cNvCxnSpPr>
              <a:stCxn id="35" idx="6"/>
              <a:endCxn id="34" idx="2"/>
            </p:cNvCxnSpPr>
            <p:nvPr/>
          </p:nvCxnSpPr>
          <p:spPr>
            <a:xfrm>
              <a:off x="7405141" y="1948876"/>
              <a:ext cx="672047" cy="380684"/>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2AE4CDD-2D10-5C46-DB0D-8E1C141BEC50}"/>
                </a:ext>
              </a:extLst>
            </p:cNvPr>
            <p:cNvCxnSpPr>
              <a:stCxn id="35" idx="6"/>
              <a:endCxn id="33" idx="5"/>
            </p:cNvCxnSpPr>
            <p:nvPr/>
          </p:nvCxnSpPr>
          <p:spPr>
            <a:xfrm>
              <a:off x="7405141" y="1948876"/>
              <a:ext cx="848409" cy="256002"/>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E21F4D6-139D-AA74-DCFE-48E61E750F00}"/>
                </a:ext>
              </a:extLst>
            </p:cNvPr>
            <p:cNvSpPr txBox="1"/>
            <p:nvPr/>
          </p:nvSpPr>
          <p:spPr>
            <a:xfrm>
              <a:off x="7327526" y="1633958"/>
              <a:ext cx="262128" cy="153888"/>
            </a:xfrm>
            <a:prstGeom prst="rect">
              <a:avLst/>
            </a:prstGeom>
            <a:noFill/>
          </p:spPr>
          <p:txBody>
            <a:bodyPr wrap="square" rtlCol="0">
              <a:spAutoFit/>
            </a:bodyPr>
            <a:lstStyle/>
            <a:p>
              <a:r>
                <a:rPr lang="en-US" sz="400"/>
                <a:t>2.4</a:t>
              </a:r>
            </a:p>
          </p:txBody>
        </p:sp>
        <p:sp>
          <p:nvSpPr>
            <p:cNvPr id="46" name="TextBox 45">
              <a:extLst>
                <a:ext uri="{FF2B5EF4-FFF2-40B4-BE49-F238E27FC236}">
                  <a16:creationId xmlns:a16="http://schemas.microsoft.com/office/drawing/2014/main" id="{1A34FF04-F6AC-71DA-2E6A-FE7DD31E8B42}"/>
                </a:ext>
              </a:extLst>
            </p:cNvPr>
            <p:cNvSpPr txBox="1"/>
            <p:nvPr/>
          </p:nvSpPr>
          <p:spPr>
            <a:xfrm>
              <a:off x="7011495" y="1761917"/>
              <a:ext cx="262128" cy="153888"/>
            </a:xfrm>
            <a:prstGeom prst="rect">
              <a:avLst/>
            </a:prstGeom>
            <a:noFill/>
          </p:spPr>
          <p:txBody>
            <a:bodyPr wrap="square" rtlCol="0">
              <a:spAutoFit/>
            </a:bodyPr>
            <a:lstStyle/>
            <a:p>
              <a:r>
                <a:rPr lang="en-US" sz="400"/>
                <a:t>2.1</a:t>
              </a:r>
            </a:p>
          </p:txBody>
        </p:sp>
        <p:sp>
          <p:nvSpPr>
            <p:cNvPr id="47" name="TextBox 46">
              <a:extLst>
                <a:ext uri="{FF2B5EF4-FFF2-40B4-BE49-F238E27FC236}">
                  <a16:creationId xmlns:a16="http://schemas.microsoft.com/office/drawing/2014/main" id="{9D8ED056-0B22-72DB-96FC-9D4E9BA6975F}"/>
                </a:ext>
              </a:extLst>
            </p:cNvPr>
            <p:cNvSpPr txBox="1"/>
            <p:nvPr/>
          </p:nvSpPr>
          <p:spPr>
            <a:xfrm>
              <a:off x="7692361" y="1786358"/>
              <a:ext cx="262128" cy="153888"/>
            </a:xfrm>
            <a:prstGeom prst="rect">
              <a:avLst/>
            </a:prstGeom>
            <a:noFill/>
          </p:spPr>
          <p:txBody>
            <a:bodyPr wrap="square" rtlCol="0">
              <a:spAutoFit/>
            </a:bodyPr>
            <a:lstStyle/>
            <a:p>
              <a:r>
                <a:rPr lang="en-US" sz="400"/>
                <a:t>3.2</a:t>
              </a:r>
            </a:p>
          </p:txBody>
        </p:sp>
        <p:sp>
          <p:nvSpPr>
            <p:cNvPr id="48" name="TextBox 47">
              <a:extLst>
                <a:ext uri="{FF2B5EF4-FFF2-40B4-BE49-F238E27FC236}">
                  <a16:creationId xmlns:a16="http://schemas.microsoft.com/office/drawing/2014/main" id="{C5A80F94-277B-EAA8-D485-63D823C76B55}"/>
                </a:ext>
              </a:extLst>
            </p:cNvPr>
            <p:cNvSpPr txBox="1"/>
            <p:nvPr/>
          </p:nvSpPr>
          <p:spPr>
            <a:xfrm>
              <a:off x="7479926" y="2054210"/>
              <a:ext cx="262128" cy="153888"/>
            </a:xfrm>
            <a:prstGeom prst="rect">
              <a:avLst/>
            </a:prstGeom>
            <a:noFill/>
          </p:spPr>
          <p:txBody>
            <a:bodyPr wrap="square" rtlCol="0">
              <a:spAutoFit/>
            </a:bodyPr>
            <a:lstStyle/>
            <a:p>
              <a:r>
                <a:rPr lang="en-US" sz="400"/>
                <a:t>5.0</a:t>
              </a:r>
            </a:p>
          </p:txBody>
        </p:sp>
        <p:sp>
          <p:nvSpPr>
            <p:cNvPr id="49" name="TextBox 48">
              <a:extLst>
                <a:ext uri="{FF2B5EF4-FFF2-40B4-BE49-F238E27FC236}">
                  <a16:creationId xmlns:a16="http://schemas.microsoft.com/office/drawing/2014/main" id="{476322C4-0666-4761-CE85-7F95D2D698F4}"/>
                </a:ext>
              </a:extLst>
            </p:cNvPr>
            <p:cNvSpPr txBox="1"/>
            <p:nvPr/>
          </p:nvSpPr>
          <p:spPr>
            <a:xfrm>
              <a:off x="6425214" y="1595584"/>
              <a:ext cx="411678" cy="253916"/>
            </a:xfrm>
            <a:prstGeom prst="rect">
              <a:avLst/>
            </a:prstGeom>
            <a:noFill/>
          </p:spPr>
          <p:txBody>
            <a:bodyPr wrap="square" rtlCol="0">
              <a:spAutoFit/>
            </a:bodyPr>
            <a:lstStyle/>
            <a:p>
              <a:r>
                <a:rPr lang="en-US" sz="1050"/>
                <a:t>x</a:t>
              </a:r>
              <a:r>
                <a:rPr lang="en-US" sz="1050" baseline="-25000"/>
                <a:t>2</a:t>
              </a:r>
            </a:p>
          </p:txBody>
        </p:sp>
        <p:sp>
          <p:nvSpPr>
            <p:cNvPr id="50" name="TextBox 49">
              <a:extLst>
                <a:ext uri="{FF2B5EF4-FFF2-40B4-BE49-F238E27FC236}">
                  <a16:creationId xmlns:a16="http://schemas.microsoft.com/office/drawing/2014/main" id="{2C03B459-DA50-4328-A990-88572E1E5DB5}"/>
                </a:ext>
              </a:extLst>
            </p:cNvPr>
            <p:cNvSpPr txBox="1"/>
            <p:nvPr/>
          </p:nvSpPr>
          <p:spPr>
            <a:xfrm>
              <a:off x="7617586" y="2512689"/>
              <a:ext cx="411678" cy="253916"/>
            </a:xfrm>
            <a:prstGeom prst="rect">
              <a:avLst/>
            </a:prstGeom>
            <a:noFill/>
          </p:spPr>
          <p:txBody>
            <a:bodyPr wrap="square" rtlCol="0">
              <a:spAutoFit/>
            </a:bodyPr>
            <a:lstStyle/>
            <a:p>
              <a:r>
                <a:rPr lang="en-US" sz="1050"/>
                <a:t>x</a:t>
              </a:r>
              <a:r>
                <a:rPr lang="en-US" sz="1050" baseline="-25000"/>
                <a:t>1</a:t>
              </a:r>
            </a:p>
          </p:txBody>
        </p:sp>
      </p:grpSp>
      <p:sp>
        <p:nvSpPr>
          <p:cNvPr id="51" name="TextBox 50">
            <a:extLst>
              <a:ext uri="{FF2B5EF4-FFF2-40B4-BE49-F238E27FC236}">
                <a16:creationId xmlns:a16="http://schemas.microsoft.com/office/drawing/2014/main" id="{7FA7FFBD-BA4F-F874-E094-F71C43778E4A}"/>
              </a:ext>
            </a:extLst>
          </p:cNvPr>
          <p:cNvSpPr txBox="1"/>
          <p:nvPr/>
        </p:nvSpPr>
        <p:spPr>
          <a:xfrm>
            <a:off x="6353204" y="983175"/>
            <a:ext cx="5780040" cy="461665"/>
          </a:xfrm>
          <a:prstGeom prst="rect">
            <a:avLst/>
          </a:prstGeom>
          <a:solidFill>
            <a:schemeClr val="bg2">
              <a:lumMod val="20000"/>
              <a:lumOff val="80000"/>
            </a:schemeClr>
          </a:solidFill>
        </p:spPr>
        <p:txBody>
          <a:bodyPr wrap="square" rtlCol="0">
            <a:spAutoFit/>
          </a:bodyPr>
          <a:lstStyle/>
          <a:p>
            <a:r>
              <a:rPr lang="en-US" sz="1200" b="1"/>
              <a:t>Let us try to classify the grey point given 3 classes marked with respective colors</a:t>
            </a:r>
          </a:p>
        </p:txBody>
      </p:sp>
      <p:sp>
        <p:nvSpPr>
          <p:cNvPr id="52" name="TextBox 51">
            <a:extLst>
              <a:ext uri="{FF2B5EF4-FFF2-40B4-BE49-F238E27FC236}">
                <a16:creationId xmlns:a16="http://schemas.microsoft.com/office/drawing/2014/main" id="{2E385E43-17BE-54C0-070C-B2F80AE7E06E}"/>
              </a:ext>
            </a:extLst>
          </p:cNvPr>
          <p:cNvSpPr txBox="1"/>
          <p:nvPr/>
        </p:nvSpPr>
        <p:spPr>
          <a:xfrm>
            <a:off x="7015254" y="1577824"/>
            <a:ext cx="1999458" cy="461665"/>
          </a:xfrm>
          <a:prstGeom prst="rect">
            <a:avLst/>
          </a:prstGeom>
          <a:noFill/>
        </p:spPr>
        <p:txBody>
          <a:bodyPr wrap="square" rtlCol="0">
            <a:spAutoFit/>
          </a:bodyPr>
          <a:lstStyle/>
          <a:p>
            <a:r>
              <a:rPr lang="en-US" sz="1200" b="1"/>
              <a:t>Step 1</a:t>
            </a:r>
            <a:r>
              <a:rPr lang="en-US" sz="1200"/>
              <a:t>: Visualize the data given the input vector</a:t>
            </a:r>
          </a:p>
        </p:txBody>
      </p:sp>
      <p:sp>
        <p:nvSpPr>
          <p:cNvPr id="53" name="TextBox 52">
            <a:extLst>
              <a:ext uri="{FF2B5EF4-FFF2-40B4-BE49-F238E27FC236}">
                <a16:creationId xmlns:a16="http://schemas.microsoft.com/office/drawing/2014/main" id="{B61B2065-4532-08BB-1021-3DB796219869}"/>
              </a:ext>
            </a:extLst>
          </p:cNvPr>
          <p:cNvSpPr txBox="1"/>
          <p:nvPr/>
        </p:nvSpPr>
        <p:spPr>
          <a:xfrm>
            <a:off x="9569967" y="1455434"/>
            <a:ext cx="2563277" cy="461665"/>
          </a:xfrm>
          <a:prstGeom prst="rect">
            <a:avLst/>
          </a:prstGeom>
          <a:noFill/>
        </p:spPr>
        <p:txBody>
          <a:bodyPr wrap="square" rtlCol="0">
            <a:spAutoFit/>
          </a:bodyPr>
          <a:lstStyle/>
          <a:p>
            <a:r>
              <a:rPr lang="en-US" sz="1200" b="1"/>
              <a:t>Step 2</a:t>
            </a:r>
            <a:r>
              <a:rPr lang="en-US" sz="1200"/>
              <a:t>: Compute the distance from each point in the vector space</a:t>
            </a:r>
          </a:p>
        </p:txBody>
      </p:sp>
      <p:cxnSp>
        <p:nvCxnSpPr>
          <p:cNvPr id="54" name="Straight Arrow Connector 53">
            <a:extLst>
              <a:ext uri="{FF2B5EF4-FFF2-40B4-BE49-F238E27FC236}">
                <a16:creationId xmlns:a16="http://schemas.microsoft.com/office/drawing/2014/main" id="{791F84FE-9C36-7088-90D5-F33A9C951BBF}"/>
              </a:ext>
            </a:extLst>
          </p:cNvPr>
          <p:cNvCxnSpPr/>
          <p:nvPr/>
        </p:nvCxnSpPr>
        <p:spPr>
          <a:xfrm flipV="1">
            <a:off x="7077694" y="4832022"/>
            <a:ext cx="0" cy="14962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A954C37-3C0D-45C4-AF91-E967EB6EF179}"/>
              </a:ext>
            </a:extLst>
          </p:cNvPr>
          <p:cNvCxnSpPr/>
          <p:nvPr/>
        </p:nvCxnSpPr>
        <p:spPr>
          <a:xfrm>
            <a:off x="7086930" y="6319077"/>
            <a:ext cx="16902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C7E93B8E-7F3F-71F3-DE38-9FC1A3430D7B}"/>
              </a:ext>
            </a:extLst>
          </p:cNvPr>
          <p:cNvSpPr/>
          <p:nvPr/>
        </p:nvSpPr>
        <p:spPr>
          <a:xfrm>
            <a:off x="7561891" y="5355493"/>
            <a:ext cx="120064" cy="175491"/>
          </a:xfrm>
          <a:prstGeom prst="ellipse">
            <a:avLst/>
          </a:prstGeom>
          <a:solidFill>
            <a:srgbClr val="F6DA14"/>
          </a:solidFill>
          <a:ln>
            <a:solidFill>
              <a:srgbClr val="F6DA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6FF55EAD-1358-68C3-BD89-EC483A7E1C8F}"/>
              </a:ext>
            </a:extLst>
          </p:cNvPr>
          <p:cNvSpPr/>
          <p:nvPr/>
        </p:nvSpPr>
        <p:spPr>
          <a:xfrm>
            <a:off x="7419430" y="5397440"/>
            <a:ext cx="120064" cy="175491"/>
          </a:xfrm>
          <a:prstGeom prst="ellipse">
            <a:avLst/>
          </a:prstGeom>
          <a:solidFill>
            <a:srgbClr val="F6DA14"/>
          </a:solidFill>
          <a:ln>
            <a:solidFill>
              <a:srgbClr val="F6DA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CDA3BB90-E7A7-07AB-A432-CE45E936D41E}"/>
              </a:ext>
            </a:extLst>
          </p:cNvPr>
          <p:cNvSpPr/>
          <p:nvPr/>
        </p:nvSpPr>
        <p:spPr>
          <a:xfrm>
            <a:off x="8232017" y="5388515"/>
            <a:ext cx="120064" cy="175491"/>
          </a:xfrm>
          <a:prstGeom prst="ellips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E6F72AEB-B516-DCAE-3A51-E0167409925B}"/>
              </a:ext>
            </a:extLst>
          </p:cNvPr>
          <p:cNvSpPr/>
          <p:nvPr/>
        </p:nvSpPr>
        <p:spPr>
          <a:xfrm>
            <a:off x="8209145" y="5935764"/>
            <a:ext cx="120064" cy="175491"/>
          </a:xfrm>
          <a:prstGeom prst="ellipse">
            <a:avLst/>
          </a:prstGeom>
          <a:solidFill>
            <a:srgbClr val="E24912"/>
          </a:solidFill>
          <a:ln>
            <a:solidFill>
              <a:srgbClr val="E249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FC1FDBC5-531C-B7F5-9798-8E2696F34000}"/>
              </a:ext>
            </a:extLst>
          </p:cNvPr>
          <p:cNvSpPr/>
          <p:nvPr/>
        </p:nvSpPr>
        <p:spPr>
          <a:xfrm>
            <a:off x="7490916" y="5741807"/>
            <a:ext cx="120064" cy="175491"/>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a:extLst>
              <a:ext uri="{FF2B5EF4-FFF2-40B4-BE49-F238E27FC236}">
                <a16:creationId xmlns:a16="http://schemas.microsoft.com/office/drawing/2014/main" id="{24DEA38E-2833-0CF9-39E2-53A9FB24EB73}"/>
              </a:ext>
            </a:extLst>
          </p:cNvPr>
          <p:cNvCxnSpPr>
            <a:cxnSpLocks/>
            <a:stCxn id="60" idx="1"/>
            <a:endCxn id="57" idx="4"/>
          </p:cNvCxnSpPr>
          <p:nvPr/>
        </p:nvCxnSpPr>
        <p:spPr>
          <a:xfrm flipH="1" flipV="1">
            <a:off x="7479462" y="5572931"/>
            <a:ext cx="29037" cy="19457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A49A9B-C4D5-1B22-9739-6552DA88CC6A}"/>
              </a:ext>
            </a:extLst>
          </p:cNvPr>
          <p:cNvCxnSpPr>
            <a:cxnSpLocks/>
            <a:stCxn id="60" idx="0"/>
            <a:endCxn id="56" idx="4"/>
          </p:cNvCxnSpPr>
          <p:nvPr/>
        </p:nvCxnSpPr>
        <p:spPr>
          <a:xfrm flipV="1">
            <a:off x="7550948" y="5530984"/>
            <a:ext cx="70975" cy="21082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25DD5CE-1C45-CE19-B869-7582A1C2B8A7}"/>
              </a:ext>
            </a:extLst>
          </p:cNvPr>
          <p:cNvCxnSpPr>
            <a:cxnSpLocks/>
          </p:cNvCxnSpPr>
          <p:nvPr/>
        </p:nvCxnSpPr>
        <p:spPr>
          <a:xfrm flipV="1">
            <a:off x="7594923" y="5539073"/>
            <a:ext cx="656203" cy="22920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AD860FA-AACE-A443-C712-C55D49629526}"/>
              </a:ext>
            </a:extLst>
          </p:cNvPr>
          <p:cNvCxnSpPr>
            <a:stCxn id="60" idx="6"/>
            <a:endCxn id="59" idx="1"/>
          </p:cNvCxnSpPr>
          <p:nvPr/>
        </p:nvCxnSpPr>
        <p:spPr>
          <a:xfrm>
            <a:off x="7610980" y="5829553"/>
            <a:ext cx="615748" cy="13191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44491616-72D2-A942-0C90-D1DC8C09C4EB}"/>
              </a:ext>
            </a:extLst>
          </p:cNvPr>
          <p:cNvSpPr txBox="1"/>
          <p:nvPr/>
        </p:nvSpPr>
        <p:spPr>
          <a:xfrm>
            <a:off x="7561297" y="5574808"/>
            <a:ext cx="262128" cy="153888"/>
          </a:xfrm>
          <a:prstGeom prst="rect">
            <a:avLst/>
          </a:prstGeom>
          <a:noFill/>
        </p:spPr>
        <p:txBody>
          <a:bodyPr wrap="square" rtlCol="0">
            <a:spAutoFit/>
          </a:bodyPr>
          <a:lstStyle/>
          <a:p>
            <a:r>
              <a:rPr lang="en-US" sz="400"/>
              <a:t>2.1</a:t>
            </a:r>
          </a:p>
        </p:txBody>
      </p:sp>
      <p:sp>
        <p:nvSpPr>
          <p:cNvPr id="66" name="TextBox 65">
            <a:extLst>
              <a:ext uri="{FF2B5EF4-FFF2-40B4-BE49-F238E27FC236}">
                <a16:creationId xmlns:a16="http://schemas.microsoft.com/office/drawing/2014/main" id="{78162ED2-44C3-D66C-9A72-CB7975BF89A0}"/>
              </a:ext>
            </a:extLst>
          </p:cNvPr>
          <p:cNvSpPr txBox="1"/>
          <p:nvPr/>
        </p:nvSpPr>
        <p:spPr>
          <a:xfrm>
            <a:off x="7217334" y="5642594"/>
            <a:ext cx="262128" cy="153888"/>
          </a:xfrm>
          <a:prstGeom prst="rect">
            <a:avLst/>
          </a:prstGeom>
          <a:noFill/>
        </p:spPr>
        <p:txBody>
          <a:bodyPr wrap="square" rtlCol="0">
            <a:spAutoFit/>
          </a:bodyPr>
          <a:lstStyle/>
          <a:p>
            <a:r>
              <a:rPr lang="en-US" sz="400"/>
              <a:t>1.8</a:t>
            </a:r>
          </a:p>
        </p:txBody>
      </p:sp>
      <p:sp>
        <p:nvSpPr>
          <p:cNvPr id="67" name="TextBox 66">
            <a:extLst>
              <a:ext uri="{FF2B5EF4-FFF2-40B4-BE49-F238E27FC236}">
                <a16:creationId xmlns:a16="http://schemas.microsoft.com/office/drawing/2014/main" id="{F15E80D5-11D6-7CCB-6D5C-AB8D32FDE842}"/>
              </a:ext>
            </a:extLst>
          </p:cNvPr>
          <p:cNvSpPr txBox="1"/>
          <p:nvPr/>
        </p:nvSpPr>
        <p:spPr>
          <a:xfrm>
            <a:off x="7898200" y="5590835"/>
            <a:ext cx="262128" cy="153888"/>
          </a:xfrm>
          <a:prstGeom prst="rect">
            <a:avLst/>
          </a:prstGeom>
          <a:noFill/>
        </p:spPr>
        <p:txBody>
          <a:bodyPr wrap="square" rtlCol="0">
            <a:spAutoFit/>
          </a:bodyPr>
          <a:lstStyle/>
          <a:p>
            <a:r>
              <a:rPr lang="en-US" sz="400"/>
              <a:t>5.2</a:t>
            </a:r>
          </a:p>
        </p:txBody>
      </p:sp>
      <p:sp>
        <p:nvSpPr>
          <p:cNvPr id="68" name="TextBox 67">
            <a:extLst>
              <a:ext uri="{FF2B5EF4-FFF2-40B4-BE49-F238E27FC236}">
                <a16:creationId xmlns:a16="http://schemas.microsoft.com/office/drawing/2014/main" id="{B21AB6FD-9A54-A97F-2C36-F3CA084CDD70}"/>
              </a:ext>
            </a:extLst>
          </p:cNvPr>
          <p:cNvSpPr txBox="1"/>
          <p:nvPr/>
        </p:nvSpPr>
        <p:spPr>
          <a:xfrm>
            <a:off x="7964600" y="5823879"/>
            <a:ext cx="262128" cy="153888"/>
          </a:xfrm>
          <a:prstGeom prst="rect">
            <a:avLst/>
          </a:prstGeom>
          <a:noFill/>
        </p:spPr>
        <p:txBody>
          <a:bodyPr wrap="square" rtlCol="0">
            <a:spAutoFit/>
          </a:bodyPr>
          <a:lstStyle/>
          <a:p>
            <a:r>
              <a:rPr lang="en-US" sz="400"/>
              <a:t>3.0</a:t>
            </a:r>
          </a:p>
        </p:txBody>
      </p:sp>
      <p:sp>
        <p:nvSpPr>
          <p:cNvPr id="69" name="TextBox 68">
            <a:extLst>
              <a:ext uri="{FF2B5EF4-FFF2-40B4-BE49-F238E27FC236}">
                <a16:creationId xmlns:a16="http://schemas.microsoft.com/office/drawing/2014/main" id="{851104C7-D35B-4A23-0DEF-56270F38AA66}"/>
              </a:ext>
            </a:extLst>
          </p:cNvPr>
          <p:cNvSpPr txBox="1"/>
          <p:nvPr/>
        </p:nvSpPr>
        <p:spPr>
          <a:xfrm>
            <a:off x="6631053" y="5476261"/>
            <a:ext cx="411678" cy="253916"/>
          </a:xfrm>
          <a:prstGeom prst="rect">
            <a:avLst/>
          </a:prstGeom>
          <a:noFill/>
        </p:spPr>
        <p:txBody>
          <a:bodyPr wrap="square" rtlCol="0">
            <a:spAutoFit/>
          </a:bodyPr>
          <a:lstStyle/>
          <a:p>
            <a:r>
              <a:rPr lang="en-US" sz="1050"/>
              <a:t>x</a:t>
            </a:r>
            <a:r>
              <a:rPr lang="en-US" sz="1050" baseline="-25000"/>
              <a:t>2</a:t>
            </a:r>
          </a:p>
        </p:txBody>
      </p:sp>
      <p:sp>
        <p:nvSpPr>
          <p:cNvPr id="70" name="TextBox 69">
            <a:extLst>
              <a:ext uri="{FF2B5EF4-FFF2-40B4-BE49-F238E27FC236}">
                <a16:creationId xmlns:a16="http://schemas.microsoft.com/office/drawing/2014/main" id="{BBEE6FAB-8A27-ABD6-6AC1-E8558F112B10}"/>
              </a:ext>
            </a:extLst>
          </p:cNvPr>
          <p:cNvSpPr txBox="1"/>
          <p:nvPr/>
        </p:nvSpPr>
        <p:spPr>
          <a:xfrm>
            <a:off x="7823425" y="6393366"/>
            <a:ext cx="411678" cy="253916"/>
          </a:xfrm>
          <a:prstGeom prst="rect">
            <a:avLst/>
          </a:prstGeom>
          <a:noFill/>
        </p:spPr>
        <p:txBody>
          <a:bodyPr wrap="square" rtlCol="0">
            <a:spAutoFit/>
          </a:bodyPr>
          <a:lstStyle/>
          <a:p>
            <a:r>
              <a:rPr lang="en-US" sz="1050"/>
              <a:t>x</a:t>
            </a:r>
            <a:r>
              <a:rPr lang="en-US" sz="1050" baseline="-25000"/>
              <a:t>1</a:t>
            </a:r>
          </a:p>
        </p:txBody>
      </p:sp>
      <p:sp>
        <p:nvSpPr>
          <p:cNvPr id="71" name="TextBox 70">
            <a:extLst>
              <a:ext uri="{FF2B5EF4-FFF2-40B4-BE49-F238E27FC236}">
                <a16:creationId xmlns:a16="http://schemas.microsoft.com/office/drawing/2014/main" id="{246B67DD-E191-812C-109A-0A4F751E93E8}"/>
              </a:ext>
            </a:extLst>
          </p:cNvPr>
          <p:cNvSpPr txBox="1"/>
          <p:nvPr/>
        </p:nvSpPr>
        <p:spPr>
          <a:xfrm>
            <a:off x="7015254" y="4302584"/>
            <a:ext cx="1904769" cy="461665"/>
          </a:xfrm>
          <a:prstGeom prst="rect">
            <a:avLst/>
          </a:prstGeom>
          <a:noFill/>
        </p:spPr>
        <p:txBody>
          <a:bodyPr wrap="square" rtlCol="0">
            <a:spAutoFit/>
          </a:bodyPr>
          <a:lstStyle/>
          <a:p>
            <a:r>
              <a:rPr lang="en-US" sz="1200" b="1"/>
              <a:t>Step 3</a:t>
            </a:r>
            <a:r>
              <a:rPr lang="en-US" sz="1200"/>
              <a:t>: Rank the closest neighbors</a:t>
            </a:r>
          </a:p>
        </p:txBody>
      </p:sp>
      <p:cxnSp>
        <p:nvCxnSpPr>
          <p:cNvPr id="72" name="Straight Arrow Connector 71">
            <a:extLst>
              <a:ext uri="{FF2B5EF4-FFF2-40B4-BE49-F238E27FC236}">
                <a16:creationId xmlns:a16="http://schemas.microsoft.com/office/drawing/2014/main" id="{0B575BB1-B6BF-F057-08F2-DE218430C056}"/>
              </a:ext>
            </a:extLst>
          </p:cNvPr>
          <p:cNvCxnSpPr/>
          <p:nvPr/>
        </p:nvCxnSpPr>
        <p:spPr>
          <a:xfrm flipV="1">
            <a:off x="9446819" y="4808932"/>
            <a:ext cx="0" cy="14962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777C6083-8746-9D17-625C-F3B17D24D1B8}"/>
              </a:ext>
            </a:extLst>
          </p:cNvPr>
          <p:cNvCxnSpPr/>
          <p:nvPr/>
        </p:nvCxnSpPr>
        <p:spPr>
          <a:xfrm>
            <a:off x="9456055" y="6295987"/>
            <a:ext cx="16902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F2DFCC5B-CD31-0670-3029-0AC54BE64FBD}"/>
              </a:ext>
            </a:extLst>
          </p:cNvPr>
          <p:cNvSpPr/>
          <p:nvPr/>
        </p:nvSpPr>
        <p:spPr>
          <a:xfrm>
            <a:off x="9931016" y="5332403"/>
            <a:ext cx="120064" cy="175491"/>
          </a:xfrm>
          <a:prstGeom prst="ellipse">
            <a:avLst/>
          </a:prstGeom>
          <a:solidFill>
            <a:srgbClr val="F6DA14"/>
          </a:solidFill>
          <a:ln>
            <a:solidFill>
              <a:srgbClr val="F6DA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53B37B08-3D92-A762-58DD-2DC5C95291AE}"/>
              </a:ext>
            </a:extLst>
          </p:cNvPr>
          <p:cNvSpPr/>
          <p:nvPr/>
        </p:nvSpPr>
        <p:spPr>
          <a:xfrm>
            <a:off x="9788555" y="5374350"/>
            <a:ext cx="120064" cy="175491"/>
          </a:xfrm>
          <a:prstGeom prst="ellipse">
            <a:avLst/>
          </a:prstGeom>
          <a:solidFill>
            <a:srgbClr val="F6DA14"/>
          </a:solidFill>
          <a:ln>
            <a:solidFill>
              <a:srgbClr val="F6DA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8CF35F86-02C9-5969-658C-037D435F202D}"/>
              </a:ext>
            </a:extLst>
          </p:cNvPr>
          <p:cNvSpPr/>
          <p:nvPr/>
        </p:nvSpPr>
        <p:spPr>
          <a:xfrm>
            <a:off x="10388281" y="5428517"/>
            <a:ext cx="120064" cy="175491"/>
          </a:xfrm>
          <a:prstGeom prst="ellips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BAF8A97B-D51F-0E1B-DB8E-DDA7CEE30A52}"/>
              </a:ext>
            </a:extLst>
          </p:cNvPr>
          <p:cNvSpPr/>
          <p:nvPr/>
        </p:nvSpPr>
        <p:spPr>
          <a:xfrm>
            <a:off x="10490107" y="5912848"/>
            <a:ext cx="120064" cy="175491"/>
          </a:xfrm>
          <a:prstGeom prst="ellipse">
            <a:avLst/>
          </a:prstGeom>
          <a:solidFill>
            <a:srgbClr val="E24912"/>
          </a:solidFill>
          <a:ln>
            <a:solidFill>
              <a:srgbClr val="E249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795EDB1E-02B0-AA89-B3D9-2D602F2E5186}"/>
              </a:ext>
            </a:extLst>
          </p:cNvPr>
          <p:cNvSpPr/>
          <p:nvPr/>
        </p:nvSpPr>
        <p:spPr>
          <a:xfrm>
            <a:off x="9860041" y="5718717"/>
            <a:ext cx="120064" cy="175491"/>
          </a:xfrm>
          <a:prstGeom prst="ellips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Straight Connector 78">
            <a:extLst>
              <a:ext uri="{FF2B5EF4-FFF2-40B4-BE49-F238E27FC236}">
                <a16:creationId xmlns:a16="http://schemas.microsoft.com/office/drawing/2014/main" id="{6580CBD4-B5D7-83DA-C8A1-903C42AAD04E}"/>
              </a:ext>
            </a:extLst>
          </p:cNvPr>
          <p:cNvCxnSpPr>
            <a:cxnSpLocks/>
            <a:stCxn id="78" idx="1"/>
            <a:endCxn id="75" idx="4"/>
          </p:cNvCxnSpPr>
          <p:nvPr/>
        </p:nvCxnSpPr>
        <p:spPr>
          <a:xfrm flipH="1" flipV="1">
            <a:off x="9848587" y="5549841"/>
            <a:ext cx="29037" cy="19457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C2EE570D-1814-A8D3-D2DF-06904D1B2CCF}"/>
              </a:ext>
            </a:extLst>
          </p:cNvPr>
          <p:cNvCxnSpPr>
            <a:cxnSpLocks/>
            <a:stCxn id="78" idx="0"/>
            <a:endCxn id="74" idx="4"/>
          </p:cNvCxnSpPr>
          <p:nvPr/>
        </p:nvCxnSpPr>
        <p:spPr>
          <a:xfrm flipV="1">
            <a:off x="9920073" y="5507894"/>
            <a:ext cx="70975" cy="210823"/>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B397132E-1F15-ED26-4C59-75CAF6FF3E86}"/>
              </a:ext>
            </a:extLst>
          </p:cNvPr>
          <p:cNvCxnSpPr>
            <a:cxnSpLocks/>
            <a:endCxn id="85" idx="0"/>
          </p:cNvCxnSpPr>
          <p:nvPr/>
        </p:nvCxnSpPr>
        <p:spPr>
          <a:xfrm flipV="1">
            <a:off x="9964048" y="5567745"/>
            <a:ext cx="434341" cy="177439"/>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71E8724-DA11-4736-911F-FC6476B87406}"/>
              </a:ext>
            </a:extLst>
          </p:cNvPr>
          <p:cNvCxnSpPr>
            <a:cxnSpLocks/>
            <a:stCxn id="78" idx="6"/>
            <a:endCxn id="86" idx="2"/>
          </p:cNvCxnSpPr>
          <p:nvPr/>
        </p:nvCxnSpPr>
        <p:spPr>
          <a:xfrm>
            <a:off x="9980105" y="5806463"/>
            <a:ext cx="484684" cy="148214"/>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893055B7-9BFE-63D6-17B9-C908C2C05C87}"/>
              </a:ext>
            </a:extLst>
          </p:cNvPr>
          <p:cNvSpPr txBox="1"/>
          <p:nvPr/>
        </p:nvSpPr>
        <p:spPr>
          <a:xfrm>
            <a:off x="9930422" y="5551718"/>
            <a:ext cx="262128" cy="153888"/>
          </a:xfrm>
          <a:prstGeom prst="rect">
            <a:avLst/>
          </a:prstGeom>
          <a:noFill/>
        </p:spPr>
        <p:txBody>
          <a:bodyPr wrap="square" rtlCol="0">
            <a:spAutoFit/>
          </a:bodyPr>
          <a:lstStyle/>
          <a:p>
            <a:r>
              <a:rPr lang="en-US" sz="400"/>
              <a:t>2.1</a:t>
            </a:r>
          </a:p>
        </p:txBody>
      </p:sp>
      <p:sp>
        <p:nvSpPr>
          <p:cNvPr id="84" name="TextBox 83">
            <a:extLst>
              <a:ext uri="{FF2B5EF4-FFF2-40B4-BE49-F238E27FC236}">
                <a16:creationId xmlns:a16="http://schemas.microsoft.com/office/drawing/2014/main" id="{03571C5A-C49A-7C4A-C0D8-A1B3AE3E1CCD}"/>
              </a:ext>
            </a:extLst>
          </p:cNvPr>
          <p:cNvSpPr txBox="1"/>
          <p:nvPr/>
        </p:nvSpPr>
        <p:spPr>
          <a:xfrm>
            <a:off x="9586459" y="5619504"/>
            <a:ext cx="262128" cy="153888"/>
          </a:xfrm>
          <a:prstGeom prst="rect">
            <a:avLst/>
          </a:prstGeom>
          <a:noFill/>
        </p:spPr>
        <p:txBody>
          <a:bodyPr wrap="square" rtlCol="0">
            <a:spAutoFit/>
          </a:bodyPr>
          <a:lstStyle/>
          <a:p>
            <a:r>
              <a:rPr lang="en-US" sz="400"/>
              <a:t>1.8</a:t>
            </a:r>
          </a:p>
        </p:txBody>
      </p:sp>
      <p:sp>
        <p:nvSpPr>
          <p:cNvPr id="85" name="TextBox 84">
            <a:extLst>
              <a:ext uri="{FF2B5EF4-FFF2-40B4-BE49-F238E27FC236}">
                <a16:creationId xmlns:a16="http://schemas.microsoft.com/office/drawing/2014/main" id="{BAA3630C-BA29-FEE8-F9DD-5E62F584AC52}"/>
              </a:ext>
            </a:extLst>
          </p:cNvPr>
          <p:cNvSpPr txBox="1"/>
          <p:nvPr/>
        </p:nvSpPr>
        <p:spPr>
          <a:xfrm>
            <a:off x="10267325" y="5567745"/>
            <a:ext cx="262128" cy="153888"/>
          </a:xfrm>
          <a:prstGeom prst="rect">
            <a:avLst/>
          </a:prstGeom>
          <a:noFill/>
        </p:spPr>
        <p:txBody>
          <a:bodyPr wrap="square" rtlCol="0">
            <a:spAutoFit/>
          </a:bodyPr>
          <a:lstStyle/>
          <a:p>
            <a:r>
              <a:rPr lang="en-US" sz="400"/>
              <a:t>5.2</a:t>
            </a:r>
          </a:p>
        </p:txBody>
      </p:sp>
      <p:sp>
        <p:nvSpPr>
          <p:cNvPr id="86" name="TextBox 85">
            <a:extLst>
              <a:ext uri="{FF2B5EF4-FFF2-40B4-BE49-F238E27FC236}">
                <a16:creationId xmlns:a16="http://schemas.microsoft.com/office/drawing/2014/main" id="{510D9E47-371D-20B5-4F37-5EA40C806D69}"/>
              </a:ext>
            </a:extLst>
          </p:cNvPr>
          <p:cNvSpPr txBox="1"/>
          <p:nvPr/>
        </p:nvSpPr>
        <p:spPr>
          <a:xfrm>
            <a:off x="10333725" y="5800789"/>
            <a:ext cx="262128" cy="153888"/>
          </a:xfrm>
          <a:prstGeom prst="rect">
            <a:avLst/>
          </a:prstGeom>
          <a:noFill/>
        </p:spPr>
        <p:txBody>
          <a:bodyPr wrap="square" rtlCol="0">
            <a:spAutoFit/>
          </a:bodyPr>
          <a:lstStyle/>
          <a:p>
            <a:r>
              <a:rPr lang="en-US" sz="400"/>
              <a:t>3.0</a:t>
            </a:r>
          </a:p>
        </p:txBody>
      </p:sp>
      <p:sp>
        <p:nvSpPr>
          <p:cNvPr id="87" name="TextBox 86">
            <a:extLst>
              <a:ext uri="{FF2B5EF4-FFF2-40B4-BE49-F238E27FC236}">
                <a16:creationId xmlns:a16="http://schemas.microsoft.com/office/drawing/2014/main" id="{A04C8E50-BB3B-B14D-F3E8-E086819FC202}"/>
              </a:ext>
            </a:extLst>
          </p:cNvPr>
          <p:cNvSpPr txBox="1"/>
          <p:nvPr/>
        </p:nvSpPr>
        <p:spPr>
          <a:xfrm>
            <a:off x="9000178" y="5453171"/>
            <a:ext cx="411678" cy="253916"/>
          </a:xfrm>
          <a:prstGeom prst="rect">
            <a:avLst/>
          </a:prstGeom>
          <a:noFill/>
        </p:spPr>
        <p:txBody>
          <a:bodyPr wrap="square" rtlCol="0">
            <a:spAutoFit/>
          </a:bodyPr>
          <a:lstStyle/>
          <a:p>
            <a:r>
              <a:rPr lang="en-US" sz="1050"/>
              <a:t>x</a:t>
            </a:r>
            <a:r>
              <a:rPr lang="en-US" sz="1050" baseline="-25000"/>
              <a:t>2</a:t>
            </a:r>
          </a:p>
        </p:txBody>
      </p:sp>
      <p:sp>
        <p:nvSpPr>
          <p:cNvPr id="88" name="TextBox 87">
            <a:extLst>
              <a:ext uri="{FF2B5EF4-FFF2-40B4-BE49-F238E27FC236}">
                <a16:creationId xmlns:a16="http://schemas.microsoft.com/office/drawing/2014/main" id="{F79F5B22-8F36-BE01-F394-CC310E87CD30}"/>
              </a:ext>
            </a:extLst>
          </p:cNvPr>
          <p:cNvSpPr txBox="1"/>
          <p:nvPr/>
        </p:nvSpPr>
        <p:spPr>
          <a:xfrm>
            <a:off x="10192550" y="6370276"/>
            <a:ext cx="411678" cy="253916"/>
          </a:xfrm>
          <a:prstGeom prst="rect">
            <a:avLst/>
          </a:prstGeom>
          <a:noFill/>
        </p:spPr>
        <p:txBody>
          <a:bodyPr wrap="square" rtlCol="0">
            <a:spAutoFit/>
          </a:bodyPr>
          <a:lstStyle/>
          <a:p>
            <a:r>
              <a:rPr lang="en-US" sz="1050"/>
              <a:t>x</a:t>
            </a:r>
            <a:r>
              <a:rPr lang="en-US" sz="1050" baseline="-25000"/>
              <a:t>1</a:t>
            </a:r>
          </a:p>
        </p:txBody>
      </p:sp>
      <p:sp>
        <p:nvSpPr>
          <p:cNvPr id="89" name="TextBox 88">
            <a:extLst>
              <a:ext uri="{FF2B5EF4-FFF2-40B4-BE49-F238E27FC236}">
                <a16:creationId xmlns:a16="http://schemas.microsoft.com/office/drawing/2014/main" id="{D6A2784E-0637-3899-BCFC-2FF49454AE06}"/>
              </a:ext>
            </a:extLst>
          </p:cNvPr>
          <p:cNvSpPr txBox="1"/>
          <p:nvPr/>
        </p:nvSpPr>
        <p:spPr>
          <a:xfrm>
            <a:off x="9384379" y="4279494"/>
            <a:ext cx="1904769" cy="646331"/>
          </a:xfrm>
          <a:prstGeom prst="rect">
            <a:avLst/>
          </a:prstGeom>
          <a:noFill/>
        </p:spPr>
        <p:txBody>
          <a:bodyPr wrap="square" rtlCol="0">
            <a:spAutoFit/>
          </a:bodyPr>
          <a:lstStyle/>
          <a:p>
            <a:r>
              <a:rPr lang="en-US" sz="1200" b="1"/>
              <a:t>Step 4</a:t>
            </a:r>
            <a:r>
              <a:rPr lang="en-US" sz="1200"/>
              <a:t>: Vote on labels. Identify class to which this point belongs</a:t>
            </a:r>
          </a:p>
        </p:txBody>
      </p:sp>
      <p:sp>
        <p:nvSpPr>
          <p:cNvPr id="90" name="TextBox 89">
            <a:extLst>
              <a:ext uri="{FF2B5EF4-FFF2-40B4-BE49-F238E27FC236}">
                <a16:creationId xmlns:a16="http://schemas.microsoft.com/office/drawing/2014/main" id="{3273007F-CA80-68F3-781E-F30D4A575A8A}"/>
              </a:ext>
            </a:extLst>
          </p:cNvPr>
          <p:cNvSpPr txBox="1"/>
          <p:nvPr/>
        </p:nvSpPr>
        <p:spPr>
          <a:xfrm>
            <a:off x="9586459" y="5148354"/>
            <a:ext cx="262128" cy="246221"/>
          </a:xfrm>
          <a:prstGeom prst="rect">
            <a:avLst/>
          </a:prstGeom>
          <a:noFill/>
        </p:spPr>
        <p:txBody>
          <a:bodyPr wrap="square" rtlCol="0">
            <a:spAutoFit/>
          </a:bodyPr>
          <a:lstStyle/>
          <a:p>
            <a:r>
              <a:rPr lang="en-US" sz="1000" b="1"/>
              <a:t>2</a:t>
            </a:r>
            <a:endParaRPr lang="en-US" sz="400" b="1"/>
          </a:p>
        </p:txBody>
      </p:sp>
      <p:sp>
        <p:nvSpPr>
          <p:cNvPr id="91" name="TextBox 90">
            <a:extLst>
              <a:ext uri="{FF2B5EF4-FFF2-40B4-BE49-F238E27FC236}">
                <a16:creationId xmlns:a16="http://schemas.microsoft.com/office/drawing/2014/main" id="{F84D1BF6-68EE-0C84-EB45-17C18B6183F8}"/>
              </a:ext>
            </a:extLst>
          </p:cNvPr>
          <p:cNvSpPr txBox="1"/>
          <p:nvPr/>
        </p:nvSpPr>
        <p:spPr>
          <a:xfrm>
            <a:off x="10433366" y="5323629"/>
            <a:ext cx="262128" cy="215444"/>
          </a:xfrm>
          <a:prstGeom prst="rect">
            <a:avLst/>
          </a:prstGeom>
          <a:noFill/>
        </p:spPr>
        <p:txBody>
          <a:bodyPr wrap="square" rtlCol="0">
            <a:spAutoFit/>
          </a:bodyPr>
          <a:lstStyle/>
          <a:p>
            <a:r>
              <a:rPr lang="en-US" sz="800" b="1"/>
              <a:t>1</a:t>
            </a:r>
            <a:endParaRPr lang="en-US" sz="400" b="1"/>
          </a:p>
        </p:txBody>
      </p:sp>
      <p:sp>
        <p:nvSpPr>
          <p:cNvPr id="92" name="TextBox 91">
            <a:extLst>
              <a:ext uri="{FF2B5EF4-FFF2-40B4-BE49-F238E27FC236}">
                <a16:creationId xmlns:a16="http://schemas.microsoft.com/office/drawing/2014/main" id="{64D2874E-94A8-0AD8-A842-15225BF7B7E7}"/>
              </a:ext>
            </a:extLst>
          </p:cNvPr>
          <p:cNvSpPr txBox="1"/>
          <p:nvPr/>
        </p:nvSpPr>
        <p:spPr>
          <a:xfrm>
            <a:off x="10589477" y="5789498"/>
            <a:ext cx="262128" cy="215444"/>
          </a:xfrm>
          <a:prstGeom prst="rect">
            <a:avLst/>
          </a:prstGeom>
          <a:noFill/>
        </p:spPr>
        <p:txBody>
          <a:bodyPr wrap="square" rtlCol="0">
            <a:spAutoFit/>
          </a:bodyPr>
          <a:lstStyle/>
          <a:p>
            <a:r>
              <a:rPr lang="en-US" sz="800" b="1"/>
              <a:t>1</a:t>
            </a:r>
            <a:endParaRPr lang="en-US" sz="400" b="1"/>
          </a:p>
        </p:txBody>
      </p:sp>
      <p:sp>
        <p:nvSpPr>
          <p:cNvPr id="93" name="Freeform: Shape 92">
            <a:extLst>
              <a:ext uri="{FF2B5EF4-FFF2-40B4-BE49-F238E27FC236}">
                <a16:creationId xmlns:a16="http://schemas.microsoft.com/office/drawing/2014/main" id="{F6DA677D-3E1F-030A-1996-F23808469216}"/>
              </a:ext>
            </a:extLst>
          </p:cNvPr>
          <p:cNvSpPr/>
          <p:nvPr/>
        </p:nvSpPr>
        <p:spPr>
          <a:xfrm>
            <a:off x="9550293" y="5252837"/>
            <a:ext cx="637416" cy="824765"/>
          </a:xfrm>
          <a:custGeom>
            <a:avLst/>
            <a:gdLst>
              <a:gd name="connsiteX0" fmla="*/ 147889 w 637416"/>
              <a:gd name="connsiteY0" fmla="*/ 159671 h 824765"/>
              <a:gd name="connsiteX1" fmla="*/ 184834 w 637416"/>
              <a:gd name="connsiteY1" fmla="*/ 113490 h 824765"/>
              <a:gd name="connsiteX2" fmla="*/ 212543 w 637416"/>
              <a:gd name="connsiteY2" fmla="*/ 95017 h 824765"/>
              <a:gd name="connsiteX3" fmla="*/ 277198 w 637416"/>
              <a:gd name="connsiteY3" fmla="*/ 30362 h 824765"/>
              <a:gd name="connsiteX4" fmla="*/ 434216 w 637416"/>
              <a:gd name="connsiteY4" fmla="*/ 21126 h 824765"/>
              <a:gd name="connsiteX5" fmla="*/ 618943 w 637416"/>
              <a:gd name="connsiteY5" fmla="*/ 21126 h 824765"/>
              <a:gd name="connsiteX6" fmla="*/ 637416 w 637416"/>
              <a:gd name="connsiteY6" fmla="*/ 76544 h 824765"/>
              <a:gd name="connsiteX7" fmla="*/ 618943 w 637416"/>
              <a:gd name="connsiteY7" fmla="*/ 270508 h 824765"/>
              <a:gd name="connsiteX8" fmla="*/ 591234 w 637416"/>
              <a:gd name="connsiteY8" fmla="*/ 399817 h 824765"/>
              <a:gd name="connsiteX9" fmla="*/ 581998 w 637416"/>
              <a:gd name="connsiteY9" fmla="*/ 639962 h 824765"/>
              <a:gd name="connsiteX10" fmla="*/ 572762 w 637416"/>
              <a:gd name="connsiteY10" fmla="*/ 667671 h 824765"/>
              <a:gd name="connsiteX11" fmla="*/ 563525 w 637416"/>
              <a:gd name="connsiteY11" fmla="*/ 741562 h 824765"/>
              <a:gd name="connsiteX12" fmla="*/ 554289 w 637416"/>
              <a:gd name="connsiteY12" fmla="*/ 769271 h 824765"/>
              <a:gd name="connsiteX13" fmla="*/ 526580 w 637416"/>
              <a:gd name="connsiteY13" fmla="*/ 778508 h 824765"/>
              <a:gd name="connsiteX14" fmla="*/ 498871 w 637416"/>
              <a:gd name="connsiteY14" fmla="*/ 796980 h 824765"/>
              <a:gd name="connsiteX15" fmla="*/ 397271 w 637416"/>
              <a:gd name="connsiteY15" fmla="*/ 815453 h 824765"/>
              <a:gd name="connsiteX16" fmla="*/ 369562 w 637416"/>
              <a:gd name="connsiteY16" fmla="*/ 824690 h 824765"/>
              <a:gd name="connsiteX17" fmla="*/ 295671 w 637416"/>
              <a:gd name="connsiteY17" fmla="*/ 806217 h 824765"/>
              <a:gd name="connsiteX18" fmla="*/ 212543 w 637416"/>
              <a:gd name="connsiteY18" fmla="*/ 787744 h 824765"/>
              <a:gd name="connsiteX19" fmla="*/ 184834 w 637416"/>
              <a:gd name="connsiteY19" fmla="*/ 778508 h 824765"/>
              <a:gd name="connsiteX20" fmla="*/ 166362 w 637416"/>
              <a:gd name="connsiteY20" fmla="*/ 639962 h 824765"/>
              <a:gd name="connsiteX21" fmla="*/ 147889 w 637416"/>
              <a:gd name="connsiteY21" fmla="*/ 584544 h 824765"/>
              <a:gd name="connsiteX22" fmla="*/ 138652 w 637416"/>
              <a:gd name="connsiteY22" fmla="*/ 519890 h 824765"/>
              <a:gd name="connsiteX23" fmla="*/ 64762 w 637416"/>
              <a:gd name="connsiteY23" fmla="*/ 409053 h 824765"/>
              <a:gd name="connsiteX24" fmla="*/ 9343 w 637416"/>
              <a:gd name="connsiteY24" fmla="*/ 372108 h 824765"/>
              <a:gd name="connsiteX25" fmla="*/ 107 w 637416"/>
              <a:gd name="connsiteY25" fmla="*/ 344399 h 824765"/>
              <a:gd name="connsiteX26" fmla="*/ 37052 w 637416"/>
              <a:gd name="connsiteY26" fmla="*/ 261271 h 824765"/>
              <a:gd name="connsiteX27" fmla="*/ 110943 w 637416"/>
              <a:gd name="connsiteY27" fmla="*/ 242799 h 824765"/>
              <a:gd name="connsiteX28" fmla="*/ 129416 w 637416"/>
              <a:gd name="connsiteY28" fmla="*/ 215090 h 824765"/>
              <a:gd name="connsiteX29" fmla="*/ 147889 w 637416"/>
              <a:gd name="connsiteY29" fmla="*/ 159671 h 824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37416" h="824765">
                <a:moveTo>
                  <a:pt x="147889" y="159671"/>
                </a:moveTo>
                <a:cubicBezTo>
                  <a:pt x="157125" y="142738"/>
                  <a:pt x="170894" y="127430"/>
                  <a:pt x="184834" y="113490"/>
                </a:cubicBezTo>
                <a:cubicBezTo>
                  <a:pt x="192683" y="105641"/>
                  <a:pt x="205233" y="103371"/>
                  <a:pt x="212543" y="95017"/>
                </a:cubicBezTo>
                <a:cubicBezTo>
                  <a:pt x="244505" y="58489"/>
                  <a:pt x="232981" y="34784"/>
                  <a:pt x="277198" y="30362"/>
                </a:cubicBezTo>
                <a:cubicBezTo>
                  <a:pt x="329368" y="25145"/>
                  <a:pt x="381877" y="24205"/>
                  <a:pt x="434216" y="21126"/>
                </a:cubicBezTo>
                <a:cubicBezTo>
                  <a:pt x="498004" y="-136"/>
                  <a:pt x="525768" y="-13201"/>
                  <a:pt x="618943" y="21126"/>
                </a:cubicBezTo>
                <a:cubicBezTo>
                  <a:pt x="637214" y="27857"/>
                  <a:pt x="637416" y="76544"/>
                  <a:pt x="637416" y="76544"/>
                </a:cubicBezTo>
                <a:cubicBezTo>
                  <a:pt x="634244" y="120960"/>
                  <a:pt x="630455" y="216783"/>
                  <a:pt x="618943" y="270508"/>
                </a:cubicBezTo>
                <a:cubicBezTo>
                  <a:pt x="582263" y="441683"/>
                  <a:pt x="615518" y="229841"/>
                  <a:pt x="591234" y="399817"/>
                </a:cubicBezTo>
                <a:cubicBezTo>
                  <a:pt x="588155" y="479865"/>
                  <a:pt x="587509" y="560044"/>
                  <a:pt x="581998" y="639962"/>
                </a:cubicBezTo>
                <a:cubicBezTo>
                  <a:pt x="581328" y="649675"/>
                  <a:pt x="574504" y="658092"/>
                  <a:pt x="572762" y="667671"/>
                </a:cubicBezTo>
                <a:cubicBezTo>
                  <a:pt x="568322" y="692093"/>
                  <a:pt x="567965" y="717140"/>
                  <a:pt x="563525" y="741562"/>
                </a:cubicBezTo>
                <a:cubicBezTo>
                  <a:pt x="561783" y="751141"/>
                  <a:pt x="561173" y="762387"/>
                  <a:pt x="554289" y="769271"/>
                </a:cubicBezTo>
                <a:cubicBezTo>
                  <a:pt x="547405" y="776155"/>
                  <a:pt x="535288" y="774154"/>
                  <a:pt x="526580" y="778508"/>
                </a:cubicBezTo>
                <a:cubicBezTo>
                  <a:pt x="516651" y="783472"/>
                  <a:pt x="508800" y="792016"/>
                  <a:pt x="498871" y="796980"/>
                </a:cubicBezTo>
                <a:cubicBezTo>
                  <a:pt x="470391" y="811220"/>
                  <a:pt x="422752" y="812268"/>
                  <a:pt x="397271" y="815453"/>
                </a:cubicBezTo>
                <a:cubicBezTo>
                  <a:pt x="388035" y="818532"/>
                  <a:pt x="379258" y="825571"/>
                  <a:pt x="369562" y="824690"/>
                </a:cubicBezTo>
                <a:cubicBezTo>
                  <a:pt x="344278" y="822392"/>
                  <a:pt x="320566" y="811196"/>
                  <a:pt x="295671" y="806217"/>
                </a:cubicBezTo>
                <a:cubicBezTo>
                  <a:pt x="263935" y="799869"/>
                  <a:pt x="242972" y="796438"/>
                  <a:pt x="212543" y="787744"/>
                </a:cubicBezTo>
                <a:cubicBezTo>
                  <a:pt x="203182" y="785069"/>
                  <a:pt x="194070" y="781587"/>
                  <a:pt x="184834" y="778508"/>
                </a:cubicBezTo>
                <a:cubicBezTo>
                  <a:pt x="158599" y="699799"/>
                  <a:pt x="196498" y="820777"/>
                  <a:pt x="166362" y="639962"/>
                </a:cubicBezTo>
                <a:cubicBezTo>
                  <a:pt x="163161" y="620755"/>
                  <a:pt x="147889" y="584544"/>
                  <a:pt x="147889" y="584544"/>
                </a:cubicBezTo>
                <a:cubicBezTo>
                  <a:pt x="144810" y="562993"/>
                  <a:pt x="146737" y="540103"/>
                  <a:pt x="138652" y="519890"/>
                </a:cubicBezTo>
                <a:cubicBezTo>
                  <a:pt x="138161" y="518662"/>
                  <a:pt x="81358" y="423805"/>
                  <a:pt x="64762" y="409053"/>
                </a:cubicBezTo>
                <a:cubicBezTo>
                  <a:pt x="48168" y="394303"/>
                  <a:pt x="9343" y="372108"/>
                  <a:pt x="9343" y="372108"/>
                </a:cubicBezTo>
                <a:cubicBezTo>
                  <a:pt x="6264" y="362872"/>
                  <a:pt x="-968" y="354075"/>
                  <a:pt x="107" y="344399"/>
                </a:cubicBezTo>
                <a:cubicBezTo>
                  <a:pt x="1621" y="330772"/>
                  <a:pt x="19448" y="275354"/>
                  <a:pt x="37052" y="261271"/>
                </a:cubicBezTo>
                <a:cubicBezTo>
                  <a:pt x="46518" y="253698"/>
                  <a:pt x="108644" y="243259"/>
                  <a:pt x="110943" y="242799"/>
                </a:cubicBezTo>
                <a:cubicBezTo>
                  <a:pt x="117101" y="233563"/>
                  <a:pt x="125906" y="225621"/>
                  <a:pt x="129416" y="215090"/>
                </a:cubicBezTo>
                <a:cubicBezTo>
                  <a:pt x="154296" y="140450"/>
                  <a:pt x="138653" y="176604"/>
                  <a:pt x="147889" y="159671"/>
                </a:cubicBezTo>
                <a:close/>
              </a:path>
            </a:pathLst>
          </a:cu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Slide Number Placeholder 1">
            <a:extLst>
              <a:ext uri="{FF2B5EF4-FFF2-40B4-BE49-F238E27FC236}">
                <a16:creationId xmlns:a16="http://schemas.microsoft.com/office/drawing/2014/main" id="{FDDF13B2-1374-B271-9371-62E1014B955C}"/>
              </a:ext>
            </a:extLst>
          </p:cNvPr>
          <p:cNvSpPr>
            <a:spLocks noGrp="1"/>
          </p:cNvSpPr>
          <p:nvPr>
            <p:ph type="sldNum" sz="quarter" idx="10"/>
          </p:nvPr>
        </p:nvSpPr>
        <p:spPr>
          <a:xfrm>
            <a:off x="10142220" y="6515100"/>
            <a:ext cx="1554480" cy="91440"/>
          </a:xfrm>
        </p:spPr>
        <p:txBody>
          <a:bodyPr/>
          <a:lstStyle/>
          <a:p>
            <a:fld id="{48FFE6E1-85EB-9E42-824B-7CC9267ED8B9}" type="slidenum">
              <a:rPr lang="en-US" smtClean="0"/>
              <a:pPr/>
              <a:t>19</a:t>
            </a:fld>
            <a:endParaRPr lang="en-US"/>
          </a:p>
        </p:txBody>
      </p:sp>
    </p:spTree>
    <p:extLst>
      <p:ext uri="{BB962C8B-B14F-4D97-AF65-F5344CB8AC3E}">
        <p14:creationId xmlns:p14="http://schemas.microsoft.com/office/powerpoint/2010/main" val="7597596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6B6F0-272A-F6C6-912D-9390BBD5394D}"/>
            </a:ext>
          </a:extLst>
        </p:cNvPr>
        <p:cNvGrpSpPr/>
        <p:nvPr/>
      </p:nvGrpSpPr>
      <p:grpSpPr>
        <a:xfrm>
          <a:off x="0" y="0"/>
          <a:ext cx="0" cy="0"/>
          <a:chOff x="0" y="0"/>
          <a:chExt cx="0" cy="0"/>
        </a:xfrm>
      </p:grpSpPr>
      <p:sp>
        <p:nvSpPr>
          <p:cNvPr id="21" name="Title 8">
            <a:extLst>
              <a:ext uri="{FF2B5EF4-FFF2-40B4-BE49-F238E27FC236}">
                <a16:creationId xmlns:a16="http://schemas.microsoft.com/office/drawing/2014/main" id="{F9AE64CE-19C2-2798-0F2F-5985EC6E5CE6}"/>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Algorithm 4 -  k-Nearest Neighbors (KNN) – contd..</a:t>
            </a:r>
            <a:endParaRPr lang="en-US" sz="2400">
              <a:solidFill>
                <a:srgbClr val="002060"/>
              </a:solidFill>
            </a:endParaRPr>
          </a:p>
        </p:txBody>
      </p:sp>
      <p:pic>
        <p:nvPicPr>
          <p:cNvPr id="2" name="Picture 1">
            <a:extLst>
              <a:ext uri="{FF2B5EF4-FFF2-40B4-BE49-F238E27FC236}">
                <a16:creationId xmlns:a16="http://schemas.microsoft.com/office/drawing/2014/main" id="{CCFFA7B6-EA77-5EA7-3F56-339B68C767F8}"/>
              </a:ext>
            </a:extLst>
          </p:cNvPr>
          <p:cNvPicPr>
            <a:picLocks noChangeAspect="1"/>
          </p:cNvPicPr>
          <p:nvPr/>
        </p:nvPicPr>
        <p:blipFill>
          <a:blip r:embed="rId2"/>
          <a:stretch>
            <a:fillRect/>
          </a:stretch>
        </p:blipFill>
        <p:spPr>
          <a:xfrm>
            <a:off x="414827" y="2481368"/>
            <a:ext cx="5015945" cy="2673333"/>
          </a:xfrm>
          <a:prstGeom prst="rect">
            <a:avLst/>
          </a:prstGeom>
        </p:spPr>
      </p:pic>
      <p:sp>
        <p:nvSpPr>
          <p:cNvPr id="5" name="TextBox 4">
            <a:extLst>
              <a:ext uri="{FF2B5EF4-FFF2-40B4-BE49-F238E27FC236}">
                <a16:creationId xmlns:a16="http://schemas.microsoft.com/office/drawing/2014/main" id="{BDDDEECA-B68B-7B11-B080-96BEEFD378EA}"/>
              </a:ext>
            </a:extLst>
          </p:cNvPr>
          <p:cNvSpPr txBox="1"/>
          <p:nvPr/>
        </p:nvSpPr>
        <p:spPr>
          <a:xfrm>
            <a:off x="414828" y="809731"/>
            <a:ext cx="8896597" cy="584775"/>
          </a:xfrm>
          <a:prstGeom prst="rect">
            <a:avLst/>
          </a:prstGeom>
          <a:noFill/>
        </p:spPr>
        <p:txBody>
          <a:bodyPr wrap="square" rtlCol="0">
            <a:spAutoFit/>
          </a:bodyPr>
          <a:lstStyle/>
          <a:p>
            <a:r>
              <a:rPr lang="en-US" sz="1600"/>
              <a:t>We can calculate the distances between points in KNN using different distance metrics. Two common distance metrics – Euclidean and Manhattan are given below</a:t>
            </a:r>
            <a:endParaRPr lang="en-US" sz="1600" b="1"/>
          </a:p>
        </p:txBody>
      </p:sp>
      <p:sp>
        <p:nvSpPr>
          <p:cNvPr id="6" name="TextBox 5">
            <a:extLst>
              <a:ext uri="{FF2B5EF4-FFF2-40B4-BE49-F238E27FC236}">
                <a16:creationId xmlns:a16="http://schemas.microsoft.com/office/drawing/2014/main" id="{16785500-81C2-5360-C90D-9F1C03BDB22D}"/>
              </a:ext>
            </a:extLst>
          </p:cNvPr>
          <p:cNvSpPr txBox="1"/>
          <p:nvPr/>
        </p:nvSpPr>
        <p:spPr>
          <a:xfrm>
            <a:off x="414827" y="1531976"/>
            <a:ext cx="10377669" cy="1077218"/>
          </a:xfrm>
          <a:prstGeom prst="rect">
            <a:avLst/>
          </a:prstGeom>
          <a:noFill/>
        </p:spPr>
        <p:txBody>
          <a:bodyPr wrap="square" rtlCol="0">
            <a:spAutoFit/>
          </a:bodyPr>
          <a:lstStyle/>
          <a:p>
            <a:r>
              <a:rPr lang="en-US" sz="1600"/>
              <a:t>Euclidean distance is the straight-line distance between two points in space.</a:t>
            </a:r>
          </a:p>
          <a:p>
            <a:r>
              <a:rPr lang="en-US" sz="1600"/>
              <a:t>Manhattan distance is another way to measure distance between two points. Instead of a straight line, it measure the distance like you move in a grid (up / down / left / right)</a:t>
            </a:r>
          </a:p>
          <a:p>
            <a:endParaRPr lang="en-US" sz="1600"/>
          </a:p>
        </p:txBody>
      </p:sp>
      <p:sp>
        <p:nvSpPr>
          <p:cNvPr id="94" name="TextBox 93">
            <a:extLst>
              <a:ext uri="{FF2B5EF4-FFF2-40B4-BE49-F238E27FC236}">
                <a16:creationId xmlns:a16="http://schemas.microsoft.com/office/drawing/2014/main" id="{DA24BF4E-E22B-EA2B-0911-E417B25C8E48}"/>
              </a:ext>
            </a:extLst>
          </p:cNvPr>
          <p:cNvSpPr txBox="1"/>
          <p:nvPr/>
        </p:nvSpPr>
        <p:spPr>
          <a:xfrm>
            <a:off x="6096000" y="2424858"/>
            <a:ext cx="5361724" cy="1077218"/>
          </a:xfrm>
          <a:prstGeom prst="rect">
            <a:avLst/>
          </a:prstGeom>
          <a:noFill/>
        </p:spPr>
        <p:txBody>
          <a:bodyPr wrap="square" rtlCol="0">
            <a:spAutoFit/>
          </a:bodyPr>
          <a:lstStyle/>
          <a:p>
            <a:r>
              <a:rPr lang="en-US" sz="1600" b="1"/>
              <a:t>Problem</a:t>
            </a:r>
            <a:r>
              <a:rPr lang="en-US" sz="1600"/>
              <a:t>:</a:t>
            </a:r>
          </a:p>
          <a:p>
            <a:r>
              <a:rPr lang="en-US" sz="1600"/>
              <a:t>Calculate Euclidean and Manhattan distances between </a:t>
            </a:r>
          </a:p>
          <a:p>
            <a:r>
              <a:rPr lang="en-US" sz="1600"/>
              <a:t>a. (1, 2) and (5,9)</a:t>
            </a:r>
          </a:p>
          <a:p>
            <a:r>
              <a:rPr lang="en-US" sz="1600"/>
              <a:t>b. (1,2,1) and (5, 9, 2)</a:t>
            </a:r>
          </a:p>
        </p:txBody>
      </p:sp>
      <p:sp>
        <p:nvSpPr>
          <p:cNvPr id="95" name="TextBox 94">
            <a:extLst>
              <a:ext uri="{FF2B5EF4-FFF2-40B4-BE49-F238E27FC236}">
                <a16:creationId xmlns:a16="http://schemas.microsoft.com/office/drawing/2014/main" id="{37A9EB0B-4366-5333-FC03-4AF86D8897E4}"/>
              </a:ext>
            </a:extLst>
          </p:cNvPr>
          <p:cNvSpPr txBox="1"/>
          <p:nvPr/>
        </p:nvSpPr>
        <p:spPr>
          <a:xfrm>
            <a:off x="6913809" y="3622000"/>
            <a:ext cx="3495131" cy="2062103"/>
          </a:xfrm>
          <a:prstGeom prst="rect">
            <a:avLst/>
          </a:prstGeom>
          <a:noFill/>
        </p:spPr>
        <p:txBody>
          <a:bodyPr wrap="square" rtlCol="0">
            <a:spAutoFit/>
          </a:bodyPr>
          <a:lstStyle/>
          <a:p>
            <a:r>
              <a:rPr lang="en-US" sz="1600"/>
              <a:t>Euclidean:</a:t>
            </a:r>
          </a:p>
          <a:p>
            <a:r>
              <a:rPr lang="en-US" sz="1600" err="1"/>
              <a:t>Sqrt</a:t>
            </a:r>
            <a:r>
              <a:rPr lang="en-US" sz="1600"/>
              <a:t>( (5-1)^2 + (9-2)^2 ) </a:t>
            </a:r>
          </a:p>
          <a:p>
            <a:r>
              <a:rPr lang="en-US" sz="1600"/>
              <a:t>= </a:t>
            </a:r>
            <a:r>
              <a:rPr lang="en-US" sz="1600" err="1"/>
              <a:t>sqrt</a:t>
            </a:r>
            <a:r>
              <a:rPr lang="en-US" sz="1600"/>
              <a:t>(16 + 49)</a:t>
            </a:r>
          </a:p>
          <a:p>
            <a:r>
              <a:rPr lang="en-US" sz="1600"/>
              <a:t>= </a:t>
            </a:r>
            <a:r>
              <a:rPr lang="en-US" sz="1600" err="1"/>
              <a:t>Sqrt</a:t>
            </a:r>
            <a:r>
              <a:rPr lang="en-US" sz="1600"/>
              <a:t>(65) = 8.06</a:t>
            </a:r>
          </a:p>
          <a:p>
            <a:endParaRPr lang="en-US" sz="1600"/>
          </a:p>
          <a:p>
            <a:r>
              <a:rPr lang="en-US" sz="1600"/>
              <a:t>Manhattan:</a:t>
            </a:r>
          </a:p>
          <a:p>
            <a:r>
              <a:rPr lang="en-US" sz="1600"/>
              <a:t>|x1-x2| + |y1-y2| </a:t>
            </a:r>
          </a:p>
          <a:p>
            <a:r>
              <a:rPr lang="en-US" sz="1600"/>
              <a:t>= 11</a:t>
            </a:r>
          </a:p>
        </p:txBody>
      </p:sp>
      <p:sp>
        <p:nvSpPr>
          <p:cNvPr id="96" name="Slide Number Placeholder 1">
            <a:extLst>
              <a:ext uri="{FF2B5EF4-FFF2-40B4-BE49-F238E27FC236}">
                <a16:creationId xmlns:a16="http://schemas.microsoft.com/office/drawing/2014/main" id="{EF29E341-5386-9A1C-18BD-7C9F4C68B6EA}"/>
              </a:ext>
            </a:extLst>
          </p:cNvPr>
          <p:cNvSpPr>
            <a:spLocks noGrp="1"/>
          </p:cNvSpPr>
          <p:nvPr>
            <p:ph type="sldNum" sz="quarter" idx="10"/>
          </p:nvPr>
        </p:nvSpPr>
        <p:spPr>
          <a:xfrm>
            <a:off x="10142220" y="6515100"/>
            <a:ext cx="1554480" cy="91440"/>
          </a:xfrm>
        </p:spPr>
        <p:txBody>
          <a:bodyPr/>
          <a:lstStyle/>
          <a:p>
            <a:fld id="{48FFE6E1-85EB-9E42-824B-7CC9267ED8B9}" type="slidenum">
              <a:rPr lang="en-US" smtClean="0"/>
              <a:pPr/>
              <a:t>20</a:t>
            </a:fld>
            <a:endParaRPr lang="en-US"/>
          </a:p>
        </p:txBody>
      </p:sp>
      <p:sp>
        <p:nvSpPr>
          <p:cNvPr id="98" name="TextBox 97">
            <a:extLst>
              <a:ext uri="{FF2B5EF4-FFF2-40B4-BE49-F238E27FC236}">
                <a16:creationId xmlns:a16="http://schemas.microsoft.com/office/drawing/2014/main" id="{4250F73E-72EE-FD33-7408-1E017D2836AB}"/>
              </a:ext>
            </a:extLst>
          </p:cNvPr>
          <p:cNvSpPr txBox="1"/>
          <p:nvPr/>
        </p:nvSpPr>
        <p:spPr>
          <a:xfrm>
            <a:off x="414827" y="5684103"/>
            <a:ext cx="6146960" cy="523220"/>
          </a:xfrm>
          <a:prstGeom prst="rect">
            <a:avLst/>
          </a:prstGeom>
          <a:noFill/>
        </p:spPr>
        <p:txBody>
          <a:bodyPr wrap="square" rtlCol="0">
            <a:spAutoFit/>
          </a:bodyPr>
          <a:lstStyle/>
          <a:p>
            <a:r>
              <a:rPr lang="en-US" sz="1400"/>
              <a:t>Euclidean distance  - continuous smooth data</a:t>
            </a:r>
          </a:p>
          <a:p>
            <a:r>
              <a:rPr lang="en-US" sz="1400"/>
              <a:t>Manhattan distance – discrete, grid-like or high dimensional data</a:t>
            </a:r>
          </a:p>
        </p:txBody>
      </p:sp>
      <p:sp>
        <p:nvSpPr>
          <p:cNvPr id="100" name="TextBox 99">
            <a:extLst>
              <a:ext uri="{FF2B5EF4-FFF2-40B4-BE49-F238E27FC236}">
                <a16:creationId xmlns:a16="http://schemas.microsoft.com/office/drawing/2014/main" id="{D1ED9646-71E5-9784-3D9B-C661CA8693E4}"/>
              </a:ext>
            </a:extLst>
          </p:cNvPr>
          <p:cNvSpPr txBox="1"/>
          <p:nvPr/>
        </p:nvSpPr>
        <p:spPr>
          <a:xfrm>
            <a:off x="7999391" y="3592650"/>
            <a:ext cx="3282502" cy="369332"/>
          </a:xfrm>
          <a:prstGeom prst="rect">
            <a:avLst/>
          </a:prstGeom>
          <a:noFill/>
        </p:spPr>
        <p:txBody>
          <a:bodyPr wrap="square">
            <a:spAutoFit/>
          </a:bodyPr>
          <a:lstStyle/>
          <a:p>
            <a:r>
              <a:rPr lang="es-ES"/>
              <a:t>d = </a:t>
            </a:r>
            <a:r>
              <a:rPr lang="es-ES" err="1"/>
              <a:t>sqrt</a:t>
            </a:r>
            <a:r>
              <a:rPr lang="es-ES"/>
              <a:t>((x2-x1)^2 + (y2-y1)^2)</a:t>
            </a:r>
            <a:endParaRPr lang="en-US"/>
          </a:p>
        </p:txBody>
      </p:sp>
    </p:spTree>
    <p:extLst>
      <p:ext uri="{BB962C8B-B14F-4D97-AF65-F5344CB8AC3E}">
        <p14:creationId xmlns:p14="http://schemas.microsoft.com/office/powerpoint/2010/main" val="33915640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B27FB-21D9-C46B-C625-B53842D45B88}"/>
            </a:ext>
          </a:extLst>
        </p:cNvPr>
        <p:cNvGrpSpPr/>
        <p:nvPr/>
      </p:nvGrpSpPr>
      <p:grpSpPr>
        <a:xfrm>
          <a:off x="0" y="0"/>
          <a:ext cx="0" cy="0"/>
          <a:chOff x="0" y="0"/>
          <a:chExt cx="0" cy="0"/>
        </a:xfrm>
      </p:grpSpPr>
      <p:sp>
        <p:nvSpPr>
          <p:cNvPr id="21" name="Title 8">
            <a:extLst>
              <a:ext uri="{FF2B5EF4-FFF2-40B4-BE49-F238E27FC236}">
                <a16:creationId xmlns:a16="http://schemas.microsoft.com/office/drawing/2014/main" id="{71E57933-D1DB-FA12-687C-CB4CEB4351DF}"/>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Algorithm 5 – Decision Tree</a:t>
            </a:r>
            <a:endParaRPr lang="en-US" sz="2400">
              <a:solidFill>
                <a:srgbClr val="002060"/>
              </a:solidFill>
            </a:endParaRPr>
          </a:p>
        </p:txBody>
      </p:sp>
      <p:sp>
        <p:nvSpPr>
          <p:cNvPr id="3" name="Slide Number Placeholder 1">
            <a:extLst>
              <a:ext uri="{FF2B5EF4-FFF2-40B4-BE49-F238E27FC236}">
                <a16:creationId xmlns:a16="http://schemas.microsoft.com/office/drawing/2014/main" id="{FC17F8B9-982A-9987-C527-BFE700F218D7}"/>
              </a:ext>
            </a:extLst>
          </p:cNvPr>
          <p:cNvSpPr>
            <a:spLocks noGrp="1"/>
          </p:cNvSpPr>
          <p:nvPr>
            <p:ph type="sldNum" sz="quarter" idx="10"/>
          </p:nvPr>
        </p:nvSpPr>
        <p:spPr>
          <a:xfrm>
            <a:off x="10142220" y="6515100"/>
            <a:ext cx="1554480" cy="91440"/>
          </a:xfrm>
        </p:spPr>
        <p:txBody>
          <a:bodyPr/>
          <a:lstStyle/>
          <a:p>
            <a:fld id="{48FFE6E1-85EB-9E42-824B-7CC9267ED8B9}" type="slidenum">
              <a:rPr lang="en-US" smtClean="0"/>
              <a:pPr/>
              <a:t>21</a:t>
            </a:fld>
            <a:endParaRPr lang="en-US"/>
          </a:p>
        </p:txBody>
      </p:sp>
      <p:sp>
        <p:nvSpPr>
          <p:cNvPr id="4" name="Rectangle 3">
            <a:extLst>
              <a:ext uri="{FF2B5EF4-FFF2-40B4-BE49-F238E27FC236}">
                <a16:creationId xmlns:a16="http://schemas.microsoft.com/office/drawing/2014/main" id="{B4E339FE-A8F2-ADB7-9BB1-F4515B939CE6}"/>
              </a:ext>
            </a:extLst>
          </p:cNvPr>
          <p:cNvSpPr/>
          <p:nvPr/>
        </p:nvSpPr>
        <p:spPr>
          <a:xfrm>
            <a:off x="492100" y="918407"/>
            <a:ext cx="10976889" cy="1477328"/>
          </a:xfrm>
          <a:prstGeom prst="rect">
            <a:avLst/>
          </a:prstGeom>
        </p:spPr>
        <p:txBody>
          <a:bodyPr wrap="square">
            <a:spAutoFit/>
          </a:bodyPr>
          <a:lstStyle/>
          <a:p>
            <a:r>
              <a:rPr lang="en-US">
                <a:latin typeface="+mj-lt"/>
              </a:rPr>
              <a:t>Decision tree is a supervised learning algorithm that is perfect for classification problems, as it’s able to order classes on a precise level. </a:t>
            </a:r>
          </a:p>
          <a:p>
            <a:r>
              <a:rPr lang="en-US"/>
              <a:t>A decision tree is a visual representation of decision-making processes. It resembles a flowchart with nodes and branches, where each node represents a decision or an event and each branch represents an outcome or a possible path.</a:t>
            </a:r>
            <a:endParaRPr lang="en-US">
              <a:latin typeface="+mj-lt"/>
            </a:endParaRPr>
          </a:p>
        </p:txBody>
      </p:sp>
      <p:pic>
        <p:nvPicPr>
          <p:cNvPr id="8" name="Picture 7">
            <a:extLst>
              <a:ext uri="{FF2B5EF4-FFF2-40B4-BE49-F238E27FC236}">
                <a16:creationId xmlns:a16="http://schemas.microsoft.com/office/drawing/2014/main" id="{A54CF06B-ED34-8E74-74EC-19A22244E26F}"/>
              </a:ext>
            </a:extLst>
          </p:cNvPr>
          <p:cNvPicPr>
            <a:picLocks noChangeAspect="1"/>
          </p:cNvPicPr>
          <p:nvPr/>
        </p:nvPicPr>
        <p:blipFill>
          <a:blip r:embed="rId2"/>
          <a:stretch>
            <a:fillRect/>
          </a:stretch>
        </p:blipFill>
        <p:spPr>
          <a:xfrm>
            <a:off x="662726" y="2850452"/>
            <a:ext cx="4257004" cy="2838003"/>
          </a:xfrm>
          <a:prstGeom prst="rect">
            <a:avLst/>
          </a:prstGeom>
        </p:spPr>
      </p:pic>
      <p:pic>
        <p:nvPicPr>
          <p:cNvPr id="12" name="Picture 11">
            <a:extLst>
              <a:ext uri="{FF2B5EF4-FFF2-40B4-BE49-F238E27FC236}">
                <a16:creationId xmlns:a16="http://schemas.microsoft.com/office/drawing/2014/main" id="{D1AB6EBF-A42E-DF45-B190-DB0B0AA02865}"/>
              </a:ext>
            </a:extLst>
          </p:cNvPr>
          <p:cNvPicPr>
            <a:picLocks noChangeAspect="1"/>
          </p:cNvPicPr>
          <p:nvPr/>
        </p:nvPicPr>
        <p:blipFill>
          <a:blip r:embed="rId3"/>
          <a:stretch>
            <a:fillRect/>
          </a:stretch>
        </p:blipFill>
        <p:spPr>
          <a:xfrm>
            <a:off x="5838877" y="2702219"/>
            <a:ext cx="5121045" cy="3132554"/>
          </a:xfrm>
          <a:prstGeom prst="rect">
            <a:avLst/>
          </a:prstGeom>
        </p:spPr>
      </p:pic>
    </p:spTree>
    <p:extLst>
      <p:ext uri="{BB962C8B-B14F-4D97-AF65-F5344CB8AC3E}">
        <p14:creationId xmlns:p14="http://schemas.microsoft.com/office/powerpoint/2010/main" val="40829432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BC642-9BC2-EDF2-3648-0BC16A9ECC60}"/>
            </a:ext>
          </a:extLst>
        </p:cNvPr>
        <p:cNvGrpSpPr/>
        <p:nvPr/>
      </p:nvGrpSpPr>
      <p:grpSpPr>
        <a:xfrm>
          <a:off x="0" y="0"/>
          <a:ext cx="0" cy="0"/>
          <a:chOff x="0" y="0"/>
          <a:chExt cx="0" cy="0"/>
        </a:xfrm>
      </p:grpSpPr>
      <p:sp>
        <p:nvSpPr>
          <p:cNvPr id="21" name="Title 8">
            <a:extLst>
              <a:ext uri="{FF2B5EF4-FFF2-40B4-BE49-F238E27FC236}">
                <a16:creationId xmlns:a16="http://schemas.microsoft.com/office/drawing/2014/main" id="{18F75DC8-6C9A-F9B2-E36A-B4C34ADACEA8}"/>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Algorithm 5 – Decision Tree – contd..</a:t>
            </a:r>
            <a:endParaRPr lang="en-US" sz="2400">
              <a:solidFill>
                <a:srgbClr val="002060"/>
              </a:solidFill>
            </a:endParaRPr>
          </a:p>
        </p:txBody>
      </p:sp>
      <p:sp>
        <p:nvSpPr>
          <p:cNvPr id="3" name="Slide Number Placeholder 1">
            <a:extLst>
              <a:ext uri="{FF2B5EF4-FFF2-40B4-BE49-F238E27FC236}">
                <a16:creationId xmlns:a16="http://schemas.microsoft.com/office/drawing/2014/main" id="{2D8DC34B-BB47-DE63-43CE-772E64D1CA9B}"/>
              </a:ext>
            </a:extLst>
          </p:cNvPr>
          <p:cNvSpPr>
            <a:spLocks noGrp="1"/>
          </p:cNvSpPr>
          <p:nvPr>
            <p:ph type="sldNum" sz="quarter" idx="10"/>
          </p:nvPr>
        </p:nvSpPr>
        <p:spPr>
          <a:xfrm>
            <a:off x="10142220" y="6515100"/>
            <a:ext cx="1554480" cy="91440"/>
          </a:xfrm>
        </p:spPr>
        <p:txBody>
          <a:bodyPr/>
          <a:lstStyle/>
          <a:p>
            <a:fld id="{48FFE6E1-85EB-9E42-824B-7CC9267ED8B9}" type="slidenum">
              <a:rPr lang="en-US" smtClean="0"/>
              <a:pPr/>
              <a:t>22</a:t>
            </a:fld>
            <a:endParaRPr lang="en-US"/>
          </a:p>
        </p:txBody>
      </p:sp>
      <p:pic>
        <p:nvPicPr>
          <p:cNvPr id="2" name="Picture 1">
            <a:extLst>
              <a:ext uri="{FF2B5EF4-FFF2-40B4-BE49-F238E27FC236}">
                <a16:creationId xmlns:a16="http://schemas.microsoft.com/office/drawing/2014/main" id="{D5BD86BA-AB39-B2F9-DEE8-643632899458}"/>
              </a:ext>
            </a:extLst>
          </p:cNvPr>
          <p:cNvPicPr>
            <a:picLocks noChangeAspect="1"/>
          </p:cNvPicPr>
          <p:nvPr/>
        </p:nvPicPr>
        <p:blipFill>
          <a:blip r:embed="rId2"/>
          <a:stretch>
            <a:fillRect/>
          </a:stretch>
        </p:blipFill>
        <p:spPr>
          <a:xfrm>
            <a:off x="614790" y="1602046"/>
            <a:ext cx="3821332" cy="4476771"/>
          </a:xfrm>
          <a:prstGeom prst="rect">
            <a:avLst/>
          </a:prstGeom>
        </p:spPr>
      </p:pic>
      <p:pic>
        <p:nvPicPr>
          <p:cNvPr id="5" name="Picture 4">
            <a:extLst>
              <a:ext uri="{FF2B5EF4-FFF2-40B4-BE49-F238E27FC236}">
                <a16:creationId xmlns:a16="http://schemas.microsoft.com/office/drawing/2014/main" id="{2D2C9BB6-A2DE-56EC-E7DE-D29BE38794A6}"/>
              </a:ext>
            </a:extLst>
          </p:cNvPr>
          <p:cNvPicPr>
            <a:picLocks noChangeAspect="1"/>
          </p:cNvPicPr>
          <p:nvPr/>
        </p:nvPicPr>
        <p:blipFill>
          <a:blip r:embed="rId3"/>
          <a:stretch>
            <a:fillRect/>
          </a:stretch>
        </p:blipFill>
        <p:spPr>
          <a:xfrm>
            <a:off x="4942241" y="1531894"/>
            <a:ext cx="5019675" cy="428625"/>
          </a:xfrm>
          <a:prstGeom prst="rect">
            <a:avLst/>
          </a:prstGeom>
        </p:spPr>
      </p:pic>
      <p:pic>
        <p:nvPicPr>
          <p:cNvPr id="7" name="Picture 6">
            <a:extLst>
              <a:ext uri="{FF2B5EF4-FFF2-40B4-BE49-F238E27FC236}">
                <a16:creationId xmlns:a16="http://schemas.microsoft.com/office/drawing/2014/main" id="{96E2A33A-CE14-59AD-E0D4-C37ED5AED614}"/>
              </a:ext>
            </a:extLst>
          </p:cNvPr>
          <p:cNvPicPr>
            <a:picLocks noChangeAspect="1"/>
          </p:cNvPicPr>
          <p:nvPr/>
        </p:nvPicPr>
        <p:blipFill>
          <a:blip r:embed="rId4"/>
          <a:stretch>
            <a:fillRect/>
          </a:stretch>
        </p:blipFill>
        <p:spPr>
          <a:xfrm>
            <a:off x="4960956" y="2069954"/>
            <a:ext cx="6134992" cy="354717"/>
          </a:xfrm>
          <a:prstGeom prst="rect">
            <a:avLst/>
          </a:prstGeom>
        </p:spPr>
      </p:pic>
      <p:sp>
        <p:nvSpPr>
          <p:cNvPr id="8" name="Rectangle 7">
            <a:extLst>
              <a:ext uri="{FF2B5EF4-FFF2-40B4-BE49-F238E27FC236}">
                <a16:creationId xmlns:a16="http://schemas.microsoft.com/office/drawing/2014/main" id="{53965634-84FC-02F1-2289-C98F3B7D75E7}"/>
              </a:ext>
            </a:extLst>
          </p:cNvPr>
          <p:cNvSpPr/>
          <p:nvPr/>
        </p:nvSpPr>
        <p:spPr>
          <a:xfrm>
            <a:off x="4873524" y="1001882"/>
            <a:ext cx="6153707" cy="369332"/>
          </a:xfrm>
          <a:prstGeom prst="rect">
            <a:avLst/>
          </a:prstGeom>
        </p:spPr>
        <p:txBody>
          <a:bodyPr wrap="square">
            <a:spAutoFit/>
          </a:bodyPr>
          <a:lstStyle/>
          <a:p>
            <a:r>
              <a:rPr lang="en-US" b="1">
                <a:solidFill>
                  <a:srgbClr val="292929"/>
                </a:solidFill>
                <a:latin typeface="charter"/>
              </a:rPr>
              <a:t>Entropy</a:t>
            </a:r>
            <a:r>
              <a:rPr lang="en-US">
                <a:solidFill>
                  <a:srgbClr val="292929"/>
                </a:solidFill>
                <a:latin typeface="charter"/>
              </a:rPr>
              <a:t> A measure of the impurity or randomness of a dataset</a:t>
            </a:r>
            <a:endParaRPr lang="en-US"/>
          </a:p>
        </p:txBody>
      </p:sp>
      <p:sp>
        <p:nvSpPr>
          <p:cNvPr id="9" name="Rectangle 8">
            <a:extLst>
              <a:ext uri="{FF2B5EF4-FFF2-40B4-BE49-F238E27FC236}">
                <a16:creationId xmlns:a16="http://schemas.microsoft.com/office/drawing/2014/main" id="{5A93CE25-9D02-744D-E2F5-1FD4EBD2033A}"/>
              </a:ext>
            </a:extLst>
          </p:cNvPr>
          <p:cNvSpPr/>
          <p:nvPr/>
        </p:nvSpPr>
        <p:spPr>
          <a:xfrm>
            <a:off x="4873524" y="3751499"/>
            <a:ext cx="6423365" cy="923330"/>
          </a:xfrm>
          <a:prstGeom prst="rect">
            <a:avLst/>
          </a:prstGeom>
        </p:spPr>
        <p:txBody>
          <a:bodyPr wrap="square">
            <a:spAutoFit/>
          </a:bodyPr>
          <a:lstStyle/>
          <a:p>
            <a:r>
              <a:rPr lang="en-US" b="1">
                <a:solidFill>
                  <a:srgbClr val="292929"/>
                </a:solidFill>
                <a:latin typeface="charter"/>
              </a:rPr>
              <a:t>Information Gain – </a:t>
            </a:r>
            <a:r>
              <a:rPr lang="en-US">
                <a:solidFill>
                  <a:srgbClr val="292929"/>
                </a:solidFill>
                <a:latin typeface="charter"/>
              </a:rPr>
              <a:t>measure how much entropy decreases after a dataset is split using a feature </a:t>
            </a:r>
          </a:p>
          <a:p>
            <a:r>
              <a:rPr lang="en-US">
                <a:solidFill>
                  <a:srgbClr val="292929"/>
                </a:solidFill>
                <a:latin typeface="charter"/>
              </a:rPr>
              <a:t>(IG) = Entropy (before split) – Entropy (after split)</a:t>
            </a:r>
            <a:endParaRPr lang="en-US"/>
          </a:p>
        </p:txBody>
      </p:sp>
      <p:sp>
        <p:nvSpPr>
          <p:cNvPr id="10" name="TextBox 9">
            <a:extLst>
              <a:ext uri="{FF2B5EF4-FFF2-40B4-BE49-F238E27FC236}">
                <a16:creationId xmlns:a16="http://schemas.microsoft.com/office/drawing/2014/main" id="{E9E4F9F9-9852-B916-77D8-C354C51D4E1F}"/>
              </a:ext>
            </a:extLst>
          </p:cNvPr>
          <p:cNvSpPr txBox="1"/>
          <p:nvPr/>
        </p:nvSpPr>
        <p:spPr>
          <a:xfrm>
            <a:off x="1561502" y="6078817"/>
            <a:ext cx="1313180" cy="261610"/>
          </a:xfrm>
          <a:prstGeom prst="rect">
            <a:avLst/>
          </a:prstGeom>
          <a:noFill/>
        </p:spPr>
        <p:txBody>
          <a:bodyPr wrap="none" rtlCol="0">
            <a:spAutoFit/>
          </a:bodyPr>
          <a:lstStyle/>
          <a:p>
            <a:r>
              <a:rPr lang="en-US" sz="1100"/>
              <a:t>Complete Dataset</a:t>
            </a:r>
          </a:p>
        </p:txBody>
      </p:sp>
      <p:sp>
        <p:nvSpPr>
          <p:cNvPr id="11" name="TextBox 10">
            <a:extLst>
              <a:ext uri="{FF2B5EF4-FFF2-40B4-BE49-F238E27FC236}">
                <a16:creationId xmlns:a16="http://schemas.microsoft.com/office/drawing/2014/main" id="{5BB2F18F-BFED-2EA5-6090-F83A5C02E688}"/>
              </a:ext>
            </a:extLst>
          </p:cNvPr>
          <p:cNvSpPr txBox="1"/>
          <p:nvPr/>
        </p:nvSpPr>
        <p:spPr>
          <a:xfrm>
            <a:off x="557905" y="1001882"/>
            <a:ext cx="2568204" cy="338554"/>
          </a:xfrm>
          <a:prstGeom prst="rect">
            <a:avLst/>
          </a:prstGeom>
          <a:noFill/>
        </p:spPr>
        <p:txBody>
          <a:bodyPr wrap="none" rtlCol="0">
            <a:spAutoFit/>
          </a:bodyPr>
          <a:lstStyle/>
          <a:p>
            <a:r>
              <a:rPr lang="en-US" sz="1600" b="1"/>
              <a:t>Building a Decision Tree</a:t>
            </a:r>
          </a:p>
        </p:txBody>
      </p:sp>
      <p:sp>
        <p:nvSpPr>
          <p:cNvPr id="12" name="Rectangle 11">
            <a:extLst>
              <a:ext uri="{FF2B5EF4-FFF2-40B4-BE49-F238E27FC236}">
                <a16:creationId xmlns:a16="http://schemas.microsoft.com/office/drawing/2014/main" id="{15D68F8D-F8F5-7ED7-DA3A-84A69163DF17}"/>
              </a:ext>
            </a:extLst>
          </p:cNvPr>
          <p:cNvSpPr/>
          <p:nvPr/>
        </p:nvSpPr>
        <p:spPr>
          <a:xfrm>
            <a:off x="4922207" y="4956774"/>
            <a:ext cx="6423365" cy="738664"/>
          </a:xfrm>
          <a:prstGeom prst="rect">
            <a:avLst/>
          </a:prstGeom>
        </p:spPr>
        <p:txBody>
          <a:bodyPr wrap="square">
            <a:spAutoFit/>
          </a:bodyPr>
          <a:lstStyle/>
          <a:p>
            <a:r>
              <a:rPr lang="en-US" sz="1400"/>
              <a:t>In decision tress, we want to pick the attribute that best separate the classes. If information gain is higher, the split is useful and helps separate classes.</a:t>
            </a:r>
          </a:p>
          <a:p>
            <a:endParaRPr lang="en-US" sz="1400"/>
          </a:p>
        </p:txBody>
      </p:sp>
      <p:sp>
        <p:nvSpPr>
          <p:cNvPr id="14" name="TextBox 13">
            <a:extLst>
              <a:ext uri="{FF2B5EF4-FFF2-40B4-BE49-F238E27FC236}">
                <a16:creationId xmlns:a16="http://schemas.microsoft.com/office/drawing/2014/main" id="{E4788DA9-F4B7-0FC6-C159-10BD22E3CE59}"/>
              </a:ext>
            </a:extLst>
          </p:cNvPr>
          <p:cNvSpPr txBox="1"/>
          <p:nvPr/>
        </p:nvSpPr>
        <p:spPr>
          <a:xfrm>
            <a:off x="4980988" y="2582256"/>
            <a:ext cx="6094926" cy="738664"/>
          </a:xfrm>
          <a:prstGeom prst="rect">
            <a:avLst/>
          </a:prstGeom>
          <a:noFill/>
        </p:spPr>
        <p:txBody>
          <a:bodyPr wrap="square">
            <a:spAutoFit/>
          </a:bodyPr>
          <a:lstStyle/>
          <a:p>
            <a:pPr marL="285750" indent="-285750">
              <a:buFont typeface="Arial" panose="020B0604020202020204" pitchFamily="34" charset="0"/>
              <a:buChar char="•"/>
            </a:pPr>
            <a:r>
              <a:rPr lang="en-US" sz="1400"/>
              <a:t>If all samples in the dataset belongs to same class – no uncertainty</a:t>
            </a:r>
          </a:p>
          <a:p>
            <a:pPr marL="285750" indent="-285750">
              <a:buFont typeface="Arial" panose="020B0604020202020204" pitchFamily="34" charset="0"/>
              <a:buChar char="•"/>
            </a:pPr>
            <a:r>
              <a:rPr lang="en-US" sz="1400"/>
              <a:t>If classes are mixed equally – maximum uncertainty</a:t>
            </a:r>
          </a:p>
          <a:p>
            <a:pPr marL="285750" indent="-285750">
              <a:buFont typeface="Arial" panose="020B0604020202020204" pitchFamily="34" charset="0"/>
              <a:buChar char="•"/>
            </a:pPr>
            <a:r>
              <a:rPr lang="en-US" sz="1400"/>
              <a:t>Decision Tress prefer splits that reduce uncertainty to the most</a:t>
            </a:r>
          </a:p>
        </p:txBody>
      </p:sp>
    </p:spTree>
    <p:extLst>
      <p:ext uri="{BB962C8B-B14F-4D97-AF65-F5344CB8AC3E}">
        <p14:creationId xmlns:p14="http://schemas.microsoft.com/office/powerpoint/2010/main" val="34116357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79916-8CCB-25E7-E54F-37D42665360C}"/>
            </a:ext>
          </a:extLst>
        </p:cNvPr>
        <p:cNvGrpSpPr/>
        <p:nvPr/>
      </p:nvGrpSpPr>
      <p:grpSpPr>
        <a:xfrm>
          <a:off x="0" y="0"/>
          <a:ext cx="0" cy="0"/>
          <a:chOff x="0" y="0"/>
          <a:chExt cx="0" cy="0"/>
        </a:xfrm>
      </p:grpSpPr>
      <p:sp>
        <p:nvSpPr>
          <p:cNvPr id="21" name="Title 8">
            <a:extLst>
              <a:ext uri="{FF2B5EF4-FFF2-40B4-BE49-F238E27FC236}">
                <a16:creationId xmlns:a16="http://schemas.microsoft.com/office/drawing/2014/main" id="{BE689C7B-5FCF-19AA-97A5-C33A622BB52B}"/>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Algorithm 5 – Decision Tree – contd..</a:t>
            </a:r>
            <a:endParaRPr lang="en-US" sz="2400">
              <a:solidFill>
                <a:srgbClr val="002060"/>
              </a:solidFill>
            </a:endParaRPr>
          </a:p>
        </p:txBody>
      </p:sp>
      <p:sp>
        <p:nvSpPr>
          <p:cNvPr id="3" name="Slide Number Placeholder 1">
            <a:extLst>
              <a:ext uri="{FF2B5EF4-FFF2-40B4-BE49-F238E27FC236}">
                <a16:creationId xmlns:a16="http://schemas.microsoft.com/office/drawing/2014/main" id="{795445DD-CC2E-8035-7C14-2227889F9701}"/>
              </a:ext>
            </a:extLst>
          </p:cNvPr>
          <p:cNvSpPr>
            <a:spLocks noGrp="1"/>
          </p:cNvSpPr>
          <p:nvPr>
            <p:ph type="sldNum" sz="quarter" idx="10"/>
          </p:nvPr>
        </p:nvSpPr>
        <p:spPr>
          <a:xfrm>
            <a:off x="10142220" y="6515100"/>
            <a:ext cx="1554480" cy="91440"/>
          </a:xfrm>
        </p:spPr>
        <p:txBody>
          <a:bodyPr/>
          <a:lstStyle/>
          <a:p>
            <a:fld id="{48FFE6E1-85EB-9E42-824B-7CC9267ED8B9}" type="slidenum">
              <a:rPr lang="en-US" smtClean="0"/>
              <a:pPr/>
              <a:t>23</a:t>
            </a:fld>
            <a:endParaRPr lang="en-US"/>
          </a:p>
        </p:txBody>
      </p:sp>
      <p:pic>
        <p:nvPicPr>
          <p:cNvPr id="4" name="Picture 3">
            <a:extLst>
              <a:ext uri="{FF2B5EF4-FFF2-40B4-BE49-F238E27FC236}">
                <a16:creationId xmlns:a16="http://schemas.microsoft.com/office/drawing/2014/main" id="{2B759CD8-8389-A2BC-AC53-7EAA88C3B529}"/>
              </a:ext>
            </a:extLst>
          </p:cNvPr>
          <p:cNvPicPr>
            <a:picLocks noChangeAspect="1"/>
          </p:cNvPicPr>
          <p:nvPr/>
        </p:nvPicPr>
        <p:blipFill>
          <a:blip r:embed="rId2"/>
          <a:stretch>
            <a:fillRect/>
          </a:stretch>
        </p:blipFill>
        <p:spPr>
          <a:xfrm>
            <a:off x="553072" y="1528500"/>
            <a:ext cx="4390252" cy="5143273"/>
          </a:xfrm>
          <a:prstGeom prst="rect">
            <a:avLst/>
          </a:prstGeom>
          <a:ln w="22225">
            <a:solidFill>
              <a:srgbClr val="FF0000"/>
            </a:solidFill>
          </a:ln>
        </p:spPr>
      </p:pic>
      <p:sp>
        <p:nvSpPr>
          <p:cNvPr id="12" name="TextBox 11">
            <a:extLst>
              <a:ext uri="{FF2B5EF4-FFF2-40B4-BE49-F238E27FC236}">
                <a16:creationId xmlns:a16="http://schemas.microsoft.com/office/drawing/2014/main" id="{40142C28-6C5D-D823-AC27-30D13986E9FA}"/>
              </a:ext>
            </a:extLst>
          </p:cNvPr>
          <p:cNvSpPr txBox="1"/>
          <p:nvPr/>
        </p:nvSpPr>
        <p:spPr>
          <a:xfrm>
            <a:off x="472699" y="1036154"/>
            <a:ext cx="4830168" cy="338554"/>
          </a:xfrm>
          <a:prstGeom prst="rect">
            <a:avLst/>
          </a:prstGeom>
          <a:noFill/>
        </p:spPr>
        <p:txBody>
          <a:bodyPr wrap="none" rtlCol="0">
            <a:spAutoFit/>
          </a:bodyPr>
          <a:lstStyle/>
          <a:p>
            <a:r>
              <a:rPr lang="en-US" sz="1600" b="1"/>
              <a:t>Computing Information Gain for Feature - Fever</a:t>
            </a:r>
          </a:p>
        </p:txBody>
      </p: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78E32386-F14B-F081-951E-86FF5E30CFAD}"/>
                  </a:ext>
                </a:extLst>
              </p:cNvPr>
              <p:cNvSpPr txBox="1"/>
              <p:nvPr/>
            </p:nvSpPr>
            <p:spPr>
              <a:xfrm>
                <a:off x="6323579" y="1337163"/>
                <a:ext cx="3976538" cy="5352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𝐼𝐺</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𝑆</m:t>
                          </m:r>
                          <m:r>
                            <a:rPr lang="en-US" sz="1400" b="0" i="1" smtClean="0">
                              <a:latin typeface="Cambria Math" panose="02040503050406030204" pitchFamily="18" charset="0"/>
                            </a:rPr>
                            <m:t>, </m:t>
                          </m:r>
                          <m:r>
                            <a:rPr lang="en-US" sz="1400" b="0" i="1" smtClean="0">
                              <a:latin typeface="Cambria Math" panose="02040503050406030204" pitchFamily="18" charset="0"/>
                            </a:rPr>
                            <m:t>𝐴</m:t>
                          </m:r>
                        </m:e>
                      </m:d>
                      <m:r>
                        <a:rPr lang="en-US" sz="1400" b="0" i="1" smtClean="0">
                          <a:latin typeface="Cambria Math" panose="02040503050406030204" pitchFamily="18" charset="0"/>
                        </a:rPr>
                        <m:t>=</m:t>
                      </m:r>
                      <m:r>
                        <a:rPr lang="en-US" sz="1400" b="0" i="1" smtClean="0">
                          <a:latin typeface="Cambria Math" panose="02040503050406030204" pitchFamily="18" charset="0"/>
                        </a:rPr>
                        <m:t>𝐸𝑛𝑡𝑟𝑜𝑝𝑦</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𝑆</m:t>
                          </m:r>
                        </m:e>
                      </m:d>
                      <m:r>
                        <a:rPr lang="en-US" sz="1400" b="0" i="1" smtClean="0">
                          <a:latin typeface="Cambria Math" panose="02040503050406030204" pitchFamily="18" charset="0"/>
                        </a:rPr>
                        <m:t>− </m:t>
                      </m:r>
                      <m:nary>
                        <m:naryPr>
                          <m:chr m:val="∑"/>
                          <m:subHide m:val="on"/>
                          <m:supHide m:val="on"/>
                          <m:ctrlPr>
                            <a:rPr lang="en-US" sz="1400" b="0" i="1" smtClean="0">
                              <a:latin typeface="Cambria Math" panose="02040503050406030204" pitchFamily="18" charset="0"/>
                            </a:rPr>
                          </m:ctrlPr>
                        </m:naryPr>
                        <m:sub/>
                        <m:sup/>
                        <m:e>
                          <m:d>
                            <m:dPr>
                              <m:ctrlPr>
                                <a:rPr lang="en-US" sz="1400" b="0" i="1" smtClean="0">
                                  <a:latin typeface="Cambria Math" panose="02040503050406030204" pitchFamily="18" charset="0"/>
                                </a:rPr>
                              </m:ctrlPr>
                            </m:dPr>
                            <m:e>
                              <m:f>
                                <m:fPr>
                                  <m:ctrlPr>
                                    <a:rPr lang="en-US" sz="1400" b="0" i="1" smtClean="0">
                                      <a:latin typeface="Cambria Math" panose="02040503050406030204" pitchFamily="18" charset="0"/>
                                    </a:rPr>
                                  </m:ctrlPr>
                                </m:fPr>
                                <m:num>
                                  <m:d>
                                    <m:dPr>
                                      <m:begChr m:val="|"/>
                                      <m:endChr m:val="|"/>
                                      <m:ctrlPr>
                                        <a:rPr lang="en-US" sz="1400" i="1">
                                          <a:latin typeface="Cambria Math" panose="02040503050406030204" pitchFamily="18" charset="0"/>
                                        </a:rPr>
                                      </m:ctrlPr>
                                    </m:dPr>
                                    <m:e>
                                      <m:r>
                                        <a:rPr lang="en-US" sz="1400" i="1">
                                          <a:latin typeface="Cambria Math" panose="02040503050406030204" pitchFamily="18" charset="0"/>
                                        </a:rPr>
                                        <m:t>𝑆</m:t>
                                      </m:r>
                                      <m:r>
                                        <a:rPr lang="en-US" sz="1400" i="1" baseline="-25000">
                                          <a:latin typeface="Cambria Math" panose="02040503050406030204" pitchFamily="18" charset="0"/>
                                        </a:rPr>
                                        <m:t>𝑣</m:t>
                                      </m:r>
                                    </m:e>
                                  </m:d>
                                </m:num>
                                <m:den>
                                  <m:d>
                                    <m:dPr>
                                      <m:begChr m:val="|"/>
                                      <m:endChr m:val="|"/>
                                      <m:ctrlPr>
                                        <a:rPr lang="en-US" sz="1400" i="1">
                                          <a:latin typeface="Cambria Math" panose="02040503050406030204" pitchFamily="18" charset="0"/>
                                        </a:rPr>
                                      </m:ctrlPr>
                                    </m:dPr>
                                    <m:e>
                                      <m:r>
                                        <a:rPr lang="en-US" sz="1400" i="1">
                                          <a:latin typeface="Cambria Math" panose="02040503050406030204" pitchFamily="18" charset="0"/>
                                        </a:rPr>
                                        <m:t>𝑆</m:t>
                                      </m:r>
                                    </m:e>
                                  </m:d>
                                </m:den>
                              </m:f>
                            </m:e>
                          </m:d>
                          <m:r>
                            <a:rPr lang="en-US" sz="1400" b="0" i="1" smtClean="0">
                              <a:latin typeface="Cambria Math" panose="02040503050406030204" pitchFamily="18" charset="0"/>
                            </a:rPr>
                            <m:t>∗</m:t>
                          </m:r>
                          <m:r>
                            <a:rPr lang="en-US" sz="1400" b="0" i="1" smtClean="0">
                              <a:latin typeface="Cambria Math" panose="02040503050406030204" pitchFamily="18" charset="0"/>
                            </a:rPr>
                            <m:t>𝐸𝑛𝑡𝑟𝑜𝑝𝑦</m:t>
                          </m:r>
                          <m:r>
                            <a:rPr lang="en-US" sz="1400" b="0" i="1" smtClean="0">
                              <a:latin typeface="Cambria Math" panose="02040503050406030204" pitchFamily="18" charset="0"/>
                            </a:rPr>
                            <m:t>(</m:t>
                          </m:r>
                          <m:r>
                            <a:rPr lang="en-US" sz="1400" i="1">
                              <a:latin typeface="Cambria Math" panose="02040503050406030204" pitchFamily="18" charset="0"/>
                            </a:rPr>
                            <m:t>𝑆</m:t>
                          </m:r>
                          <m:r>
                            <a:rPr lang="en-US" sz="1400" i="1" baseline="-25000">
                              <a:latin typeface="Cambria Math" panose="02040503050406030204" pitchFamily="18" charset="0"/>
                            </a:rPr>
                            <m:t>𝑣</m:t>
                          </m:r>
                        </m:e>
                      </m:nary>
                      <m:r>
                        <a:rPr lang="en-US" sz="1400" b="0" i="1" smtClean="0">
                          <a:latin typeface="Cambria Math" panose="02040503050406030204" pitchFamily="18" charset="0"/>
                        </a:rPr>
                        <m:t>)</m:t>
                      </m:r>
                    </m:oMath>
                  </m:oMathPara>
                </a14:m>
                <a:endParaRPr lang="en-US" sz="1400"/>
              </a:p>
            </p:txBody>
          </p:sp>
        </mc:Choice>
        <mc:Fallback>
          <p:sp>
            <p:nvSpPr>
              <p:cNvPr id="22" name="TextBox 21">
                <a:extLst>
                  <a:ext uri="{FF2B5EF4-FFF2-40B4-BE49-F238E27FC236}">
                    <a16:creationId xmlns:a16="http://schemas.microsoft.com/office/drawing/2014/main" id="{78E32386-F14B-F081-951E-86FF5E30CFAD}"/>
                  </a:ext>
                </a:extLst>
              </p:cNvPr>
              <p:cNvSpPr txBox="1">
                <a:spLocks noRot="1" noChangeAspect="1" noMove="1" noResize="1" noEditPoints="1" noAdjustHandles="1" noChangeArrowheads="1" noChangeShapeType="1" noTextEdit="1"/>
              </p:cNvSpPr>
              <p:nvPr/>
            </p:nvSpPr>
            <p:spPr>
              <a:xfrm>
                <a:off x="6323579" y="1337163"/>
                <a:ext cx="3976538" cy="535275"/>
              </a:xfrm>
              <a:prstGeom prst="rect">
                <a:avLst/>
              </a:prstGeom>
              <a:blipFill>
                <a:blip r:embed="rId3"/>
                <a:stretch>
                  <a:fillRect l="-459" t="-138636" r="-919" b="-20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C883DFEE-3070-2E8E-B684-4F05C0A56D1A}"/>
                  </a:ext>
                </a:extLst>
              </p:cNvPr>
              <p:cNvSpPr txBox="1"/>
              <p:nvPr/>
            </p:nvSpPr>
            <p:spPr>
              <a:xfrm>
                <a:off x="5482137" y="4544968"/>
                <a:ext cx="5226367" cy="305981"/>
              </a:xfrm>
              <a:prstGeom prst="rect">
                <a:avLst/>
              </a:prstGeom>
              <a:noFill/>
            </p:spPr>
            <p:txBody>
              <a:bodyPr wrap="none" lIns="0" tIns="0" rIns="0" bIns="0" rtlCol="0">
                <a:spAutoFit/>
              </a:bodyPr>
              <a:lstStyle/>
              <a:p>
                <a14:m>
                  <m:oMath xmlns:m="http://schemas.openxmlformats.org/officeDocument/2006/math">
                    <m:r>
                      <a:rPr lang="en-US" sz="1400" b="0" i="1" smtClean="0">
                        <a:latin typeface="Cambria Math" panose="02040503050406030204" pitchFamily="18" charset="0"/>
                      </a:rPr>
                      <m:t>𝐹𝑜𝑟</m:t>
                    </m:r>
                    <m:r>
                      <a:rPr lang="en-US" sz="1400" b="0" i="1" smtClean="0">
                        <a:latin typeface="Cambria Math" panose="02040503050406030204" pitchFamily="18" charset="0"/>
                      </a:rPr>
                      <m:t> </m:t>
                    </m:r>
                    <m:r>
                      <a:rPr lang="en-US" sz="1400" b="0" i="1" smtClean="0">
                        <a:latin typeface="Cambria Math" panose="02040503050406030204" pitchFamily="18" charset="0"/>
                      </a:rPr>
                      <m:t>𝑣</m:t>
                    </m:r>
                    <m:r>
                      <a:rPr lang="en-US" sz="1400" b="0" i="1" smtClean="0">
                        <a:latin typeface="Cambria Math" panose="02040503050406030204" pitchFamily="18" charset="0"/>
                      </a:rPr>
                      <m:t>=</m:t>
                    </m:r>
                    <m:r>
                      <a:rPr lang="en-US" sz="1400" b="0" i="1" smtClean="0">
                        <a:latin typeface="Cambria Math" panose="02040503050406030204" pitchFamily="18" charset="0"/>
                      </a:rPr>
                      <m:t>𝑁𝑂</m:t>
                    </m:r>
                    <m:r>
                      <a:rPr lang="en-US" sz="1400" b="0" i="1" smtClean="0">
                        <a:latin typeface="Cambria Math" panose="02040503050406030204" pitchFamily="18" charset="0"/>
                      </a:rPr>
                      <m:t>,  </m:t>
                    </m:r>
                    <m:d>
                      <m:dPr>
                        <m:begChr m:val="|"/>
                        <m:endChr m:val="|"/>
                        <m:ctrlPr>
                          <a:rPr lang="en-US" sz="1400" b="0" i="1" smtClean="0">
                            <a:latin typeface="Cambria Math" panose="02040503050406030204" pitchFamily="18" charset="0"/>
                          </a:rPr>
                        </m:ctrlPr>
                      </m:dPr>
                      <m:e>
                        <m:r>
                          <a:rPr lang="en-US" sz="1400" i="1">
                            <a:latin typeface="Cambria Math" panose="02040503050406030204" pitchFamily="18" charset="0"/>
                          </a:rPr>
                          <m:t>𝑆</m:t>
                        </m:r>
                        <m:r>
                          <a:rPr lang="en-US" sz="1400" i="1" baseline="-25000">
                            <a:latin typeface="Cambria Math" panose="02040503050406030204" pitchFamily="18" charset="0"/>
                          </a:rPr>
                          <m:t>𝑣</m:t>
                        </m:r>
                      </m:e>
                    </m:d>
                    <m:r>
                      <a:rPr lang="en-US" sz="1400" b="0" i="1" smtClean="0">
                        <a:latin typeface="Cambria Math" panose="02040503050406030204" pitchFamily="18" charset="0"/>
                      </a:rPr>
                      <m:t>=6, </m:t>
                    </m:r>
                    <m:r>
                      <a:rPr lang="en-US" sz="1400" b="0" i="1" smtClean="0">
                        <a:latin typeface="Cambria Math" panose="02040503050406030204" pitchFamily="18" charset="0"/>
                      </a:rPr>
                      <m:t>𝐸𝑛𝑡𝑟𝑜𝑝𝑦</m:t>
                    </m:r>
                    <m:r>
                      <a:rPr lang="en-US" sz="1400" b="0" i="1" smtClean="0">
                        <a:latin typeface="Cambria Math" panose="02040503050406030204" pitchFamily="18" charset="0"/>
                      </a:rPr>
                      <m:t> (</m:t>
                    </m:r>
                    <m:r>
                      <a:rPr lang="en-US" sz="1400" i="1">
                        <a:latin typeface="Cambria Math" panose="02040503050406030204" pitchFamily="18" charset="0"/>
                      </a:rPr>
                      <m:t>𝑆</m:t>
                    </m:r>
                    <m:r>
                      <a:rPr lang="en-US" sz="1400" i="1" baseline="-25000">
                        <a:latin typeface="Cambria Math" panose="02040503050406030204" pitchFamily="18" charset="0"/>
                      </a:rPr>
                      <m:t>𝑣</m:t>
                    </m:r>
                  </m:oMath>
                </a14:m>
                <a:r>
                  <a:rPr lang="en-US" sz="1400"/>
                  <a:t>) = - (</a:t>
                </a:r>
                <a14:m>
                  <m:oMath xmlns:m="http://schemas.openxmlformats.org/officeDocument/2006/math">
                    <m:f>
                      <m:fPr>
                        <m:ctrlPr>
                          <a:rPr lang="en-US" sz="1400" i="1" smtClean="0">
                            <a:latin typeface="Cambria Math" panose="02040503050406030204" pitchFamily="18" charset="0"/>
                          </a:rPr>
                        </m:ctrlPr>
                      </m:fPr>
                      <m:num>
                        <m:r>
                          <a:rPr lang="en-US" sz="1400" b="0" i="1" smtClean="0">
                            <a:latin typeface="Cambria Math" panose="02040503050406030204" pitchFamily="18" charset="0"/>
                          </a:rPr>
                          <m:t>2</m:t>
                        </m:r>
                      </m:num>
                      <m:den>
                        <m:r>
                          <a:rPr lang="en-US" sz="1400" b="0" i="1" smtClean="0">
                            <a:latin typeface="Cambria Math" panose="02040503050406030204" pitchFamily="18" charset="0"/>
                          </a:rPr>
                          <m:t>6</m:t>
                        </m:r>
                      </m:den>
                    </m:f>
                    <m:r>
                      <a:rPr lang="en-US" sz="1400" b="0" i="1" smtClean="0">
                        <a:latin typeface="Cambria Math" panose="02040503050406030204" pitchFamily="18" charset="0"/>
                      </a:rPr>
                      <m:t>) ∗</m:t>
                    </m:r>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log</m:t>
                        </m:r>
                      </m:fName>
                      <m:e>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2</m:t>
                            </m:r>
                          </m:num>
                          <m:den>
                            <m:r>
                              <a:rPr lang="en-US" sz="1400" b="0" i="1" smtClean="0">
                                <a:latin typeface="Cambria Math" panose="02040503050406030204" pitchFamily="18" charset="0"/>
                              </a:rPr>
                              <m:t>6</m:t>
                            </m:r>
                          </m:den>
                        </m:f>
                      </m:e>
                    </m:func>
                  </m:oMath>
                </a14:m>
                <a:r>
                  <a:rPr lang="en-US" sz="1400"/>
                  <a:t>  - </a:t>
                </a:r>
                <a14:m>
                  <m:oMath xmlns:m="http://schemas.openxmlformats.org/officeDocument/2006/math">
                    <m:f>
                      <m:fPr>
                        <m:ctrlPr>
                          <a:rPr lang="en-US" sz="1400" i="1" smtClean="0">
                            <a:latin typeface="Cambria Math" panose="02040503050406030204" pitchFamily="18" charset="0"/>
                          </a:rPr>
                        </m:ctrlPr>
                      </m:fPr>
                      <m:num>
                        <m:r>
                          <a:rPr lang="en-US" sz="1400" b="0" i="1" smtClean="0">
                            <a:latin typeface="Cambria Math" panose="02040503050406030204" pitchFamily="18" charset="0"/>
                          </a:rPr>
                          <m:t>4</m:t>
                        </m:r>
                      </m:num>
                      <m:den>
                        <m:r>
                          <a:rPr lang="en-US" sz="1400" b="0" i="1" smtClean="0">
                            <a:latin typeface="Cambria Math" panose="02040503050406030204" pitchFamily="18" charset="0"/>
                          </a:rPr>
                          <m:t>6</m:t>
                        </m:r>
                      </m:den>
                    </m:f>
                  </m:oMath>
                </a14:m>
                <a:r>
                  <a:rPr lang="en-US" sz="1400"/>
                  <a:t>  </a:t>
                </a:r>
                <a14:m>
                  <m:oMath xmlns:m="http://schemas.openxmlformats.org/officeDocument/2006/math">
                    <m:func>
                      <m:funcPr>
                        <m:ctrlPr>
                          <a:rPr lang="en-US" sz="1400" i="1" dirty="0" smtClean="0">
                            <a:latin typeface="Cambria Math" panose="02040503050406030204" pitchFamily="18" charset="0"/>
                          </a:rPr>
                        </m:ctrlPr>
                      </m:funcPr>
                      <m:fName>
                        <m:sSub>
                          <m:sSubPr>
                            <m:ctrlPr>
                              <a:rPr lang="en-US" sz="1400" i="1" dirty="0" smtClean="0">
                                <a:latin typeface="Cambria Math" panose="02040503050406030204" pitchFamily="18" charset="0"/>
                              </a:rPr>
                            </m:ctrlPr>
                          </m:sSubPr>
                          <m:e>
                            <m:r>
                              <m:rPr>
                                <m:sty m:val="p"/>
                              </m:rPr>
                              <a:rPr lang="en-US" sz="1400" i="0" dirty="0" smtClean="0">
                                <a:latin typeface="Cambria Math" panose="02040503050406030204" pitchFamily="18" charset="0"/>
                              </a:rPr>
                              <m:t>log</m:t>
                            </m:r>
                          </m:e>
                          <m:sub>
                            <m:r>
                              <a:rPr lang="en-US" sz="1400" b="0" i="1" dirty="0" smtClean="0">
                                <a:latin typeface="Cambria Math" panose="02040503050406030204" pitchFamily="18" charset="0"/>
                              </a:rPr>
                              <m:t>2</m:t>
                            </m:r>
                          </m:sub>
                        </m:sSub>
                      </m:fName>
                      <m:e>
                        <m:f>
                          <m:fPr>
                            <m:ctrlPr>
                              <a:rPr lang="en-US" sz="1400" i="1" dirty="0" smtClean="0">
                                <a:latin typeface="Cambria Math" panose="02040503050406030204" pitchFamily="18" charset="0"/>
                              </a:rPr>
                            </m:ctrlPr>
                          </m:fPr>
                          <m:num>
                            <m:r>
                              <a:rPr lang="en-US" sz="1400" b="0" i="1" dirty="0" smtClean="0">
                                <a:latin typeface="Cambria Math" panose="02040503050406030204" pitchFamily="18" charset="0"/>
                              </a:rPr>
                              <m:t>4</m:t>
                            </m:r>
                          </m:num>
                          <m:den>
                            <m:r>
                              <a:rPr lang="en-US" sz="1400" b="0" i="1" dirty="0" smtClean="0">
                                <a:latin typeface="Cambria Math" panose="02040503050406030204" pitchFamily="18" charset="0"/>
                              </a:rPr>
                              <m:t>6</m:t>
                            </m:r>
                          </m:den>
                        </m:f>
                        <m:r>
                          <a:rPr lang="en-US" sz="1400" b="0" i="1" dirty="0" smtClean="0">
                            <a:latin typeface="Cambria Math" panose="02040503050406030204" pitchFamily="18" charset="0"/>
                          </a:rPr>
                          <m:t> =0.91</m:t>
                        </m:r>
                      </m:e>
                    </m:func>
                  </m:oMath>
                </a14:m>
                <a:endParaRPr lang="en-US" sz="1400"/>
              </a:p>
            </p:txBody>
          </p:sp>
        </mc:Choice>
        <mc:Fallback>
          <p:sp>
            <p:nvSpPr>
              <p:cNvPr id="23" name="TextBox 22">
                <a:extLst>
                  <a:ext uri="{FF2B5EF4-FFF2-40B4-BE49-F238E27FC236}">
                    <a16:creationId xmlns:a16="http://schemas.microsoft.com/office/drawing/2014/main" id="{C883DFEE-3070-2E8E-B684-4F05C0A56D1A}"/>
                  </a:ext>
                </a:extLst>
              </p:cNvPr>
              <p:cNvSpPr txBox="1">
                <a:spLocks noRot="1" noChangeAspect="1" noMove="1" noResize="1" noEditPoints="1" noAdjustHandles="1" noChangeArrowheads="1" noChangeShapeType="1" noTextEdit="1"/>
              </p:cNvSpPr>
              <p:nvPr/>
            </p:nvSpPr>
            <p:spPr>
              <a:xfrm>
                <a:off x="5482137" y="4544968"/>
                <a:ext cx="5226367" cy="305981"/>
              </a:xfrm>
              <a:prstGeom prst="rect">
                <a:avLst/>
              </a:prstGeom>
              <a:blipFill>
                <a:blip r:embed="rId4"/>
                <a:stretch>
                  <a:fillRect l="-1166" t="-6000" b="-2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2D8D4DCF-B29D-F286-45F1-5C1FDB2D47D6}"/>
                  </a:ext>
                </a:extLst>
              </p:cNvPr>
              <p:cNvSpPr txBox="1"/>
              <p:nvPr/>
            </p:nvSpPr>
            <p:spPr>
              <a:xfrm>
                <a:off x="5441497" y="5164728"/>
                <a:ext cx="5571269" cy="306109"/>
              </a:xfrm>
              <a:prstGeom prst="rect">
                <a:avLst/>
              </a:prstGeom>
              <a:noFill/>
            </p:spPr>
            <p:txBody>
              <a:bodyPr wrap="none" lIns="0" tIns="0" rIns="0" bIns="0" rtlCol="0">
                <a:spAutoFit/>
              </a:bodyPr>
              <a:lstStyle/>
              <a:p>
                <a14:m>
                  <m:oMath xmlns:m="http://schemas.openxmlformats.org/officeDocument/2006/math">
                    <m:r>
                      <a:rPr lang="en-US" sz="1400" b="0" i="1" smtClean="0">
                        <a:latin typeface="Cambria Math" panose="02040503050406030204" pitchFamily="18" charset="0"/>
                      </a:rPr>
                      <m:t>𝐹𝑜𝑟</m:t>
                    </m:r>
                    <m:r>
                      <a:rPr lang="en-US" sz="1400" b="0" i="1" smtClean="0">
                        <a:latin typeface="Cambria Math" panose="02040503050406030204" pitchFamily="18" charset="0"/>
                      </a:rPr>
                      <m:t> </m:t>
                    </m:r>
                    <m:r>
                      <a:rPr lang="en-US" sz="1400" b="0" i="1" smtClean="0">
                        <a:latin typeface="Cambria Math" panose="02040503050406030204" pitchFamily="18" charset="0"/>
                      </a:rPr>
                      <m:t>𝑣</m:t>
                    </m:r>
                    <m:r>
                      <a:rPr lang="en-US" sz="1400" b="0" i="1" smtClean="0">
                        <a:latin typeface="Cambria Math" panose="02040503050406030204" pitchFamily="18" charset="0"/>
                      </a:rPr>
                      <m:t>=</m:t>
                    </m:r>
                    <m:r>
                      <a:rPr lang="en-US" sz="1400" b="0" i="1" smtClean="0">
                        <a:latin typeface="Cambria Math" panose="02040503050406030204" pitchFamily="18" charset="0"/>
                      </a:rPr>
                      <m:t>𝑌𝐸𝑆</m:t>
                    </m:r>
                    <m:r>
                      <a:rPr lang="en-US" sz="1400" b="0" i="1" smtClean="0">
                        <a:latin typeface="Cambria Math" panose="02040503050406030204" pitchFamily="18" charset="0"/>
                      </a:rPr>
                      <m:t>,  </m:t>
                    </m:r>
                    <m:d>
                      <m:dPr>
                        <m:begChr m:val="|"/>
                        <m:endChr m:val="|"/>
                        <m:ctrlPr>
                          <a:rPr lang="en-US" sz="1400" b="0" i="1" smtClean="0">
                            <a:latin typeface="Cambria Math" panose="02040503050406030204" pitchFamily="18" charset="0"/>
                          </a:rPr>
                        </m:ctrlPr>
                      </m:dPr>
                      <m:e>
                        <m:r>
                          <a:rPr lang="en-US" sz="1400" i="1">
                            <a:latin typeface="Cambria Math" panose="02040503050406030204" pitchFamily="18" charset="0"/>
                          </a:rPr>
                          <m:t>𝑆</m:t>
                        </m:r>
                        <m:r>
                          <a:rPr lang="en-US" sz="1400" i="1" baseline="-25000">
                            <a:latin typeface="Cambria Math" panose="02040503050406030204" pitchFamily="18" charset="0"/>
                          </a:rPr>
                          <m:t>𝑣</m:t>
                        </m:r>
                      </m:e>
                    </m:d>
                    <m:r>
                      <a:rPr lang="en-US" sz="1400" b="0" i="1" smtClean="0">
                        <a:latin typeface="Cambria Math" panose="02040503050406030204" pitchFamily="18" charset="0"/>
                      </a:rPr>
                      <m:t>=8, </m:t>
                    </m:r>
                    <m:r>
                      <a:rPr lang="en-US" sz="1400" b="0" i="1" smtClean="0">
                        <a:latin typeface="Cambria Math" panose="02040503050406030204" pitchFamily="18" charset="0"/>
                      </a:rPr>
                      <m:t>𝐸𝑛𝑡𝑟𝑜𝑝𝑦</m:t>
                    </m:r>
                    <m:r>
                      <a:rPr lang="en-US" sz="1400" b="0" i="1" smtClean="0">
                        <a:latin typeface="Cambria Math" panose="02040503050406030204" pitchFamily="18" charset="0"/>
                      </a:rPr>
                      <m:t> (</m:t>
                    </m:r>
                    <m:r>
                      <a:rPr lang="en-US" sz="1400" i="1">
                        <a:latin typeface="Cambria Math" panose="02040503050406030204" pitchFamily="18" charset="0"/>
                      </a:rPr>
                      <m:t>𝑆</m:t>
                    </m:r>
                    <m:r>
                      <a:rPr lang="en-US" sz="1400" i="1" baseline="-25000">
                        <a:latin typeface="Cambria Math" panose="02040503050406030204" pitchFamily="18" charset="0"/>
                      </a:rPr>
                      <m:t>𝑣</m:t>
                    </m:r>
                  </m:oMath>
                </a14:m>
                <a:r>
                  <a:rPr lang="en-US" sz="1400"/>
                  <a:t>) = - (</a:t>
                </a:r>
                <a14:m>
                  <m:oMath xmlns:m="http://schemas.openxmlformats.org/officeDocument/2006/math">
                    <m:f>
                      <m:fPr>
                        <m:ctrlPr>
                          <a:rPr lang="en-US" sz="1400" i="1" smtClean="0">
                            <a:latin typeface="Cambria Math" panose="02040503050406030204" pitchFamily="18" charset="0"/>
                          </a:rPr>
                        </m:ctrlPr>
                      </m:fPr>
                      <m:num>
                        <m:r>
                          <a:rPr lang="en-US" sz="1400" b="0" i="1" smtClean="0">
                            <a:latin typeface="Cambria Math" panose="02040503050406030204" pitchFamily="18" charset="0"/>
                          </a:rPr>
                          <m:t>6</m:t>
                        </m:r>
                      </m:num>
                      <m:den>
                        <m:r>
                          <a:rPr lang="en-US" sz="1400" b="0" i="1" smtClean="0">
                            <a:latin typeface="Cambria Math" panose="02040503050406030204" pitchFamily="18" charset="0"/>
                          </a:rPr>
                          <m:t>8</m:t>
                        </m:r>
                      </m:den>
                    </m:f>
                    <m:r>
                      <a:rPr lang="en-US" sz="1400" b="0" i="1" smtClean="0">
                        <a:latin typeface="Cambria Math" panose="02040503050406030204" pitchFamily="18" charset="0"/>
                      </a:rPr>
                      <m:t>) ∗</m:t>
                    </m:r>
                    <m:func>
                      <m:funcPr>
                        <m:ctrlPr>
                          <a:rPr lang="en-US" sz="1400" b="0" i="1" smtClean="0">
                            <a:latin typeface="Cambria Math" panose="02040503050406030204" pitchFamily="18" charset="0"/>
                          </a:rPr>
                        </m:ctrlPr>
                      </m:funcPr>
                      <m:fName>
                        <m:func>
                          <m:funcPr>
                            <m:ctrlPr>
                              <a:rPr lang="en-US" sz="1400" b="0" i="1" smtClean="0">
                                <a:latin typeface="Cambria Math" panose="02040503050406030204" pitchFamily="18" charset="0"/>
                              </a:rPr>
                            </m:ctrlPr>
                          </m:funcPr>
                          <m:fName>
                            <m:sSub>
                              <m:sSubPr>
                                <m:ctrlPr>
                                  <a:rPr lang="en-US" sz="1400" b="0" i="1" smtClean="0">
                                    <a:latin typeface="Cambria Math" panose="02040503050406030204" pitchFamily="18" charset="0"/>
                                  </a:rPr>
                                </m:ctrlPr>
                              </m:sSubPr>
                              <m:e>
                                <m:r>
                                  <m:rPr>
                                    <m:sty m:val="p"/>
                                  </m:rPr>
                                  <a:rPr lang="en-US" sz="1400" b="0" i="0" smtClean="0">
                                    <a:latin typeface="Cambria Math" panose="02040503050406030204" pitchFamily="18" charset="0"/>
                                  </a:rPr>
                                  <m:t>log</m:t>
                                </m:r>
                              </m:e>
                              <m:sub>
                                <m:r>
                                  <a:rPr lang="en-US" sz="1400" b="0" i="1" smtClean="0">
                                    <a:latin typeface="Cambria Math" panose="02040503050406030204" pitchFamily="18" charset="0"/>
                                  </a:rPr>
                                  <m:t>2</m:t>
                                </m:r>
                              </m:sub>
                            </m:sSub>
                          </m:fName>
                          <m:e>
                            <m:f>
                              <m:fPr>
                                <m:ctrlPr>
                                  <a:rPr lang="en-US" sz="1400" i="1">
                                    <a:latin typeface="Cambria Math" panose="02040503050406030204" pitchFamily="18" charset="0"/>
                                  </a:rPr>
                                </m:ctrlPr>
                              </m:fPr>
                              <m:num>
                                <m:r>
                                  <a:rPr lang="en-US" sz="1400" b="0" i="1" smtClean="0">
                                    <a:latin typeface="Cambria Math" panose="02040503050406030204" pitchFamily="18" charset="0"/>
                                  </a:rPr>
                                  <m:t>6</m:t>
                                </m:r>
                              </m:num>
                              <m:den>
                                <m:r>
                                  <a:rPr lang="en-US" sz="1400" b="0" i="1" smtClean="0">
                                    <a:latin typeface="Cambria Math" panose="02040503050406030204" pitchFamily="18" charset="0"/>
                                  </a:rPr>
                                  <m:t>8</m:t>
                                </m:r>
                              </m:den>
                            </m:f>
                          </m:e>
                        </m:func>
                      </m:fName>
                      <m:e/>
                    </m:func>
                  </m:oMath>
                </a14:m>
                <a:r>
                  <a:rPr lang="en-US" sz="1400"/>
                  <a:t>  - </a:t>
                </a:r>
                <a14:m>
                  <m:oMath xmlns:m="http://schemas.openxmlformats.org/officeDocument/2006/math">
                    <m:f>
                      <m:fPr>
                        <m:ctrlPr>
                          <a:rPr lang="en-US" sz="1400" i="1" smtClean="0">
                            <a:latin typeface="Cambria Math" panose="02040503050406030204" pitchFamily="18" charset="0"/>
                          </a:rPr>
                        </m:ctrlPr>
                      </m:fPr>
                      <m:num>
                        <m:r>
                          <a:rPr lang="en-US" sz="1400" b="0" i="1" smtClean="0">
                            <a:latin typeface="Cambria Math" panose="02040503050406030204" pitchFamily="18" charset="0"/>
                          </a:rPr>
                          <m:t>2</m:t>
                        </m:r>
                      </m:num>
                      <m:den>
                        <m:r>
                          <a:rPr lang="en-US" sz="1400" b="0" i="1" smtClean="0">
                            <a:latin typeface="Cambria Math" panose="02040503050406030204" pitchFamily="18" charset="0"/>
                          </a:rPr>
                          <m:t>8</m:t>
                        </m:r>
                      </m:den>
                    </m:f>
                  </m:oMath>
                </a14:m>
                <a:r>
                  <a:rPr lang="en-US" sz="1400"/>
                  <a:t>  </a:t>
                </a:r>
                <a14:m>
                  <m:oMath xmlns:m="http://schemas.openxmlformats.org/officeDocument/2006/math">
                    <m:func>
                      <m:funcPr>
                        <m:ctrlPr>
                          <a:rPr lang="en-US" sz="1400" i="1" dirty="0" smtClean="0">
                            <a:latin typeface="Cambria Math" panose="02040503050406030204" pitchFamily="18" charset="0"/>
                          </a:rPr>
                        </m:ctrlPr>
                      </m:funcPr>
                      <m:fName>
                        <m:sSub>
                          <m:sSubPr>
                            <m:ctrlPr>
                              <a:rPr lang="en-US" sz="1400" i="1" dirty="0" smtClean="0">
                                <a:latin typeface="Cambria Math" panose="02040503050406030204" pitchFamily="18" charset="0"/>
                              </a:rPr>
                            </m:ctrlPr>
                          </m:sSubPr>
                          <m:e>
                            <m:r>
                              <m:rPr>
                                <m:sty m:val="p"/>
                              </m:rPr>
                              <a:rPr lang="en-US" sz="1400" i="0" dirty="0" smtClean="0">
                                <a:latin typeface="Cambria Math" panose="02040503050406030204" pitchFamily="18" charset="0"/>
                              </a:rPr>
                              <m:t>log</m:t>
                            </m:r>
                          </m:e>
                          <m:sub>
                            <m:r>
                              <a:rPr lang="en-US" sz="1400" b="0" i="1" dirty="0" smtClean="0">
                                <a:latin typeface="Cambria Math" panose="02040503050406030204" pitchFamily="18" charset="0"/>
                              </a:rPr>
                              <m:t>2</m:t>
                            </m:r>
                          </m:sub>
                        </m:sSub>
                      </m:fName>
                      <m:e>
                        <m:f>
                          <m:fPr>
                            <m:ctrlPr>
                              <a:rPr lang="en-US" sz="1400" i="1" dirty="0" smtClean="0">
                                <a:latin typeface="Cambria Math" panose="02040503050406030204" pitchFamily="18" charset="0"/>
                              </a:rPr>
                            </m:ctrlPr>
                          </m:fPr>
                          <m:num>
                            <m:r>
                              <a:rPr lang="en-US" sz="1400" b="0" i="1" dirty="0" smtClean="0">
                                <a:latin typeface="Cambria Math" panose="02040503050406030204" pitchFamily="18" charset="0"/>
                              </a:rPr>
                              <m:t>2</m:t>
                            </m:r>
                          </m:num>
                          <m:den>
                            <m:r>
                              <a:rPr lang="en-US" sz="1400" b="0" i="1" dirty="0" smtClean="0">
                                <a:latin typeface="Cambria Math" panose="02040503050406030204" pitchFamily="18" charset="0"/>
                              </a:rPr>
                              <m:t>8</m:t>
                            </m:r>
                          </m:den>
                        </m:f>
                        <m:r>
                          <a:rPr lang="en-US" sz="1400" b="0" i="1" dirty="0" smtClean="0">
                            <a:latin typeface="Cambria Math" panose="02040503050406030204" pitchFamily="18" charset="0"/>
                          </a:rPr>
                          <m:t> =0.81</m:t>
                        </m:r>
                      </m:e>
                    </m:func>
                  </m:oMath>
                </a14:m>
                <a:endParaRPr lang="en-US" sz="1400"/>
              </a:p>
            </p:txBody>
          </p:sp>
        </mc:Choice>
        <mc:Fallback>
          <p:sp>
            <p:nvSpPr>
              <p:cNvPr id="24" name="TextBox 23">
                <a:extLst>
                  <a:ext uri="{FF2B5EF4-FFF2-40B4-BE49-F238E27FC236}">
                    <a16:creationId xmlns:a16="http://schemas.microsoft.com/office/drawing/2014/main" id="{2D8D4DCF-B29D-F286-45F1-5C1FDB2D47D6}"/>
                  </a:ext>
                </a:extLst>
              </p:cNvPr>
              <p:cNvSpPr txBox="1">
                <a:spLocks noRot="1" noChangeAspect="1" noMove="1" noResize="1" noEditPoints="1" noAdjustHandles="1" noChangeArrowheads="1" noChangeShapeType="1" noTextEdit="1"/>
              </p:cNvSpPr>
              <p:nvPr/>
            </p:nvSpPr>
            <p:spPr>
              <a:xfrm>
                <a:off x="5441497" y="5164728"/>
                <a:ext cx="5571269" cy="306109"/>
              </a:xfrm>
              <a:prstGeom prst="rect">
                <a:avLst/>
              </a:prstGeom>
              <a:blipFill>
                <a:blip r:embed="rId5"/>
                <a:stretch>
                  <a:fillRect l="-1094" t="-4000" r="-109" b="-2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Rectangle 24">
                <a:extLst>
                  <a:ext uri="{FF2B5EF4-FFF2-40B4-BE49-F238E27FC236}">
                    <a16:creationId xmlns:a16="http://schemas.microsoft.com/office/drawing/2014/main" id="{6944C6BF-B643-6E28-09B1-27B910358479}"/>
                  </a:ext>
                </a:extLst>
              </p:cNvPr>
              <p:cNvSpPr/>
              <p:nvPr/>
            </p:nvSpPr>
            <p:spPr>
              <a:xfrm>
                <a:off x="5384419" y="5686236"/>
                <a:ext cx="6312281" cy="830356"/>
              </a:xfrm>
              <a:prstGeom prst="rect">
                <a:avLst/>
              </a:prstGeom>
            </p:spPr>
            <p:txBody>
              <a:bodyPr wrap="square">
                <a:spAutoFit/>
              </a:bodyPr>
              <a:lstStyle/>
              <a:p>
                <a:r>
                  <a:rPr lang="en-US" sz="1200" b="1" i="1">
                    <a:latin typeface="Cambria Math" panose="02040503050406030204" pitchFamily="18" charset="0"/>
                  </a:rPr>
                  <a:t>Expanding the Summation for the Information Gain</a:t>
                </a:r>
              </a:p>
              <a:p>
                <a14:m>
                  <m:oMath xmlns:m="http://schemas.openxmlformats.org/officeDocument/2006/math">
                    <m:r>
                      <a:rPr lang="en-US" sz="1200" i="1" smtClean="0">
                        <a:latin typeface="Cambria Math" panose="02040503050406030204" pitchFamily="18" charset="0"/>
                      </a:rPr>
                      <m:t>𝐼𝐺</m:t>
                    </m:r>
                    <m:d>
                      <m:dPr>
                        <m:ctrlPr>
                          <a:rPr lang="en-US" sz="1200" i="1">
                            <a:latin typeface="Cambria Math" panose="02040503050406030204" pitchFamily="18" charset="0"/>
                          </a:rPr>
                        </m:ctrlPr>
                      </m:dPr>
                      <m:e>
                        <m:r>
                          <a:rPr lang="en-US" sz="1200" i="1">
                            <a:latin typeface="Cambria Math" panose="02040503050406030204" pitchFamily="18" charset="0"/>
                          </a:rPr>
                          <m:t>𝑆</m:t>
                        </m:r>
                        <m:r>
                          <a:rPr lang="en-US" sz="1200" i="1">
                            <a:latin typeface="Cambria Math" panose="02040503050406030204" pitchFamily="18" charset="0"/>
                          </a:rPr>
                          <m:t>, </m:t>
                        </m:r>
                        <m:r>
                          <a:rPr lang="en-US" sz="1200" b="0" i="1" smtClean="0">
                            <a:latin typeface="Cambria Math" panose="02040503050406030204" pitchFamily="18" charset="0"/>
                          </a:rPr>
                          <m:t>𝐹𝑒𝑣𝑒𝑟</m:t>
                        </m:r>
                      </m:e>
                    </m:d>
                    <m:r>
                      <a:rPr lang="en-US" sz="1200" i="1">
                        <a:latin typeface="Cambria Math" panose="02040503050406030204" pitchFamily="18" charset="0"/>
                      </a:rPr>
                      <m:t>=</m:t>
                    </m:r>
                    <m:r>
                      <a:rPr lang="en-US" sz="1200" i="1">
                        <a:latin typeface="Cambria Math" panose="02040503050406030204" pitchFamily="18" charset="0"/>
                      </a:rPr>
                      <m:t>𝐸𝑛𝑡𝑟𝑜𝑝𝑦</m:t>
                    </m:r>
                    <m:d>
                      <m:dPr>
                        <m:ctrlPr>
                          <a:rPr lang="en-US" sz="1200" i="1">
                            <a:latin typeface="Cambria Math" panose="02040503050406030204" pitchFamily="18" charset="0"/>
                          </a:rPr>
                        </m:ctrlPr>
                      </m:dPr>
                      <m:e>
                        <m:r>
                          <a:rPr lang="en-US" sz="1200" i="1">
                            <a:latin typeface="Cambria Math" panose="02040503050406030204" pitchFamily="18" charset="0"/>
                          </a:rPr>
                          <m:t>𝑆</m:t>
                        </m:r>
                      </m:e>
                    </m:d>
                    <m:r>
                      <a:rPr lang="en-US" sz="1200" i="1">
                        <a:latin typeface="Cambria Math" panose="02040503050406030204" pitchFamily="18" charset="0"/>
                      </a:rPr>
                      <m:t>−</m:t>
                    </m:r>
                    <m:d>
                      <m:dPr>
                        <m:ctrlPr>
                          <a:rPr lang="en-US" sz="1200" b="0" i="1" smtClean="0">
                            <a:latin typeface="Cambria Math" panose="02040503050406030204" pitchFamily="18" charset="0"/>
                          </a:rPr>
                        </m:ctrlPr>
                      </m:dPr>
                      <m:e>
                        <m:f>
                          <m:fPr>
                            <m:ctrlPr>
                              <a:rPr lang="en-US" sz="1200" i="1">
                                <a:latin typeface="Cambria Math" panose="02040503050406030204" pitchFamily="18" charset="0"/>
                              </a:rPr>
                            </m:ctrlPr>
                          </m:fPr>
                          <m:num>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𝑆</m:t>
                                </m:r>
                                <m:r>
                                  <a:rPr lang="en-US" sz="1200" b="0" i="1" baseline="-25000" smtClean="0">
                                    <a:latin typeface="Cambria Math" panose="02040503050406030204" pitchFamily="18" charset="0"/>
                                  </a:rPr>
                                  <m:t>𝑌𝐸𝑆</m:t>
                                </m:r>
                              </m:e>
                            </m:d>
                          </m:num>
                          <m:den>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𝑆</m:t>
                                </m:r>
                              </m:e>
                            </m:d>
                          </m:den>
                        </m:f>
                      </m:e>
                    </m:d>
                    <m:r>
                      <a:rPr lang="en-US" sz="1200" b="0" i="1" smtClean="0">
                        <a:latin typeface="Cambria Math" panose="02040503050406030204" pitchFamily="18" charset="0"/>
                      </a:rPr>
                      <m:t> ∗</m:t>
                    </m:r>
                    <m:r>
                      <a:rPr lang="en-US" sz="1200" b="0" i="1" smtClean="0">
                        <a:latin typeface="Cambria Math" panose="02040503050406030204" pitchFamily="18" charset="0"/>
                      </a:rPr>
                      <m:t>𝐸𝑛𝑡𝑟𝑜𝑝𝑦</m:t>
                    </m:r>
                    <m:d>
                      <m:dPr>
                        <m:ctrlPr>
                          <a:rPr lang="en-US" sz="1200" b="0" i="1" smtClean="0">
                            <a:latin typeface="Cambria Math" panose="02040503050406030204" pitchFamily="18" charset="0"/>
                          </a:rPr>
                        </m:ctrlPr>
                      </m:dPr>
                      <m:e>
                        <m:r>
                          <a:rPr lang="en-US" sz="1200" i="1">
                            <a:latin typeface="Cambria Math" panose="02040503050406030204" pitchFamily="18" charset="0"/>
                          </a:rPr>
                          <m:t>𝑆</m:t>
                        </m:r>
                        <m:r>
                          <a:rPr lang="en-US" sz="1200" b="0" i="1" baseline="-25000" smtClean="0">
                            <a:latin typeface="Cambria Math" panose="02040503050406030204" pitchFamily="18" charset="0"/>
                          </a:rPr>
                          <m:t>𝑌𝐸𝑆</m:t>
                        </m:r>
                      </m:e>
                    </m:d>
                    <m:r>
                      <a:rPr lang="en-US" sz="1200" b="0" i="1" baseline="-25000" smtClean="0">
                        <a:latin typeface="Cambria Math" panose="02040503050406030204" pitchFamily="18" charset="0"/>
                      </a:rPr>
                      <m:t> </m:t>
                    </m:r>
                    <m:r>
                      <a:rPr lang="en-US" sz="1200" i="1">
                        <a:latin typeface="Cambria Math" panose="02040503050406030204" pitchFamily="18" charset="0"/>
                      </a:rPr>
                      <m:t>−</m:t>
                    </m:r>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𝑆</m:t>
                                </m:r>
                                <m:r>
                                  <a:rPr lang="en-US" sz="1200" b="0" i="1" baseline="-25000" smtClean="0">
                                    <a:latin typeface="Cambria Math" panose="02040503050406030204" pitchFamily="18" charset="0"/>
                                  </a:rPr>
                                  <m:t>𝑁𝑂</m:t>
                                </m:r>
                              </m:e>
                            </m:d>
                          </m:num>
                          <m:den>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𝑆</m:t>
                                </m:r>
                              </m:e>
                            </m:d>
                          </m:den>
                        </m:f>
                      </m:e>
                    </m:d>
                    <m:r>
                      <a:rPr lang="en-US" sz="1200" i="1">
                        <a:latin typeface="Cambria Math" panose="02040503050406030204" pitchFamily="18" charset="0"/>
                      </a:rPr>
                      <m:t> ∗</m:t>
                    </m:r>
                    <m:r>
                      <a:rPr lang="en-US" sz="1200" i="1">
                        <a:latin typeface="Cambria Math" panose="02040503050406030204" pitchFamily="18" charset="0"/>
                      </a:rPr>
                      <m:t>𝐸𝑛𝑡𝑟𝑜𝑝𝑦</m:t>
                    </m:r>
                    <m:d>
                      <m:dPr>
                        <m:ctrlPr>
                          <a:rPr lang="en-US" sz="1200" i="1">
                            <a:latin typeface="Cambria Math" panose="02040503050406030204" pitchFamily="18" charset="0"/>
                          </a:rPr>
                        </m:ctrlPr>
                      </m:dPr>
                      <m:e>
                        <m:r>
                          <a:rPr lang="en-US" sz="1200" i="1">
                            <a:latin typeface="Cambria Math" panose="02040503050406030204" pitchFamily="18" charset="0"/>
                          </a:rPr>
                          <m:t>𝑆</m:t>
                        </m:r>
                        <m:r>
                          <a:rPr lang="en-US" sz="1200" b="0" i="1" baseline="-25000" smtClean="0">
                            <a:latin typeface="Cambria Math" panose="02040503050406030204" pitchFamily="18" charset="0"/>
                          </a:rPr>
                          <m:t>𝑁𝑂</m:t>
                        </m:r>
                      </m:e>
                    </m:d>
                  </m:oMath>
                </a14:m>
                <a:r>
                  <a:rPr lang="en-US" sz="1200"/>
                  <a:t> </a:t>
                </a:r>
              </a:p>
              <a:p>
                <a:r>
                  <a:rPr lang="en-US" sz="1200"/>
                  <a:t>IG( S, Fever) = 0.99 - (</a:t>
                </a:r>
                <a14:m>
                  <m:oMath xmlns:m="http://schemas.openxmlformats.org/officeDocument/2006/math">
                    <m:f>
                      <m:fPr>
                        <m:ctrlPr>
                          <a:rPr lang="en-US" sz="1200" i="1">
                            <a:latin typeface="Cambria Math" panose="02040503050406030204" pitchFamily="18" charset="0"/>
                          </a:rPr>
                        </m:ctrlPr>
                      </m:fPr>
                      <m:num>
                        <m:r>
                          <a:rPr lang="en-US" sz="1200" b="0" i="1" smtClean="0">
                            <a:latin typeface="Cambria Math" panose="02040503050406030204" pitchFamily="18" charset="0"/>
                          </a:rPr>
                          <m:t>8</m:t>
                        </m:r>
                      </m:num>
                      <m:den>
                        <m:r>
                          <a:rPr lang="en-US" sz="1200" b="0" i="1" smtClean="0">
                            <a:latin typeface="Cambria Math" panose="02040503050406030204" pitchFamily="18" charset="0"/>
                          </a:rPr>
                          <m:t>14</m:t>
                        </m:r>
                      </m:den>
                    </m:f>
                    <m:r>
                      <a:rPr lang="en-US" sz="1200" i="1">
                        <a:latin typeface="Cambria Math" panose="02040503050406030204" pitchFamily="18" charset="0"/>
                      </a:rPr>
                      <m:t>)</m:t>
                    </m:r>
                    <m:r>
                      <a:rPr lang="en-US" sz="1200" b="0" i="1" smtClean="0">
                        <a:latin typeface="Cambria Math" panose="02040503050406030204" pitchFamily="18" charset="0"/>
                      </a:rPr>
                      <m:t>  ∗0.81 −</m:t>
                    </m:r>
                    <m:r>
                      <m:rPr>
                        <m:nor/>
                      </m:rPr>
                      <a:rPr lang="en-US" sz="1200" dirty="0"/>
                      <m:t>(</m:t>
                    </m:r>
                    <m:f>
                      <m:fPr>
                        <m:ctrlPr>
                          <a:rPr lang="en-US" sz="1200" i="1">
                            <a:latin typeface="Cambria Math" panose="02040503050406030204" pitchFamily="18" charset="0"/>
                          </a:rPr>
                        </m:ctrlPr>
                      </m:fPr>
                      <m:num>
                        <m:r>
                          <a:rPr lang="en-US" sz="1200" b="0" i="1" smtClean="0">
                            <a:latin typeface="Cambria Math" panose="02040503050406030204" pitchFamily="18" charset="0"/>
                          </a:rPr>
                          <m:t>6</m:t>
                        </m:r>
                      </m:num>
                      <m:den>
                        <m:r>
                          <a:rPr lang="en-US" sz="1200" b="0" i="1" smtClean="0">
                            <a:latin typeface="Cambria Math" panose="02040503050406030204" pitchFamily="18" charset="0"/>
                          </a:rPr>
                          <m:t>14</m:t>
                        </m:r>
                      </m:den>
                    </m:f>
                    <m:r>
                      <a:rPr lang="en-US" sz="1200" i="1">
                        <a:latin typeface="Cambria Math" panose="02040503050406030204" pitchFamily="18" charset="0"/>
                      </a:rPr>
                      <m:t>)</m:t>
                    </m:r>
                    <m:r>
                      <a:rPr lang="en-US" sz="1200" b="0" i="1" smtClean="0">
                        <a:latin typeface="Cambria Math" panose="02040503050406030204" pitchFamily="18" charset="0"/>
                      </a:rPr>
                      <m:t>   ∗  0.91 =0.13 </m:t>
                    </m:r>
                  </m:oMath>
                </a14:m>
                <a:endParaRPr lang="en-US" sz="1200"/>
              </a:p>
            </p:txBody>
          </p:sp>
        </mc:Choice>
        <mc:Fallback>
          <p:sp>
            <p:nvSpPr>
              <p:cNvPr id="25" name="Rectangle 24">
                <a:extLst>
                  <a:ext uri="{FF2B5EF4-FFF2-40B4-BE49-F238E27FC236}">
                    <a16:creationId xmlns:a16="http://schemas.microsoft.com/office/drawing/2014/main" id="{6944C6BF-B643-6E28-09B1-27B910358479}"/>
                  </a:ext>
                </a:extLst>
              </p:cNvPr>
              <p:cNvSpPr>
                <a:spLocks noRot="1" noChangeAspect="1" noMove="1" noResize="1" noEditPoints="1" noAdjustHandles="1" noChangeArrowheads="1" noChangeShapeType="1" noTextEdit="1"/>
              </p:cNvSpPr>
              <p:nvPr/>
            </p:nvSpPr>
            <p:spPr>
              <a:xfrm>
                <a:off x="5384419" y="5686236"/>
                <a:ext cx="6312281" cy="830356"/>
              </a:xfrm>
              <a:prstGeom prst="rect">
                <a:avLst/>
              </a:prstGeom>
              <a:blipFill>
                <a:blip r:embed="rId6"/>
                <a:stretch>
                  <a:fillRect t="-735"/>
                </a:stretch>
              </a:blipFill>
            </p:spPr>
            <p:txBody>
              <a:bodyPr/>
              <a:lstStyle/>
              <a:p>
                <a:r>
                  <a:rPr lang="en-US">
                    <a:noFill/>
                  </a:rPr>
                  <a:t> </a:t>
                </a:r>
              </a:p>
            </p:txBody>
          </p:sp>
        </mc:Fallback>
      </mc:AlternateContent>
      <p:graphicFrame>
        <p:nvGraphicFramePr>
          <p:cNvPr id="26" name="Table 25">
            <a:extLst>
              <a:ext uri="{FF2B5EF4-FFF2-40B4-BE49-F238E27FC236}">
                <a16:creationId xmlns:a16="http://schemas.microsoft.com/office/drawing/2014/main" id="{AF042430-022E-9054-38E5-A49D743FA7F0}"/>
              </a:ext>
            </a:extLst>
          </p:cNvPr>
          <p:cNvGraphicFramePr>
            <a:graphicFrameLocks noGrp="1"/>
          </p:cNvGraphicFramePr>
          <p:nvPr>
            <p:extLst>
              <p:ext uri="{D42A27DB-BD31-4B8C-83A1-F6EECF244321}">
                <p14:modId xmlns:p14="http://schemas.microsoft.com/office/powerpoint/2010/main" val="3016643917"/>
              </p:ext>
            </p:extLst>
          </p:nvPr>
        </p:nvGraphicFramePr>
        <p:xfrm>
          <a:off x="5699444" y="1980138"/>
          <a:ext cx="2459317" cy="2243152"/>
        </p:xfrm>
        <a:graphic>
          <a:graphicData uri="http://schemas.openxmlformats.org/drawingml/2006/table">
            <a:tbl>
              <a:tblPr firstRow="1" bandRow="1">
                <a:tableStyleId>{5C22544A-7EE6-4342-B048-85BDC9FD1C3A}</a:tableStyleId>
              </a:tblPr>
              <a:tblGrid>
                <a:gridCol w="495049">
                  <a:extLst>
                    <a:ext uri="{9D8B030D-6E8A-4147-A177-3AD203B41FA5}">
                      <a16:colId xmlns:a16="http://schemas.microsoft.com/office/drawing/2014/main" val="2376429784"/>
                    </a:ext>
                  </a:extLst>
                </a:gridCol>
                <a:gridCol w="571759">
                  <a:extLst>
                    <a:ext uri="{9D8B030D-6E8A-4147-A177-3AD203B41FA5}">
                      <a16:colId xmlns:a16="http://schemas.microsoft.com/office/drawing/2014/main" val="3840907050"/>
                    </a:ext>
                  </a:extLst>
                </a:gridCol>
                <a:gridCol w="740018">
                  <a:extLst>
                    <a:ext uri="{9D8B030D-6E8A-4147-A177-3AD203B41FA5}">
                      <a16:colId xmlns:a16="http://schemas.microsoft.com/office/drawing/2014/main" val="1538925131"/>
                    </a:ext>
                  </a:extLst>
                </a:gridCol>
                <a:gridCol w="652491">
                  <a:extLst>
                    <a:ext uri="{9D8B030D-6E8A-4147-A177-3AD203B41FA5}">
                      <a16:colId xmlns:a16="http://schemas.microsoft.com/office/drawing/2014/main" val="3415862841"/>
                    </a:ext>
                  </a:extLst>
                </a:gridCol>
              </a:tblGrid>
              <a:tr h="398080">
                <a:tc>
                  <a:txBody>
                    <a:bodyPr/>
                    <a:lstStyle/>
                    <a:p>
                      <a:r>
                        <a:rPr lang="en-US" sz="900"/>
                        <a:t>Fever</a:t>
                      </a:r>
                    </a:p>
                  </a:txBody>
                  <a:tcPr/>
                </a:tc>
                <a:tc>
                  <a:txBody>
                    <a:bodyPr/>
                    <a:lstStyle/>
                    <a:p>
                      <a:r>
                        <a:rPr lang="en-US" sz="900"/>
                        <a:t>Cough</a:t>
                      </a:r>
                    </a:p>
                  </a:txBody>
                  <a:tcPr/>
                </a:tc>
                <a:tc>
                  <a:txBody>
                    <a:bodyPr/>
                    <a:lstStyle/>
                    <a:p>
                      <a:r>
                        <a:rPr lang="en-US" sz="900" err="1"/>
                        <a:t>BreathingIssues</a:t>
                      </a:r>
                      <a:endParaRPr lang="en-US" sz="900"/>
                    </a:p>
                  </a:txBody>
                  <a:tcPr/>
                </a:tc>
                <a:tc>
                  <a:txBody>
                    <a:bodyPr/>
                    <a:lstStyle/>
                    <a:p>
                      <a:r>
                        <a:rPr lang="en-US" sz="900"/>
                        <a:t>Infected</a:t>
                      </a:r>
                    </a:p>
                  </a:txBody>
                  <a:tcPr/>
                </a:tc>
                <a:extLst>
                  <a:ext uri="{0D108BD9-81ED-4DB2-BD59-A6C34878D82A}">
                    <a16:rowId xmlns:a16="http://schemas.microsoft.com/office/drawing/2014/main" val="1458540924"/>
                  </a:ext>
                </a:extLst>
              </a:tr>
              <a:tr h="230634">
                <a:tc>
                  <a:txBody>
                    <a:bodyPr/>
                    <a:lstStyle/>
                    <a:p>
                      <a:r>
                        <a:rPr lang="en-US" sz="900"/>
                        <a:t>YES</a:t>
                      </a:r>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tc>
                  <a:txBody>
                    <a:bodyPr/>
                    <a:lstStyle/>
                    <a:p>
                      <a:r>
                        <a:rPr lang="en-US" sz="900"/>
                        <a:t>YES</a:t>
                      </a:r>
                    </a:p>
                  </a:txBody>
                  <a:tcPr/>
                </a:tc>
                <a:tc>
                  <a:txBody>
                    <a:bodyPr/>
                    <a:lstStyle/>
                    <a:p>
                      <a:r>
                        <a:rPr lang="en-US" sz="900"/>
                        <a:t>YES</a:t>
                      </a:r>
                    </a:p>
                  </a:txBody>
                  <a:tcPr/>
                </a:tc>
                <a:extLst>
                  <a:ext uri="{0D108BD9-81ED-4DB2-BD59-A6C34878D82A}">
                    <a16:rowId xmlns:a16="http://schemas.microsoft.com/office/drawing/2014/main" val="889453014"/>
                  </a:ext>
                </a:extLst>
              </a:tr>
              <a:tr h="230634">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NO</a:t>
                      </a:r>
                      <a:endParaRPr lang="en-US" sz="900"/>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NO</a:t>
                      </a:r>
                      <a:endParaRPr lang="en-US" sz="900"/>
                    </a:p>
                  </a:txBody>
                  <a:tcPr/>
                </a:tc>
                <a:extLst>
                  <a:ext uri="{0D108BD9-81ED-4DB2-BD59-A6C34878D82A}">
                    <a16:rowId xmlns:a16="http://schemas.microsoft.com/office/drawing/2014/main" val="3189125251"/>
                  </a:ext>
                </a:extLst>
              </a:tr>
              <a:tr h="230634">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tc>
                  <a:txBody>
                    <a:bodyPr/>
                    <a:lstStyle/>
                    <a:p>
                      <a:r>
                        <a:rPr lang="en-US" sz="900"/>
                        <a:t>NO</a:t>
                      </a:r>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extLst>
                  <a:ext uri="{0D108BD9-81ED-4DB2-BD59-A6C34878D82A}">
                    <a16:rowId xmlns:a16="http://schemas.microsoft.com/office/drawing/2014/main" val="464996011"/>
                  </a:ext>
                </a:extLst>
              </a:tr>
              <a:tr h="230634">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tc>
                  <a:txBody>
                    <a:bodyPr/>
                    <a:lstStyle/>
                    <a:p>
                      <a:r>
                        <a:rPr lang="en-US" sz="900"/>
                        <a:t>YES</a:t>
                      </a:r>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extLst>
                  <a:ext uri="{0D108BD9-81ED-4DB2-BD59-A6C34878D82A}">
                    <a16:rowId xmlns:a16="http://schemas.microsoft.com/office/drawing/2014/main" val="2338320999"/>
                  </a:ext>
                </a:extLst>
              </a:tr>
              <a:tr h="230634">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NO</a:t>
                      </a:r>
                      <a:endParaRPr lang="en-US" sz="900"/>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extLst>
                  <a:ext uri="{0D108BD9-81ED-4DB2-BD59-A6C34878D82A}">
                    <a16:rowId xmlns:a16="http://schemas.microsoft.com/office/drawing/2014/main" val="3850302675"/>
                  </a:ext>
                </a:extLst>
              </a:tr>
              <a:tr h="230634">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NO</a:t>
                      </a:r>
                      <a:endParaRPr lang="en-US" sz="900"/>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extLst>
                  <a:ext uri="{0D108BD9-81ED-4DB2-BD59-A6C34878D82A}">
                    <a16:rowId xmlns:a16="http://schemas.microsoft.com/office/drawing/2014/main" val="1315280894"/>
                  </a:ext>
                </a:extLst>
              </a:tr>
              <a:tr h="230634">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NO</a:t>
                      </a:r>
                      <a:endParaRPr lang="en-US" sz="900"/>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extLst>
                  <a:ext uri="{0D108BD9-81ED-4DB2-BD59-A6C34878D82A}">
                    <a16:rowId xmlns:a16="http://schemas.microsoft.com/office/drawing/2014/main" val="2244224073"/>
                  </a:ext>
                </a:extLst>
              </a:tr>
              <a:tr h="230634">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NO</a:t>
                      </a:r>
                      <a:endParaRPr lang="en-US" sz="900"/>
                    </a:p>
                  </a:txBody>
                  <a:tcPr/>
                </a:tc>
                <a:tc>
                  <a:txBody>
                    <a:bodyPr/>
                    <a:lstStyle/>
                    <a:p>
                      <a:r>
                        <a:rPr lang="en-US" sz="900"/>
                        <a:t>NO</a:t>
                      </a:r>
                    </a:p>
                  </a:txBody>
                  <a:tcPr/>
                </a:tc>
                <a:extLst>
                  <a:ext uri="{0D108BD9-81ED-4DB2-BD59-A6C34878D82A}">
                    <a16:rowId xmlns:a16="http://schemas.microsoft.com/office/drawing/2014/main" val="653489741"/>
                  </a:ext>
                </a:extLst>
              </a:tr>
            </a:tbl>
          </a:graphicData>
        </a:graphic>
      </p:graphicFrame>
      <p:graphicFrame>
        <p:nvGraphicFramePr>
          <p:cNvPr id="27" name="Table 26">
            <a:extLst>
              <a:ext uri="{FF2B5EF4-FFF2-40B4-BE49-F238E27FC236}">
                <a16:creationId xmlns:a16="http://schemas.microsoft.com/office/drawing/2014/main" id="{88C19B74-12C6-6260-0BC4-9FDCDB4EFB83}"/>
              </a:ext>
            </a:extLst>
          </p:cNvPr>
          <p:cNvGraphicFramePr>
            <a:graphicFrameLocks noGrp="1"/>
          </p:cNvGraphicFramePr>
          <p:nvPr>
            <p:extLst>
              <p:ext uri="{D42A27DB-BD31-4B8C-83A1-F6EECF244321}">
                <p14:modId xmlns:p14="http://schemas.microsoft.com/office/powerpoint/2010/main" val="1339155407"/>
              </p:ext>
            </p:extLst>
          </p:nvPr>
        </p:nvGraphicFramePr>
        <p:xfrm>
          <a:off x="8553450" y="1980138"/>
          <a:ext cx="2459316" cy="1897442"/>
        </p:xfrm>
        <a:graphic>
          <a:graphicData uri="http://schemas.openxmlformats.org/drawingml/2006/table">
            <a:tbl>
              <a:tblPr firstRow="1" bandRow="1">
                <a:tableStyleId>{5C22544A-7EE6-4342-B048-85BDC9FD1C3A}</a:tableStyleId>
              </a:tblPr>
              <a:tblGrid>
                <a:gridCol w="495049">
                  <a:extLst>
                    <a:ext uri="{9D8B030D-6E8A-4147-A177-3AD203B41FA5}">
                      <a16:colId xmlns:a16="http://schemas.microsoft.com/office/drawing/2014/main" val="2376429784"/>
                    </a:ext>
                  </a:extLst>
                </a:gridCol>
                <a:gridCol w="571759">
                  <a:extLst>
                    <a:ext uri="{9D8B030D-6E8A-4147-A177-3AD203B41FA5}">
                      <a16:colId xmlns:a16="http://schemas.microsoft.com/office/drawing/2014/main" val="3840907050"/>
                    </a:ext>
                  </a:extLst>
                </a:gridCol>
                <a:gridCol w="719309">
                  <a:extLst>
                    <a:ext uri="{9D8B030D-6E8A-4147-A177-3AD203B41FA5}">
                      <a16:colId xmlns:a16="http://schemas.microsoft.com/office/drawing/2014/main" val="1538925131"/>
                    </a:ext>
                  </a:extLst>
                </a:gridCol>
                <a:gridCol w="673199">
                  <a:extLst>
                    <a:ext uri="{9D8B030D-6E8A-4147-A177-3AD203B41FA5}">
                      <a16:colId xmlns:a16="http://schemas.microsoft.com/office/drawing/2014/main" val="3415862841"/>
                    </a:ext>
                  </a:extLst>
                </a:gridCol>
              </a:tblGrid>
              <a:tr h="423896">
                <a:tc>
                  <a:txBody>
                    <a:bodyPr/>
                    <a:lstStyle/>
                    <a:p>
                      <a:r>
                        <a:rPr lang="en-US" sz="900"/>
                        <a:t>Fever</a:t>
                      </a:r>
                    </a:p>
                  </a:txBody>
                  <a:tcPr/>
                </a:tc>
                <a:tc>
                  <a:txBody>
                    <a:bodyPr/>
                    <a:lstStyle/>
                    <a:p>
                      <a:r>
                        <a:rPr lang="en-US" sz="900"/>
                        <a:t>Cough</a:t>
                      </a:r>
                    </a:p>
                  </a:txBody>
                  <a:tcPr/>
                </a:tc>
                <a:tc>
                  <a:txBody>
                    <a:bodyPr/>
                    <a:lstStyle/>
                    <a:p>
                      <a:r>
                        <a:rPr lang="en-US" sz="900"/>
                        <a:t>Breathing Issues</a:t>
                      </a:r>
                    </a:p>
                  </a:txBody>
                  <a:tcPr/>
                </a:tc>
                <a:tc>
                  <a:txBody>
                    <a:bodyPr/>
                    <a:lstStyle/>
                    <a:p>
                      <a:r>
                        <a:rPr lang="en-US" sz="900"/>
                        <a:t>Infected</a:t>
                      </a:r>
                    </a:p>
                  </a:txBody>
                  <a:tcPr/>
                </a:tc>
                <a:extLst>
                  <a:ext uri="{0D108BD9-81ED-4DB2-BD59-A6C34878D82A}">
                    <a16:rowId xmlns:a16="http://schemas.microsoft.com/office/drawing/2014/main" val="1458540924"/>
                  </a:ext>
                </a:extLst>
              </a:tr>
              <a:tr h="2455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NO</a:t>
                      </a:r>
                    </a:p>
                  </a:txBody>
                  <a:tcPr/>
                </a:tc>
                <a:extLst>
                  <a:ext uri="{0D108BD9-81ED-4DB2-BD59-A6C34878D82A}">
                    <a16:rowId xmlns:a16="http://schemas.microsoft.com/office/drawing/2014/main" val="889453014"/>
                  </a:ext>
                </a:extLst>
              </a:tr>
              <a:tr h="2455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NO</a:t>
                      </a:r>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NO</a:t>
                      </a:r>
                    </a:p>
                  </a:txBody>
                  <a:tcPr/>
                </a:tc>
                <a:extLst>
                  <a:ext uri="{0D108BD9-81ED-4DB2-BD59-A6C34878D82A}">
                    <a16:rowId xmlns:a16="http://schemas.microsoft.com/office/drawing/2014/main" val="3189125251"/>
                  </a:ext>
                </a:extLst>
              </a:tr>
              <a:tr h="2455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YES</a:t>
                      </a:r>
                    </a:p>
                  </a:txBody>
                  <a:tcPr/>
                </a:tc>
                <a:extLst>
                  <a:ext uri="{0D108BD9-81ED-4DB2-BD59-A6C34878D82A}">
                    <a16:rowId xmlns:a16="http://schemas.microsoft.com/office/drawing/2014/main" val="464996011"/>
                  </a:ext>
                </a:extLst>
              </a:tr>
              <a:tr h="2455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NO</a:t>
                      </a:r>
                    </a:p>
                  </a:txBody>
                  <a:tcPr/>
                </a:tc>
                <a:extLst>
                  <a:ext uri="{0D108BD9-81ED-4DB2-BD59-A6C34878D82A}">
                    <a16:rowId xmlns:a16="http://schemas.microsoft.com/office/drawing/2014/main" val="2338320999"/>
                  </a:ext>
                </a:extLst>
              </a:tr>
              <a:tr h="2455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extLst>
                  <a:ext uri="{0D108BD9-81ED-4DB2-BD59-A6C34878D82A}">
                    <a16:rowId xmlns:a16="http://schemas.microsoft.com/office/drawing/2014/main" val="3850302675"/>
                  </a:ext>
                </a:extLst>
              </a:tr>
              <a:tr h="2455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YES</a:t>
                      </a:r>
                      <a:endParaRPr lang="en-US" sz="900"/>
                    </a:p>
                  </a:txBody>
                  <a:tcPr/>
                </a:tc>
                <a:tc>
                  <a:txBody>
                    <a:bodyPr/>
                    <a:lstStyle/>
                    <a:p>
                      <a:r>
                        <a:rPr kumimoji="0" lang="en-US" sz="900" b="0" i="0" u="none" strike="noStrike" kern="1200" cap="none" spc="0" normalizeH="0" baseline="0" noProof="0">
                          <a:ln>
                            <a:noFill/>
                          </a:ln>
                          <a:solidFill>
                            <a:srgbClr val="000000"/>
                          </a:solidFill>
                          <a:effectLst/>
                          <a:uLnTx/>
                          <a:uFillTx/>
                          <a:latin typeface="Arial"/>
                          <a:ea typeface="+mn-ea"/>
                          <a:cs typeface="+mn-cs"/>
                        </a:rPr>
                        <a:t>NO</a:t>
                      </a:r>
                      <a:endParaRPr lang="en-US" sz="900"/>
                    </a:p>
                  </a:txBody>
                  <a:tcPr/>
                </a:tc>
                <a:extLst>
                  <a:ext uri="{0D108BD9-81ED-4DB2-BD59-A6C34878D82A}">
                    <a16:rowId xmlns:a16="http://schemas.microsoft.com/office/drawing/2014/main" val="1315280894"/>
                  </a:ext>
                </a:extLst>
              </a:tr>
            </a:tbl>
          </a:graphicData>
        </a:graphic>
      </p:graphicFrame>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CA715EB4-ED6F-406E-816A-05750F8518E1}"/>
                  </a:ext>
                </a:extLst>
              </p:cNvPr>
              <p:cNvSpPr txBox="1"/>
              <p:nvPr/>
            </p:nvSpPr>
            <p:spPr>
              <a:xfrm>
                <a:off x="6323579" y="808410"/>
                <a:ext cx="3670364" cy="5217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𝐸𝑛𝑡𝑟𝑜𝑝𝑦</m:t>
                      </m:r>
                      <m:r>
                        <a:rPr lang="en-US" sz="1400" b="0" i="1" smtClean="0">
                          <a:latin typeface="Cambria Math" panose="02040503050406030204" pitchFamily="18" charset="0"/>
                        </a:rPr>
                        <m:t> </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𝑠</m:t>
                          </m:r>
                        </m:e>
                      </m:d>
                      <m:r>
                        <a:rPr lang="en-US" sz="1400" b="0" i="1" smtClean="0">
                          <a:latin typeface="Cambria Math" panose="02040503050406030204" pitchFamily="18" charset="0"/>
                        </a:rPr>
                        <m:t>=−</m:t>
                      </m:r>
                      <m:nary>
                        <m:naryPr>
                          <m:chr m:val="∑"/>
                          <m:subHide m:val="on"/>
                          <m:supHide m:val="on"/>
                          <m:ctrlPr>
                            <a:rPr lang="en-US" sz="1400" b="0" i="1" smtClean="0">
                              <a:latin typeface="Cambria Math" panose="02040503050406030204" pitchFamily="18" charset="0"/>
                            </a:rPr>
                          </m:ctrlPr>
                        </m:naryPr>
                        <m:sub/>
                        <m:sup/>
                        <m:e>
                          <m:r>
                            <a:rPr lang="en-US" sz="1400" b="0" i="1" smtClean="0">
                              <a:latin typeface="Cambria Math" panose="02040503050406030204" pitchFamily="18" charset="0"/>
                            </a:rPr>
                            <m:t>𝑝</m:t>
                          </m:r>
                          <m:r>
                            <a:rPr lang="en-US" sz="1400" b="0" i="1" baseline="-25000" smtClean="0">
                              <a:latin typeface="Cambria Math" panose="02040503050406030204" pitchFamily="18" charset="0"/>
                            </a:rPr>
                            <m:t>𝑖</m:t>
                          </m:r>
                          <m:r>
                            <a:rPr lang="en-US" sz="1400" b="0" i="1" smtClean="0">
                              <a:latin typeface="Cambria Math" panose="02040503050406030204" pitchFamily="18" charset="0"/>
                            </a:rPr>
                            <m:t>  ∗</m:t>
                          </m:r>
                          <m:r>
                            <a:rPr lang="en-US" sz="1400" b="0" i="1" smtClean="0">
                              <a:latin typeface="Cambria Math" panose="02040503050406030204" pitchFamily="18" charset="0"/>
                            </a:rPr>
                            <m:t>𝑙𝑜𝑔</m:t>
                          </m:r>
                          <m:r>
                            <a:rPr lang="en-US" sz="1400" b="0" i="1" baseline="-25000" smtClean="0">
                              <a:latin typeface="Cambria Math" panose="02040503050406030204" pitchFamily="18" charset="0"/>
                            </a:rPr>
                            <m:t>2</m:t>
                          </m:r>
                          <m:r>
                            <a:rPr lang="en-US" sz="1400" b="0" i="1" smtClean="0">
                              <a:latin typeface="Cambria Math" panose="02040503050406030204" pitchFamily="18" charset="0"/>
                            </a:rPr>
                            <m:t> (</m:t>
                          </m:r>
                          <m:r>
                            <a:rPr lang="en-US" sz="1400" b="0" i="1" smtClean="0">
                              <a:latin typeface="Cambria Math" panose="02040503050406030204" pitchFamily="18" charset="0"/>
                            </a:rPr>
                            <m:t>𝑝𝑖</m:t>
                          </m:r>
                          <m:r>
                            <a:rPr lang="en-US" sz="1400" b="0" i="1" smtClean="0">
                              <a:latin typeface="Cambria Math" panose="02040503050406030204" pitchFamily="18" charset="0"/>
                            </a:rPr>
                            <m:t>)</m:t>
                          </m:r>
                        </m:e>
                      </m:nary>
                      <m:r>
                        <a:rPr lang="en-US" sz="1400" b="0" i="1" smtClean="0">
                          <a:latin typeface="Cambria Math" panose="02040503050406030204" pitchFamily="18" charset="0"/>
                        </a:rPr>
                        <m:t>  ;</m:t>
                      </m:r>
                      <m:r>
                        <a:rPr lang="en-US" sz="1400" b="0" i="1" smtClean="0">
                          <a:latin typeface="Cambria Math" panose="02040503050406030204" pitchFamily="18" charset="0"/>
                        </a:rPr>
                        <m:t>𝑖</m:t>
                      </m:r>
                      <m:r>
                        <a:rPr lang="en-US" sz="1400" b="0" i="1" smtClean="0">
                          <a:latin typeface="Cambria Math" panose="02040503050406030204" pitchFamily="18" charset="0"/>
                        </a:rPr>
                        <m:t>=1 </m:t>
                      </m:r>
                      <m:r>
                        <a:rPr lang="en-US" sz="1400" b="0" i="1" smtClean="0">
                          <a:latin typeface="Cambria Math" panose="02040503050406030204" pitchFamily="18" charset="0"/>
                        </a:rPr>
                        <m:t>𝑡𝑜</m:t>
                      </m:r>
                      <m:r>
                        <a:rPr lang="en-US" sz="1400" b="0" i="1" smtClean="0">
                          <a:latin typeface="Cambria Math" panose="02040503050406030204" pitchFamily="18" charset="0"/>
                        </a:rPr>
                        <m:t> </m:t>
                      </m:r>
                      <m:r>
                        <a:rPr lang="en-US" sz="1400" b="0" i="1" smtClean="0">
                          <a:latin typeface="Cambria Math" panose="02040503050406030204" pitchFamily="18" charset="0"/>
                        </a:rPr>
                        <m:t>𝑛</m:t>
                      </m:r>
                    </m:oMath>
                  </m:oMathPara>
                </a14:m>
                <a:endParaRPr lang="en-US" sz="1400"/>
              </a:p>
            </p:txBody>
          </p:sp>
        </mc:Choice>
        <mc:Fallback>
          <p:sp>
            <p:nvSpPr>
              <p:cNvPr id="28" name="TextBox 27">
                <a:extLst>
                  <a:ext uri="{FF2B5EF4-FFF2-40B4-BE49-F238E27FC236}">
                    <a16:creationId xmlns:a16="http://schemas.microsoft.com/office/drawing/2014/main" id="{CA715EB4-ED6F-406E-816A-05750F8518E1}"/>
                  </a:ext>
                </a:extLst>
              </p:cNvPr>
              <p:cNvSpPr txBox="1">
                <a:spLocks noRot="1" noChangeAspect="1" noMove="1" noResize="1" noEditPoints="1" noAdjustHandles="1" noChangeArrowheads="1" noChangeShapeType="1" noTextEdit="1"/>
              </p:cNvSpPr>
              <p:nvPr/>
            </p:nvSpPr>
            <p:spPr>
              <a:xfrm>
                <a:off x="6323579" y="808410"/>
                <a:ext cx="3670364" cy="521746"/>
              </a:xfrm>
              <a:prstGeom prst="rect">
                <a:avLst/>
              </a:prstGeom>
              <a:blipFill>
                <a:blip r:embed="rId7"/>
                <a:stretch>
                  <a:fillRect l="-997" t="-147059" r="-166" b="-207059"/>
                </a:stretch>
              </a:blipFill>
            </p:spPr>
            <p:txBody>
              <a:bodyPr/>
              <a:lstStyle/>
              <a:p>
                <a:r>
                  <a:rPr lang="en-US">
                    <a:noFill/>
                  </a:rPr>
                  <a:t> </a:t>
                </a:r>
              </a:p>
            </p:txBody>
          </p:sp>
        </mc:Fallback>
      </mc:AlternateContent>
    </p:spTree>
    <p:extLst>
      <p:ext uri="{BB962C8B-B14F-4D97-AF65-F5344CB8AC3E}">
        <p14:creationId xmlns:p14="http://schemas.microsoft.com/office/powerpoint/2010/main" val="24059614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35E42-E9A0-DC95-EC53-9F4EA8C405ED}"/>
            </a:ext>
          </a:extLst>
        </p:cNvPr>
        <p:cNvGrpSpPr/>
        <p:nvPr/>
      </p:nvGrpSpPr>
      <p:grpSpPr>
        <a:xfrm>
          <a:off x="0" y="0"/>
          <a:ext cx="0" cy="0"/>
          <a:chOff x="0" y="0"/>
          <a:chExt cx="0" cy="0"/>
        </a:xfrm>
      </p:grpSpPr>
      <p:sp>
        <p:nvSpPr>
          <p:cNvPr id="21" name="Title 8">
            <a:extLst>
              <a:ext uri="{FF2B5EF4-FFF2-40B4-BE49-F238E27FC236}">
                <a16:creationId xmlns:a16="http://schemas.microsoft.com/office/drawing/2014/main" id="{E49DC8FD-8389-9DAC-35C4-45FF3617068B}"/>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Algorithm 5 – Decision Tree – contd..</a:t>
            </a:r>
            <a:endParaRPr lang="en-US" sz="2400">
              <a:solidFill>
                <a:srgbClr val="002060"/>
              </a:solidFill>
            </a:endParaRPr>
          </a:p>
        </p:txBody>
      </p:sp>
      <p:sp>
        <p:nvSpPr>
          <p:cNvPr id="3" name="Slide Number Placeholder 1">
            <a:extLst>
              <a:ext uri="{FF2B5EF4-FFF2-40B4-BE49-F238E27FC236}">
                <a16:creationId xmlns:a16="http://schemas.microsoft.com/office/drawing/2014/main" id="{A805545A-4BF0-C468-6B86-E9E053955EF3}"/>
              </a:ext>
            </a:extLst>
          </p:cNvPr>
          <p:cNvSpPr>
            <a:spLocks noGrp="1"/>
          </p:cNvSpPr>
          <p:nvPr>
            <p:ph type="sldNum" sz="quarter" idx="10"/>
          </p:nvPr>
        </p:nvSpPr>
        <p:spPr>
          <a:xfrm>
            <a:off x="10142220" y="6515100"/>
            <a:ext cx="1554480" cy="91440"/>
          </a:xfrm>
        </p:spPr>
        <p:txBody>
          <a:bodyPr/>
          <a:lstStyle/>
          <a:p>
            <a:fld id="{48FFE6E1-85EB-9E42-824B-7CC9267ED8B9}" type="slidenum">
              <a:rPr lang="en-US" smtClean="0"/>
              <a:pPr/>
              <a:t>24</a:t>
            </a:fld>
            <a:endParaRPr lang="en-US"/>
          </a:p>
        </p:txBody>
      </p:sp>
      <p:sp>
        <p:nvSpPr>
          <p:cNvPr id="4" name="Rectangle: Rounded Corners 3">
            <a:extLst>
              <a:ext uri="{FF2B5EF4-FFF2-40B4-BE49-F238E27FC236}">
                <a16:creationId xmlns:a16="http://schemas.microsoft.com/office/drawing/2014/main" id="{A6CDE8FC-12A6-62A4-9DF9-39EF3DEF9966}"/>
              </a:ext>
            </a:extLst>
          </p:cNvPr>
          <p:cNvSpPr/>
          <p:nvPr/>
        </p:nvSpPr>
        <p:spPr>
          <a:xfrm>
            <a:off x="8943519" y="2014181"/>
            <a:ext cx="2742026" cy="4360238"/>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4A22B7B8-69C8-30D5-4250-47648B78300A}"/>
              </a:ext>
            </a:extLst>
          </p:cNvPr>
          <p:cNvSpPr/>
          <p:nvPr/>
        </p:nvSpPr>
        <p:spPr>
          <a:xfrm>
            <a:off x="7832759" y="1496667"/>
            <a:ext cx="1798437" cy="33855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Breathing Issue</a:t>
            </a:r>
          </a:p>
        </p:txBody>
      </p:sp>
      <p:cxnSp>
        <p:nvCxnSpPr>
          <p:cNvPr id="13" name="Straight Arrow Connector 12">
            <a:extLst>
              <a:ext uri="{FF2B5EF4-FFF2-40B4-BE49-F238E27FC236}">
                <a16:creationId xmlns:a16="http://schemas.microsoft.com/office/drawing/2014/main" id="{1D9B6567-939B-AAF2-D385-A21C0E06181F}"/>
              </a:ext>
            </a:extLst>
          </p:cNvPr>
          <p:cNvCxnSpPr>
            <a:cxnSpLocks/>
            <a:stCxn id="12" idx="2"/>
            <a:endCxn id="24" idx="0"/>
          </p:cNvCxnSpPr>
          <p:nvPr/>
        </p:nvCxnSpPr>
        <p:spPr>
          <a:xfrm flipH="1">
            <a:off x="7612559" y="1835221"/>
            <a:ext cx="1119419" cy="82794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7DD5AB4-3F40-ACDA-19D3-665CA458040D}"/>
              </a:ext>
            </a:extLst>
          </p:cNvPr>
          <p:cNvCxnSpPr>
            <a:cxnSpLocks/>
            <a:stCxn id="12" idx="2"/>
            <a:endCxn id="29" idx="0"/>
          </p:cNvCxnSpPr>
          <p:nvPr/>
        </p:nvCxnSpPr>
        <p:spPr>
          <a:xfrm>
            <a:off x="8731978" y="1835221"/>
            <a:ext cx="1355899" cy="8279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4B19026-3C5F-997B-D2A0-55323061D785}"/>
              </a:ext>
            </a:extLst>
          </p:cNvPr>
          <p:cNvSpPr txBox="1"/>
          <p:nvPr/>
        </p:nvSpPr>
        <p:spPr>
          <a:xfrm>
            <a:off x="7137434" y="2014181"/>
            <a:ext cx="695325" cy="369332"/>
          </a:xfrm>
          <a:prstGeom prst="rect">
            <a:avLst/>
          </a:prstGeom>
          <a:noFill/>
        </p:spPr>
        <p:txBody>
          <a:bodyPr wrap="square" rtlCol="0">
            <a:spAutoFit/>
          </a:bodyPr>
          <a:lstStyle/>
          <a:p>
            <a:r>
              <a:rPr lang="en-US"/>
              <a:t>YES</a:t>
            </a:r>
          </a:p>
        </p:txBody>
      </p:sp>
      <p:sp>
        <p:nvSpPr>
          <p:cNvPr id="16" name="TextBox 15">
            <a:extLst>
              <a:ext uri="{FF2B5EF4-FFF2-40B4-BE49-F238E27FC236}">
                <a16:creationId xmlns:a16="http://schemas.microsoft.com/office/drawing/2014/main" id="{F1149EB4-E22E-23CB-6D6F-5EB15255DDA6}"/>
              </a:ext>
            </a:extLst>
          </p:cNvPr>
          <p:cNvSpPr txBox="1"/>
          <p:nvPr/>
        </p:nvSpPr>
        <p:spPr>
          <a:xfrm>
            <a:off x="9225862" y="1811743"/>
            <a:ext cx="695325" cy="369332"/>
          </a:xfrm>
          <a:prstGeom prst="rect">
            <a:avLst/>
          </a:prstGeom>
          <a:noFill/>
        </p:spPr>
        <p:txBody>
          <a:bodyPr wrap="square" rtlCol="0">
            <a:spAutoFit/>
          </a:bodyPr>
          <a:lstStyle/>
          <a:p>
            <a:r>
              <a:rPr lang="en-US"/>
              <a:t>NO</a:t>
            </a:r>
          </a:p>
        </p:txBody>
      </p:sp>
      <p:sp>
        <p:nvSpPr>
          <p:cNvPr id="17" name="TextBox 16">
            <a:extLst>
              <a:ext uri="{FF2B5EF4-FFF2-40B4-BE49-F238E27FC236}">
                <a16:creationId xmlns:a16="http://schemas.microsoft.com/office/drawing/2014/main" id="{1F23A3EA-E735-F1EC-8E56-42C352340F66}"/>
              </a:ext>
            </a:extLst>
          </p:cNvPr>
          <p:cNvSpPr txBox="1"/>
          <p:nvPr/>
        </p:nvSpPr>
        <p:spPr>
          <a:xfrm>
            <a:off x="6938318" y="991371"/>
            <a:ext cx="3640412" cy="338554"/>
          </a:xfrm>
          <a:prstGeom prst="rect">
            <a:avLst/>
          </a:prstGeom>
          <a:noFill/>
        </p:spPr>
        <p:txBody>
          <a:bodyPr wrap="square" rtlCol="0">
            <a:spAutoFit/>
          </a:bodyPr>
          <a:lstStyle/>
          <a:p>
            <a:r>
              <a:rPr lang="en-US" sz="1600"/>
              <a:t>Feature with Highest Information Gain</a:t>
            </a: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54D1A744-B296-903E-FF9C-C55E2635A01A}"/>
                  </a:ext>
                </a:extLst>
              </p:cNvPr>
              <p:cNvSpPr txBox="1"/>
              <p:nvPr/>
            </p:nvSpPr>
            <p:spPr>
              <a:xfrm>
                <a:off x="605554" y="1069920"/>
                <a:ext cx="5114990" cy="1231106"/>
              </a:xfrm>
              <a:prstGeom prst="rect">
                <a:avLst/>
              </a:prstGeom>
              <a:noFill/>
            </p:spPr>
            <p:txBody>
              <a:bodyPr wrap="none" lIns="0" tIns="0" rIns="0" bIns="0" rtlCol="0">
                <a:spAutoFit/>
              </a:bodyPr>
              <a:lstStyle/>
              <a:p>
                <a:r>
                  <a:rPr lang="en-US" sz="1600" b="1" u="sng">
                    <a:latin typeface="Cambria Math" panose="02040503050406030204" pitchFamily="18" charset="0"/>
                  </a:rPr>
                  <a:t>Step 1</a:t>
                </a:r>
                <a:r>
                  <a:rPr lang="en-US" sz="1600" b="0">
                    <a:latin typeface="Cambria Math" panose="02040503050406030204" pitchFamily="18" charset="0"/>
                  </a:rPr>
                  <a:t>: Identify the feature with the most Information Gain</a:t>
                </a:r>
              </a:p>
              <a:p>
                <a:pPr>
                  <a:spcBef>
                    <a:spcPts val="600"/>
                  </a:spcBef>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𝐼𝐺</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𝑆</m:t>
                          </m:r>
                          <m:r>
                            <a:rPr lang="en-US" sz="1600" b="0" i="1" smtClean="0">
                              <a:latin typeface="Cambria Math" panose="02040503050406030204" pitchFamily="18" charset="0"/>
                            </a:rPr>
                            <m:t>, </m:t>
                          </m:r>
                          <m:r>
                            <a:rPr lang="en-US" sz="1600" b="0" i="1" smtClean="0">
                              <a:latin typeface="Cambria Math" panose="02040503050406030204" pitchFamily="18" charset="0"/>
                            </a:rPr>
                            <m:t>𝐵𝑟𝑒𝑎𝑡h𝑖𝑛𝑔𝐼𝑠𝑠𝑢𝑒𝑠</m:t>
                          </m:r>
                        </m:e>
                      </m:d>
                      <m:r>
                        <a:rPr lang="en-US" sz="1600" b="0" i="1" smtClean="0">
                          <a:latin typeface="Cambria Math" panose="02040503050406030204" pitchFamily="18" charset="0"/>
                        </a:rPr>
                        <m:t>=0.40</m:t>
                      </m:r>
                    </m:oMath>
                  </m:oMathPara>
                </a14:m>
                <a:endParaRPr lang="en-US" sz="1600"/>
              </a:p>
              <a:p>
                <a:pPr>
                  <a:spcBef>
                    <a:spcPts val="600"/>
                  </a:spcBef>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𝐼𝐺</m:t>
                      </m:r>
                      <m:d>
                        <m:dPr>
                          <m:ctrlPr>
                            <a:rPr lang="en-US" sz="1600" i="1">
                              <a:latin typeface="Cambria Math" panose="02040503050406030204" pitchFamily="18" charset="0"/>
                            </a:rPr>
                          </m:ctrlPr>
                        </m:dPr>
                        <m:e>
                          <m:r>
                            <a:rPr lang="en-US" sz="1600" i="1">
                              <a:latin typeface="Cambria Math" panose="02040503050406030204" pitchFamily="18" charset="0"/>
                            </a:rPr>
                            <m:t>𝑆</m:t>
                          </m:r>
                          <m:r>
                            <a:rPr lang="en-US" sz="1600" i="1">
                              <a:latin typeface="Cambria Math" panose="02040503050406030204" pitchFamily="18" charset="0"/>
                            </a:rPr>
                            <m:t>, </m:t>
                          </m:r>
                          <m:r>
                            <a:rPr lang="en-US" sz="1600" b="0" i="1" smtClean="0">
                              <a:latin typeface="Cambria Math" panose="02040503050406030204" pitchFamily="18" charset="0"/>
                            </a:rPr>
                            <m:t>𝐹𝑒𝑣𝑒𝑟</m:t>
                          </m:r>
                        </m:e>
                      </m:d>
                      <m:r>
                        <a:rPr lang="en-US" sz="1600" i="1">
                          <a:latin typeface="Cambria Math" panose="02040503050406030204" pitchFamily="18" charset="0"/>
                        </a:rPr>
                        <m:t>=0.</m:t>
                      </m:r>
                      <m:r>
                        <a:rPr lang="en-US" sz="1600" b="0" i="1" smtClean="0">
                          <a:latin typeface="Cambria Math" panose="02040503050406030204" pitchFamily="18" charset="0"/>
                        </a:rPr>
                        <m:t>13</m:t>
                      </m:r>
                    </m:oMath>
                  </m:oMathPara>
                </a14:m>
                <a:endParaRPr lang="en-US" sz="1600"/>
              </a:p>
              <a:p>
                <a:pPr>
                  <a:spcBef>
                    <a:spcPts val="600"/>
                  </a:spcBef>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𝐼𝐺</m:t>
                      </m:r>
                      <m:d>
                        <m:dPr>
                          <m:ctrlPr>
                            <a:rPr lang="en-US" sz="1600" i="1">
                              <a:latin typeface="Cambria Math" panose="02040503050406030204" pitchFamily="18" charset="0"/>
                            </a:rPr>
                          </m:ctrlPr>
                        </m:dPr>
                        <m:e>
                          <m:r>
                            <a:rPr lang="en-US" sz="1600" i="1">
                              <a:latin typeface="Cambria Math" panose="02040503050406030204" pitchFamily="18" charset="0"/>
                            </a:rPr>
                            <m:t>𝑆</m:t>
                          </m:r>
                          <m:r>
                            <a:rPr lang="en-US" sz="1600" i="1">
                              <a:latin typeface="Cambria Math" panose="02040503050406030204" pitchFamily="18" charset="0"/>
                            </a:rPr>
                            <m:t>, </m:t>
                          </m:r>
                          <m:r>
                            <a:rPr lang="en-US" sz="1600" b="0" i="1" smtClean="0">
                              <a:latin typeface="Cambria Math" panose="02040503050406030204" pitchFamily="18" charset="0"/>
                            </a:rPr>
                            <m:t>𝐶𝑜𝑢𝑔h</m:t>
                          </m:r>
                        </m:e>
                      </m:d>
                      <m:r>
                        <a:rPr lang="en-US" sz="1600" i="1">
                          <a:latin typeface="Cambria Math" panose="02040503050406030204" pitchFamily="18" charset="0"/>
                        </a:rPr>
                        <m:t>=0.</m:t>
                      </m:r>
                      <m:r>
                        <a:rPr lang="en-US" sz="1600" b="0" i="1" smtClean="0">
                          <a:latin typeface="Cambria Math" panose="02040503050406030204" pitchFamily="18" charset="0"/>
                        </a:rPr>
                        <m:t>0</m:t>
                      </m:r>
                      <m:r>
                        <a:rPr lang="en-US" sz="1600" i="1">
                          <a:latin typeface="Cambria Math" panose="02040503050406030204" pitchFamily="18" charset="0"/>
                        </a:rPr>
                        <m:t>4</m:t>
                      </m:r>
                    </m:oMath>
                  </m:oMathPara>
                </a14:m>
                <a:endParaRPr lang="en-US" sz="1600"/>
              </a:p>
              <a:p>
                <a:endParaRPr lang="en-US" sz="1600"/>
              </a:p>
            </p:txBody>
          </p:sp>
        </mc:Choice>
        <mc:Fallback>
          <p:sp>
            <p:nvSpPr>
              <p:cNvPr id="18" name="TextBox 17">
                <a:extLst>
                  <a:ext uri="{FF2B5EF4-FFF2-40B4-BE49-F238E27FC236}">
                    <a16:creationId xmlns:a16="http://schemas.microsoft.com/office/drawing/2014/main" id="{54D1A744-B296-903E-FF9C-C55E2635A01A}"/>
                  </a:ext>
                </a:extLst>
              </p:cNvPr>
              <p:cNvSpPr txBox="1">
                <a:spLocks noRot="1" noChangeAspect="1" noMove="1" noResize="1" noEditPoints="1" noAdjustHandles="1" noChangeArrowheads="1" noChangeShapeType="1" noTextEdit="1"/>
              </p:cNvSpPr>
              <p:nvPr/>
            </p:nvSpPr>
            <p:spPr>
              <a:xfrm>
                <a:off x="605554" y="1069920"/>
                <a:ext cx="5114990" cy="1231106"/>
              </a:xfrm>
              <a:prstGeom prst="rect">
                <a:avLst/>
              </a:prstGeom>
              <a:blipFill>
                <a:blip r:embed="rId2"/>
                <a:stretch>
                  <a:fillRect l="-2384" t="-5970" r="-1311"/>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7E3D2B66-A42C-F783-48F0-A90E13E6D9C2}"/>
              </a:ext>
            </a:extLst>
          </p:cNvPr>
          <p:cNvCxnSpPr/>
          <p:nvPr/>
        </p:nvCxnSpPr>
        <p:spPr>
          <a:xfrm>
            <a:off x="591999" y="2545789"/>
            <a:ext cx="1087120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graphicFrame>
        <p:nvGraphicFramePr>
          <p:cNvPr id="20" name="Table 19">
            <a:extLst>
              <a:ext uri="{FF2B5EF4-FFF2-40B4-BE49-F238E27FC236}">
                <a16:creationId xmlns:a16="http://schemas.microsoft.com/office/drawing/2014/main" id="{6423D798-F146-EA29-240E-ABB1C8CC7D51}"/>
              </a:ext>
            </a:extLst>
          </p:cNvPr>
          <p:cNvGraphicFramePr>
            <a:graphicFrameLocks noGrp="1"/>
          </p:cNvGraphicFramePr>
          <p:nvPr>
            <p:extLst>
              <p:ext uri="{D42A27DB-BD31-4B8C-83A1-F6EECF244321}">
                <p14:modId xmlns:p14="http://schemas.microsoft.com/office/powerpoint/2010/main" val="182095176"/>
              </p:ext>
            </p:extLst>
          </p:nvPr>
        </p:nvGraphicFramePr>
        <p:xfrm>
          <a:off x="485870" y="2933546"/>
          <a:ext cx="2083540" cy="2084987"/>
        </p:xfrm>
        <a:graphic>
          <a:graphicData uri="http://schemas.openxmlformats.org/drawingml/2006/table">
            <a:tbl>
              <a:tblPr firstRow="1" bandRow="1">
                <a:tableStyleId>{5C22544A-7EE6-4342-B048-85BDC9FD1C3A}</a:tableStyleId>
              </a:tblPr>
              <a:tblGrid>
                <a:gridCol w="419407">
                  <a:extLst>
                    <a:ext uri="{9D8B030D-6E8A-4147-A177-3AD203B41FA5}">
                      <a16:colId xmlns:a16="http://schemas.microsoft.com/office/drawing/2014/main" val="2376429784"/>
                    </a:ext>
                  </a:extLst>
                </a:gridCol>
                <a:gridCol w="484396">
                  <a:extLst>
                    <a:ext uri="{9D8B030D-6E8A-4147-A177-3AD203B41FA5}">
                      <a16:colId xmlns:a16="http://schemas.microsoft.com/office/drawing/2014/main" val="3840907050"/>
                    </a:ext>
                  </a:extLst>
                </a:gridCol>
                <a:gridCol w="609401">
                  <a:extLst>
                    <a:ext uri="{9D8B030D-6E8A-4147-A177-3AD203B41FA5}">
                      <a16:colId xmlns:a16="http://schemas.microsoft.com/office/drawing/2014/main" val="1538925131"/>
                    </a:ext>
                  </a:extLst>
                </a:gridCol>
                <a:gridCol w="570336">
                  <a:extLst>
                    <a:ext uri="{9D8B030D-6E8A-4147-A177-3AD203B41FA5}">
                      <a16:colId xmlns:a16="http://schemas.microsoft.com/office/drawing/2014/main" val="3415862841"/>
                    </a:ext>
                  </a:extLst>
                </a:gridCol>
              </a:tblGrid>
              <a:tr h="370011">
                <a:tc>
                  <a:txBody>
                    <a:bodyPr/>
                    <a:lstStyle/>
                    <a:p>
                      <a:r>
                        <a:rPr lang="en-US" sz="600"/>
                        <a:t>Fever</a:t>
                      </a:r>
                    </a:p>
                  </a:txBody>
                  <a:tcPr/>
                </a:tc>
                <a:tc>
                  <a:txBody>
                    <a:bodyPr/>
                    <a:lstStyle/>
                    <a:p>
                      <a:r>
                        <a:rPr lang="en-US" sz="600"/>
                        <a:t>Cough</a:t>
                      </a:r>
                    </a:p>
                  </a:txBody>
                  <a:tcPr/>
                </a:tc>
                <a:tc>
                  <a:txBody>
                    <a:bodyPr/>
                    <a:lstStyle/>
                    <a:p>
                      <a:r>
                        <a:rPr lang="en-US" sz="600"/>
                        <a:t>Breathing Issues</a:t>
                      </a:r>
                    </a:p>
                  </a:txBody>
                  <a:tcPr/>
                </a:tc>
                <a:tc>
                  <a:txBody>
                    <a:bodyPr/>
                    <a:lstStyle/>
                    <a:p>
                      <a:r>
                        <a:rPr lang="en-US" sz="600"/>
                        <a:t>Infected</a:t>
                      </a:r>
                    </a:p>
                  </a:txBody>
                  <a:tcPr/>
                </a:tc>
                <a:extLst>
                  <a:ext uri="{0D108BD9-81ED-4DB2-BD59-A6C34878D82A}">
                    <a16:rowId xmlns:a16="http://schemas.microsoft.com/office/drawing/2014/main" val="1458540924"/>
                  </a:ext>
                </a:extLst>
              </a:tr>
              <a:tr h="2143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mn-lt"/>
                          <a:ea typeface="+mn-ea"/>
                          <a:cs typeface="+mn-cs"/>
                        </a:rPr>
                        <a:t>YES</a:t>
                      </a:r>
                      <a:endParaRPr lang="en-US" sz="6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extLst>
                  <a:ext uri="{0D108BD9-81ED-4DB2-BD59-A6C34878D82A}">
                    <a16:rowId xmlns:a16="http://schemas.microsoft.com/office/drawing/2014/main" val="889453014"/>
                  </a:ext>
                </a:extLst>
              </a:tr>
              <a:tr h="2143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r>
                        <a:rPr kumimoji="0" lang="en-US" sz="600" b="0" i="0" u="none" strike="noStrike" kern="1200" cap="none" spc="0" normalizeH="0" baseline="0" noProof="0">
                          <a:ln>
                            <a:noFill/>
                          </a:ln>
                          <a:solidFill>
                            <a:srgbClr val="000000"/>
                          </a:solidFill>
                          <a:effectLst/>
                          <a:uLnTx/>
                          <a:uFillTx/>
                          <a:latin typeface="+mn-lt"/>
                          <a:ea typeface="+mn-ea"/>
                          <a:cs typeface="+mn-cs"/>
                        </a:rPr>
                        <a:t>NO</a:t>
                      </a:r>
                      <a:endParaRPr lang="en-US" sz="6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extLst>
                  <a:ext uri="{0D108BD9-81ED-4DB2-BD59-A6C34878D82A}">
                    <a16:rowId xmlns:a16="http://schemas.microsoft.com/office/drawing/2014/main" val="3189125251"/>
                  </a:ext>
                </a:extLst>
              </a:tr>
              <a:tr h="2143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mn-lt"/>
                          <a:ea typeface="+mn-ea"/>
                          <a:cs typeface="+mn-cs"/>
                        </a:rPr>
                        <a:t>YES</a:t>
                      </a:r>
                      <a:endParaRPr kumimoji="0" lang="en-US" sz="600" b="0" i="0" u="none" strike="noStrike" kern="1200" cap="none" spc="0" normalizeH="0" baseline="0" noProof="0">
                        <a:ln>
                          <a:noFill/>
                        </a:ln>
                        <a:solidFill>
                          <a:srgbClr val="000000"/>
                        </a:solidFill>
                        <a:effectLst/>
                        <a:uLnTx/>
                        <a:uFillTx/>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extLst>
                  <a:ext uri="{0D108BD9-81ED-4DB2-BD59-A6C34878D82A}">
                    <a16:rowId xmlns:a16="http://schemas.microsoft.com/office/drawing/2014/main" val="464996011"/>
                  </a:ext>
                </a:extLst>
              </a:tr>
              <a:tr h="2143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extLst>
                  <a:ext uri="{0D108BD9-81ED-4DB2-BD59-A6C34878D82A}">
                    <a16:rowId xmlns:a16="http://schemas.microsoft.com/office/drawing/2014/main" val="2338320999"/>
                  </a:ext>
                </a:extLst>
              </a:tr>
              <a:tr h="2143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NO</a:t>
                      </a:r>
                    </a:p>
                  </a:txBody>
                  <a:tcPr/>
                </a:tc>
                <a:tc>
                  <a:txBody>
                    <a:bodyPr/>
                    <a:lstStyle/>
                    <a:p>
                      <a:r>
                        <a:rPr kumimoji="0" lang="en-US" sz="600" b="0" i="0" u="none" strike="noStrike" kern="1200" cap="none" spc="0" normalizeH="0" baseline="0" noProof="0">
                          <a:ln>
                            <a:noFill/>
                          </a:ln>
                          <a:solidFill>
                            <a:srgbClr val="000000"/>
                          </a:solidFill>
                          <a:effectLst/>
                          <a:uLnTx/>
                          <a:uFillTx/>
                          <a:latin typeface="Arial"/>
                          <a:ea typeface="+mn-ea"/>
                          <a:cs typeface="+mn-cs"/>
                        </a:rPr>
                        <a:t>YES</a:t>
                      </a:r>
                      <a:endParaRPr lang="en-US" sz="6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extLst>
                  <a:ext uri="{0D108BD9-81ED-4DB2-BD59-A6C34878D82A}">
                    <a16:rowId xmlns:a16="http://schemas.microsoft.com/office/drawing/2014/main" val="3850302675"/>
                  </a:ext>
                </a:extLst>
              </a:tr>
              <a:tr h="2143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r>
                        <a:rPr kumimoji="0" lang="en-US" sz="600" b="0" i="0" u="none" strike="noStrike" kern="1200" cap="none" spc="0" normalizeH="0" baseline="0" noProof="0">
                          <a:ln>
                            <a:noFill/>
                          </a:ln>
                          <a:solidFill>
                            <a:srgbClr val="000000"/>
                          </a:solidFill>
                          <a:effectLst/>
                          <a:uLnTx/>
                          <a:uFillTx/>
                          <a:latin typeface="Arial"/>
                          <a:ea typeface="+mn-ea"/>
                          <a:cs typeface="+mn-cs"/>
                        </a:rPr>
                        <a:t>YES</a:t>
                      </a:r>
                      <a:endParaRPr lang="en-US" sz="6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extLst>
                  <a:ext uri="{0D108BD9-81ED-4DB2-BD59-A6C34878D82A}">
                    <a16:rowId xmlns:a16="http://schemas.microsoft.com/office/drawing/2014/main" val="1315280894"/>
                  </a:ext>
                </a:extLst>
              </a:tr>
              <a:tr h="2143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r>
                        <a:rPr kumimoji="0" lang="en-US" sz="600" b="0" i="0" u="none" strike="noStrike" kern="1200" cap="none" spc="0" normalizeH="0" baseline="0" noProof="0">
                          <a:ln>
                            <a:noFill/>
                          </a:ln>
                          <a:solidFill>
                            <a:srgbClr val="000000"/>
                          </a:solidFill>
                          <a:effectLst/>
                          <a:uLnTx/>
                          <a:uFillTx/>
                          <a:latin typeface="Arial"/>
                          <a:ea typeface="+mn-ea"/>
                          <a:cs typeface="+mn-cs"/>
                        </a:rPr>
                        <a:t>YES</a:t>
                      </a:r>
                      <a:endParaRPr lang="en-US" sz="6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extLst>
                  <a:ext uri="{0D108BD9-81ED-4DB2-BD59-A6C34878D82A}">
                    <a16:rowId xmlns:a16="http://schemas.microsoft.com/office/drawing/2014/main" val="2663524289"/>
                  </a:ext>
                </a:extLst>
              </a:tr>
              <a:tr h="2143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mn-lt"/>
                          <a:ea typeface="+mn-ea"/>
                          <a:cs typeface="+mn-cs"/>
                        </a:rPr>
                        <a:t>NO</a:t>
                      </a:r>
                      <a:endParaRPr kumimoji="0" lang="en-US" sz="600" b="0" i="0" u="none" strike="noStrike" kern="1200" cap="none" spc="0" normalizeH="0" baseline="0" noProof="0">
                        <a:ln>
                          <a:noFill/>
                        </a:ln>
                        <a:solidFill>
                          <a:srgbClr val="000000"/>
                        </a:solidFill>
                        <a:effectLst/>
                        <a:uLnTx/>
                        <a:uFillTx/>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r>
                        <a:rPr kumimoji="0" lang="en-US" sz="600" b="0" i="0" u="none" strike="noStrike" kern="1200" cap="none" spc="0" normalizeH="0" baseline="0" noProof="0">
                          <a:ln>
                            <a:noFill/>
                          </a:ln>
                          <a:solidFill>
                            <a:srgbClr val="000000"/>
                          </a:solidFill>
                          <a:effectLst/>
                          <a:uLnTx/>
                          <a:uFillTx/>
                          <a:latin typeface="Arial"/>
                          <a:ea typeface="+mn-ea"/>
                          <a:cs typeface="+mn-cs"/>
                        </a:rPr>
                        <a:t>YES</a:t>
                      </a:r>
                      <a:endParaRPr lang="en-US" sz="600"/>
                    </a:p>
                  </a:txBody>
                  <a:tcPr/>
                </a:tc>
                <a:tc>
                  <a:txBody>
                    <a:bodyPr/>
                    <a:lstStyle/>
                    <a:p>
                      <a:r>
                        <a:rPr lang="en-US" sz="600"/>
                        <a:t>NO</a:t>
                      </a:r>
                    </a:p>
                  </a:txBody>
                  <a:tcPr/>
                </a:tc>
                <a:extLst>
                  <a:ext uri="{0D108BD9-81ED-4DB2-BD59-A6C34878D82A}">
                    <a16:rowId xmlns:a16="http://schemas.microsoft.com/office/drawing/2014/main" val="1423981487"/>
                  </a:ext>
                </a:extLst>
              </a:tr>
            </a:tbl>
          </a:graphicData>
        </a:graphic>
      </p:graphicFrame>
      <p:sp>
        <p:nvSpPr>
          <p:cNvPr id="22" name="TextBox 21">
            <a:extLst>
              <a:ext uri="{FF2B5EF4-FFF2-40B4-BE49-F238E27FC236}">
                <a16:creationId xmlns:a16="http://schemas.microsoft.com/office/drawing/2014/main" id="{64F54781-E489-7DF8-D2F8-D6EDA5CB7990}"/>
              </a:ext>
            </a:extLst>
          </p:cNvPr>
          <p:cNvSpPr txBox="1"/>
          <p:nvPr/>
        </p:nvSpPr>
        <p:spPr>
          <a:xfrm>
            <a:off x="485870" y="2585167"/>
            <a:ext cx="5093767" cy="338554"/>
          </a:xfrm>
          <a:prstGeom prst="rect">
            <a:avLst/>
          </a:prstGeom>
          <a:noFill/>
        </p:spPr>
        <p:txBody>
          <a:bodyPr wrap="square" rtlCol="0">
            <a:spAutoFit/>
          </a:bodyPr>
          <a:lstStyle/>
          <a:p>
            <a:r>
              <a:rPr lang="en-US" sz="1600" b="1" u="sng">
                <a:latin typeface="Cambria Math" panose="02040503050406030204" pitchFamily="18" charset="0"/>
              </a:rPr>
              <a:t>Step 2</a:t>
            </a:r>
            <a:r>
              <a:rPr lang="en-US" sz="1600" u="sng">
                <a:latin typeface="Cambria Math" panose="02040503050406030204" pitchFamily="18" charset="0"/>
              </a:rPr>
              <a:t>:  </a:t>
            </a:r>
            <a:r>
              <a:rPr lang="en-US" sz="1600"/>
              <a:t>Now for </a:t>
            </a:r>
            <a:r>
              <a:rPr lang="en-US" sz="1600" err="1"/>
              <a:t>BreatingIssues</a:t>
            </a:r>
            <a:r>
              <a:rPr lang="en-US" sz="1600"/>
              <a:t> = YES</a:t>
            </a:r>
          </a:p>
        </p:txBody>
      </p:sp>
      <mc:AlternateContent xmlns:mc="http://schemas.openxmlformats.org/markup-compatibility/2006">
        <mc:Choice xmlns:a14="http://schemas.microsoft.com/office/drawing/2010/main" Requires="a14">
          <p:sp>
            <p:nvSpPr>
              <p:cNvPr id="23" name="Rectangle 22">
                <a:extLst>
                  <a:ext uri="{FF2B5EF4-FFF2-40B4-BE49-F238E27FC236}">
                    <a16:creationId xmlns:a16="http://schemas.microsoft.com/office/drawing/2014/main" id="{A8F2A37A-A069-A004-62B4-4E39B8272467}"/>
                  </a:ext>
                </a:extLst>
              </p:cNvPr>
              <p:cNvSpPr/>
              <p:nvPr/>
            </p:nvSpPr>
            <p:spPr>
              <a:xfrm>
                <a:off x="3728434" y="3239524"/>
                <a:ext cx="2348716" cy="80021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𝐼𝐺</m:t>
                      </m:r>
                      <m:d>
                        <m:dPr>
                          <m:ctrlPr>
                            <a:rPr lang="en-US" sz="1600" i="1">
                              <a:latin typeface="Cambria Math" panose="02040503050406030204" pitchFamily="18" charset="0"/>
                            </a:rPr>
                          </m:ctrlPr>
                        </m:dPr>
                        <m:e>
                          <m:r>
                            <a:rPr lang="en-US" sz="1600" i="1">
                              <a:latin typeface="Cambria Math" panose="02040503050406030204" pitchFamily="18" charset="0"/>
                            </a:rPr>
                            <m:t>𝑆</m:t>
                          </m:r>
                          <m:r>
                            <a:rPr lang="en-US" sz="1600" i="1">
                              <a:latin typeface="Cambria Math" panose="02040503050406030204" pitchFamily="18" charset="0"/>
                            </a:rPr>
                            <m:t>, </m:t>
                          </m:r>
                          <m:r>
                            <a:rPr lang="en-US" sz="1600" i="1">
                              <a:latin typeface="Cambria Math" panose="02040503050406030204" pitchFamily="18" charset="0"/>
                            </a:rPr>
                            <m:t>𝐹𝑒𝑣𝑒𝑟</m:t>
                          </m:r>
                        </m:e>
                      </m:d>
                      <m:r>
                        <a:rPr lang="en-US" sz="1600" i="1">
                          <a:latin typeface="Cambria Math" panose="02040503050406030204" pitchFamily="18" charset="0"/>
                        </a:rPr>
                        <m:t>=0.</m:t>
                      </m:r>
                      <m:r>
                        <a:rPr lang="en-US" sz="1600" b="0" i="1" smtClean="0">
                          <a:latin typeface="Cambria Math" panose="02040503050406030204" pitchFamily="18" charset="0"/>
                        </a:rPr>
                        <m:t>20</m:t>
                      </m:r>
                    </m:oMath>
                  </m:oMathPara>
                </a14:m>
                <a:endParaRPr lang="en-US" sz="1600"/>
              </a:p>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𝐼𝐺</m:t>
                      </m:r>
                      <m:d>
                        <m:dPr>
                          <m:ctrlPr>
                            <a:rPr lang="en-US" sz="1600" i="1">
                              <a:latin typeface="Cambria Math" panose="02040503050406030204" pitchFamily="18" charset="0"/>
                            </a:rPr>
                          </m:ctrlPr>
                        </m:dPr>
                        <m:e>
                          <m:r>
                            <a:rPr lang="en-US" sz="1600" i="1">
                              <a:latin typeface="Cambria Math" panose="02040503050406030204" pitchFamily="18" charset="0"/>
                            </a:rPr>
                            <m:t>𝑆</m:t>
                          </m:r>
                          <m:r>
                            <a:rPr lang="en-US" sz="1600" i="1">
                              <a:latin typeface="Cambria Math" panose="02040503050406030204" pitchFamily="18" charset="0"/>
                            </a:rPr>
                            <m:t>, </m:t>
                          </m:r>
                          <m:r>
                            <a:rPr lang="en-US" sz="1600" i="1">
                              <a:latin typeface="Cambria Math" panose="02040503050406030204" pitchFamily="18" charset="0"/>
                            </a:rPr>
                            <m:t>𝐶𝑜𝑢𝑔h</m:t>
                          </m:r>
                        </m:e>
                      </m:d>
                      <m:r>
                        <a:rPr lang="en-US" sz="1600" i="1">
                          <a:latin typeface="Cambria Math" panose="02040503050406030204" pitchFamily="18" charset="0"/>
                        </a:rPr>
                        <m:t>=0.0</m:t>
                      </m:r>
                      <m:r>
                        <a:rPr lang="en-US" sz="1600" b="0" i="1" smtClean="0">
                          <a:latin typeface="Cambria Math" panose="02040503050406030204" pitchFamily="18" charset="0"/>
                        </a:rPr>
                        <m:t>9 </m:t>
                      </m:r>
                    </m:oMath>
                  </m:oMathPara>
                </a14:m>
                <a:endParaRPr lang="en-US" sz="1600" b="0"/>
              </a:p>
              <a:p>
                <a:r>
                  <a:rPr lang="en-US" sz="1400" b="1"/>
                  <a:t>Hence, we split on Fever</a:t>
                </a:r>
              </a:p>
            </p:txBody>
          </p:sp>
        </mc:Choice>
        <mc:Fallback>
          <p:sp>
            <p:nvSpPr>
              <p:cNvPr id="23" name="Rectangle 22">
                <a:extLst>
                  <a:ext uri="{FF2B5EF4-FFF2-40B4-BE49-F238E27FC236}">
                    <a16:creationId xmlns:a16="http://schemas.microsoft.com/office/drawing/2014/main" id="{A8F2A37A-A069-A004-62B4-4E39B8272467}"/>
                  </a:ext>
                </a:extLst>
              </p:cNvPr>
              <p:cNvSpPr>
                <a:spLocks noRot="1" noChangeAspect="1" noMove="1" noResize="1" noEditPoints="1" noAdjustHandles="1" noChangeArrowheads="1" noChangeShapeType="1" noTextEdit="1"/>
              </p:cNvSpPr>
              <p:nvPr/>
            </p:nvSpPr>
            <p:spPr>
              <a:xfrm>
                <a:off x="3728434" y="3239524"/>
                <a:ext cx="2348716" cy="800219"/>
              </a:xfrm>
              <a:prstGeom prst="rect">
                <a:avLst/>
              </a:prstGeom>
              <a:blipFill>
                <a:blip r:embed="rId3"/>
                <a:stretch>
                  <a:fillRect l="-779" b="-6818"/>
                </a:stretch>
              </a:blipFill>
            </p:spPr>
            <p:txBody>
              <a:bodyPr/>
              <a:lstStyle/>
              <a:p>
                <a:r>
                  <a:rPr lang="en-US">
                    <a:noFill/>
                  </a:rPr>
                  <a:t> </a:t>
                </a:r>
              </a:p>
            </p:txBody>
          </p:sp>
        </mc:Fallback>
      </mc:AlternateContent>
      <p:sp>
        <p:nvSpPr>
          <p:cNvPr id="24" name="Rectangle: Rounded Corners 23">
            <a:extLst>
              <a:ext uri="{FF2B5EF4-FFF2-40B4-BE49-F238E27FC236}">
                <a16:creationId xmlns:a16="http://schemas.microsoft.com/office/drawing/2014/main" id="{D72CEA2E-6E2F-A7A4-4389-B058732C5837}"/>
              </a:ext>
            </a:extLst>
          </p:cNvPr>
          <p:cNvSpPr/>
          <p:nvPr/>
        </p:nvSpPr>
        <p:spPr>
          <a:xfrm>
            <a:off x="6638122" y="2663170"/>
            <a:ext cx="1948873" cy="489527"/>
          </a:xfrm>
          <a:prstGeom prst="roundRect">
            <a:avLst/>
          </a:prstGeom>
          <a:solidFill>
            <a:schemeClr val="accent1">
              <a:lumMod val="20000"/>
              <a:lumOff val="8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Fever</a:t>
            </a:r>
          </a:p>
        </p:txBody>
      </p:sp>
      <p:cxnSp>
        <p:nvCxnSpPr>
          <p:cNvPr id="25" name="Straight Arrow Connector 24">
            <a:extLst>
              <a:ext uri="{FF2B5EF4-FFF2-40B4-BE49-F238E27FC236}">
                <a16:creationId xmlns:a16="http://schemas.microsoft.com/office/drawing/2014/main" id="{F2859B0D-B779-97FC-B605-92057107FA8C}"/>
              </a:ext>
            </a:extLst>
          </p:cNvPr>
          <p:cNvCxnSpPr>
            <a:cxnSpLocks/>
            <a:stCxn id="24" idx="2"/>
            <a:endCxn id="39" idx="0"/>
          </p:cNvCxnSpPr>
          <p:nvPr/>
        </p:nvCxnSpPr>
        <p:spPr>
          <a:xfrm flipH="1">
            <a:off x="5692781" y="3152697"/>
            <a:ext cx="1919778" cy="20860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4A83F62-B104-A25B-02CC-E0BCFE09661E}"/>
              </a:ext>
            </a:extLst>
          </p:cNvPr>
          <p:cNvCxnSpPr>
            <a:cxnSpLocks/>
            <a:stCxn id="24" idx="2"/>
            <a:endCxn id="40" idx="0"/>
          </p:cNvCxnSpPr>
          <p:nvPr/>
        </p:nvCxnSpPr>
        <p:spPr>
          <a:xfrm flipH="1">
            <a:off x="7137434" y="3152697"/>
            <a:ext cx="475125" cy="20860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DA528DC-2C6E-99FD-0385-ADF39BAF7B5E}"/>
              </a:ext>
            </a:extLst>
          </p:cNvPr>
          <p:cNvSpPr txBox="1"/>
          <p:nvPr/>
        </p:nvSpPr>
        <p:spPr>
          <a:xfrm>
            <a:off x="6595636" y="3310613"/>
            <a:ext cx="695325" cy="369332"/>
          </a:xfrm>
          <a:prstGeom prst="rect">
            <a:avLst/>
          </a:prstGeom>
          <a:noFill/>
          <a:ln w="38100">
            <a:noFill/>
          </a:ln>
        </p:spPr>
        <p:txBody>
          <a:bodyPr wrap="square" rtlCol="0">
            <a:spAutoFit/>
          </a:bodyPr>
          <a:lstStyle/>
          <a:p>
            <a:r>
              <a:rPr lang="en-US"/>
              <a:t>YES</a:t>
            </a:r>
          </a:p>
        </p:txBody>
      </p:sp>
      <p:sp>
        <p:nvSpPr>
          <p:cNvPr id="28" name="TextBox 27">
            <a:extLst>
              <a:ext uri="{FF2B5EF4-FFF2-40B4-BE49-F238E27FC236}">
                <a16:creationId xmlns:a16="http://schemas.microsoft.com/office/drawing/2014/main" id="{F8D1BB51-1D9F-3D34-9BA0-83B5C333E9F3}"/>
              </a:ext>
            </a:extLst>
          </p:cNvPr>
          <p:cNvSpPr txBox="1"/>
          <p:nvPr/>
        </p:nvSpPr>
        <p:spPr>
          <a:xfrm>
            <a:off x="7361734" y="4116333"/>
            <a:ext cx="695325" cy="369332"/>
          </a:xfrm>
          <a:prstGeom prst="rect">
            <a:avLst/>
          </a:prstGeom>
          <a:noFill/>
          <a:ln w="38100">
            <a:noFill/>
          </a:ln>
        </p:spPr>
        <p:txBody>
          <a:bodyPr wrap="square" rtlCol="0">
            <a:spAutoFit/>
          </a:bodyPr>
          <a:lstStyle/>
          <a:p>
            <a:r>
              <a:rPr lang="en-US"/>
              <a:t>NO</a:t>
            </a:r>
          </a:p>
        </p:txBody>
      </p:sp>
      <p:sp>
        <p:nvSpPr>
          <p:cNvPr id="29" name="Rectangle: Rounded Corners 28">
            <a:extLst>
              <a:ext uri="{FF2B5EF4-FFF2-40B4-BE49-F238E27FC236}">
                <a16:creationId xmlns:a16="http://schemas.microsoft.com/office/drawing/2014/main" id="{C9000F92-6679-816C-609F-75875081B89D}"/>
              </a:ext>
            </a:extLst>
          </p:cNvPr>
          <p:cNvSpPr/>
          <p:nvPr/>
        </p:nvSpPr>
        <p:spPr>
          <a:xfrm>
            <a:off x="9113440" y="2663170"/>
            <a:ext cx="1948873" cy="489527"/>
          </a:xfrm>
          <a:prstGeom prst="roundRect">
            <a:avLst/>
          </a:prstGeom>
          <a:solidFill>
            <a:schemeClr val="accent1">
              <a:lumMod val="20000"/>
              <a:lumOff val="8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Cough</a:t>
            </a:r>
          </a:p>
        </p:txBody>
      </p:sp>
      <p:cxnSp>
        <p:nvCxnSpPr>
          <p:cNvPr id="30" name="Straight Arrow Connector 29">
            <a:extLst>
              <a:ext uri="{FF2B5EF4-FFF2-40B4-BE49-F238E27FC236}">
                <a16:creationId xmlns:a16="http://schemas.microsoft.com/office/drawing/2014/main" id="{10CE72B7-A009-FC65-826B-C38CB3EF6D30}"/>
              </a:ext>
            </a:extLst>
          </p:cNvPr>
          <p:cNvCxnSpPr>
            <a:cxnSpLocks/>
            <a:stCxn id="29" idx="2"/>
            <a:endCxn id="41" idx="0"/>
          </p:cNvCxnSpPr>
          <p:nvPr/>
        </p:nvCxnSpPr>
        <p:spPr>
          <a:xfrm flipH="1">
            <a:off x="9491684" y="3152697"/>
            <a:ext cx="596193" cy="208603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DE2AA71-5308-89D6-0599-6E6D029FD614}"/>
              </a:ext>
            </a:extLst>
          </p:cNvPr>
          <p:cNvCxnSpPr>
            <a:cxnSpLocks/>
            <a:stCxn id="29" idx="2"/>
            <a:endCxn id="42" idx="0"/>
          </p:cNvCxnSpPr>
          <p:nvPr/>
        </p:nvCxnSpPr>
        <p:spPr>
          <a:xfrm>
            <a:off x="10087877" y="3152697"/>
            <a:ext cx="848460" cy="208603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AC839785-6633-04CB-C2CB-F90B24E24E8F}"/>
              </a:ext>
            </a:extLst>
          </p:cNvPr>
          <p:cNvSpPr txBox="1"/>
          <p:nvPr/>
        </p:nvSpPr>
        <p:spPr>
          <a:xfrm>
            <a:off x="9070954" y="3310613"/>
            <a:ext cx="695325" cy="369332"/>
          </a:xfrm>
          <a:prstGeom prst="rect">
            <a:avLst/>
          </a:prstGeom>
          <a:noFill/>
          <a:ln>
            <a:noFill/>
            <a:prstDash val="dash"/>
          </a:ln>
        </p:spPr>
        <p:txBody>
          <a:bodyPr wrap="square" rtlCol="0">
            <a:spAutoFit/>
          </a:bodyPr>
          <a:lstStyle/>
          <a:p>
            <a:r>
              <a:rPr lang="en-US"/>
              <a:t>YES</a:t>
            </a:r>
          </a:p>
        </p:txBody>
      </p:sp>
      <p:sp>
        <p:nvSpPr>
          <p:cNvPr id="33" name="TextBox 32">
            <a:extLst>
              <a:ext uri="{FF2B5EF4-FFF2-40B4-BE49-F238E27FC236}">
                <a16:creationId xmlns:a16="http://schemas.microsoft.com/office/drawing/2014/main" id="{E238662C-2024-C427-E7B7-B204EBABE82D}"/>
              </a:ext>
            </a:extLst>
          </p:cNvPr>
          <p:cNvSpPr txBox="1"/>
          <p:nvPr/>
        </p:nvSpPr>
        <p:spPr>
          <a:xfrm>
            <a:off x="10471734" y="3310613"/>
            <a:ext cx="695325" cy="369332"/>
          </a:xfrm>
          <a:prstGeom prst="rect">
            <a:avLst/>
          </a:prstGeom>
          <a:noFill/>
          <a:ln>
            <a:noFill/>
            <a:prstDash val="dash"/>
          </a:ln>
        </p:spPr>
        <p:txBody>
          <a:bodyPr wrap="square" rtlCol="0">
            <a:spAutoFit/>
          </a:bodyPr>
          <a:lstStyle/>
          <a:p>
            <a:r>
              <a:rPr lang="en-US"/>
              <a:t>NO</a:t>
            </a:r>
          </a:p>
        </p:txBody>
      </p:sp>
      <p:sp>
        <p:nvSpPr>
          <p:cNvPr id="34" name="TextBox 33">
            <a:extLst>
              <a:ext uri="{FF2B5EF4-FFF2-40B4-BE49-F238E27FC236}">
                <a16:creationId xmlns:a16="http://schemas.microsoft.com/office/drawing/2014/main" id="{1766A6EF-9F1D-6A0D-505E-6A8B01C422BB}"/>
              </a:ext>
            </a:extLst>
          </p:cNvPr>
          <p:cNvSpPr txBox="1"/>
          <p:nvPr/>
        </p:nvSpPr>
        <p:spPr>
          <a:xfrm>
            <a:off x="10578730" y="3709921"/>
            <a:ext cx="1333052" cy="954107"/>
          </a:xfrm>
          <a:prstGeom prst="rect">
            <a:avLst/>
          </a:prstGeom>
          <a:noFill/>
        </p:spPr>
        <p:txBody>
          <a:bodyPr wrap="square" rtlCol="0">
            <a:spAutoFit/>
          </a:bodyPr>
          <a:lstStyle/>
          <a:p>
            <a:r>
              <a:rPr lang="en-US" sz="1400" b="1" i="1">
                <a:latin typeface="Cambria Math" panose="02040503050406030204" pitchFamily="18" charset="0"/>
              </a:rPr>
              <a:t>Step 4</a:t>
            </a:r>
            <a:r>
              <a:rPr lang="en-US" sz="1400" i="1">
                <a:latin typeface="Cambria Math" panose="02040503050406030204" pitchFamily="18" charset="0"/>
              </a:rPr>
              <a:t>  As cough is the only feature left</a:t>
            </a:r>
            <a:endParaRPr lang="en-US" sz="1400"/>
          </a:p>
        </p:txBody>
      </p:sp>
      <p:graphicFrame>
        <p:nvGraphicFramePr>
          <p:cNvPr id="35" name="Table 34">
            <a:extLst>
              <a:ext uri="{FF2B5EF4-FFF2-40B4-BE49-F238E27FC236}">
                <a16:creationId xmlns:a16="http://schemas.microsoft.com/office/drawing/2014/main" id="{EF6B775F-6312-7969-ADD6-357FC531CD5B}"/>
              </a:ext>
            </a:extLst>
          </p:cNvPr>
          <p:cNvGraphicFramePr>
            <a:graphicFrameLocks noGrp="1"/>
          </p:cNvGraphicFramePr>
          <p:nvPr>
            <p:extLst>
              <p:ext uri="{D42A27DB-BD31-4B8C-83A1-F6EECF244321}">
                <p14:modId xmlns:p14="http://schemas.microsoft.com/office/powerpoint/2010/main" val="2815355865"/>
              </p:ext>
            </p:extLst>
          </p:nvPr>
        </p:nvGraphicFramePr>
        <p:xfrm>
          <a:off x="154514" y="5361292"/>
          <a:ext cx="1972161" cy="1441871"/>
        </p:xfrm>
        <a:graphic>
          <a:graphicData uri="http://schemas.openxmlformats.org/drawingml/2006/table">
            <a:tbl>
              <a:tblPr firstRow="1" bandRow="1">
                <a:tableStyleId>{5C22544A-7EE6-4342-B048-85BDC9FD1C3A}</a:tableStyleId>
              </a:tblPr>
              <a:tblGrid>
                <a:gridCol w="396987">
                  <a:extLst>
                    <a:ext uri="{9D8B030D-6E8A-4147-A177-3AD203B41FA5}">
                      <a16:colId xmlns:a16="http://schemas.microsoft.com/office/drawing/2014/main" val="2376429784"/>
                    </a:ext>
                  </a:extLst>
                </a:gridCol>
                <a:gridCol w="458502">
                  <a:extLst>
                    <a:ext uri="{9D8B030D-6E8A-4147-A177-3AD203B41FA5}">
                      <a16:colId xmlns:a16="http://schemas.microsoft.com/office/drawing/2014/main" val="3840907050"/>
                    </a:ext>
                  </a:extLst>
                </a:gridCol>
                <a:gridCol w="576824">
                  <a:extLst>
                    <a:ext uri="{9D8B030D-6E8A-4147-A177-3AD203B41FA5}">
                      <a16:colId xmlns:a16="http://schemas.microsoft.com/office/drawing/2014/main" val="1538925131"/>
                    </a:ext>
                  </a:extLst>
                </a:gridCol>
                <a:gridCol w="539848">
                  <a:extLst>
                    <a:ext uri="{9D8B030D-6E8A-4147-A177-3AD203B41FA5}">
                      <a16:colId xmlns:a16="http://schemas.microsoft.com/office/drawing/2014/main" val="3415862841"/>
                    </a:ext>
                  </a:extLst>
                </a:gridCol>
              </a:tblGrid>
              <a:tr h="370011">
                <a:tc>
                  <a:txBody>
                    <a:bodyPr/>
                    <a:lstStyle/>
                    <a:p>
                      <a:r>
                        <a:rPr lang="en-US" sz="600"/>
                        <a:t>Fever</a:t>
                      </a:r>
                    </a:p>
                  </a:txBody>
                  <a:tcPr/>
                </a:tc>
                <a:tc>
                  <a:txBody>
                    <a:bodyPr/>
                    <a:lstStyle/>
                    <a:p>
                      <a:r>
                        <a:rPr lang="en-US" sz="600"/>
                        <a:t>Cough</a:t>
                      </a:r>
                    </a:p>
                  </a:txBody>
                  <a:tcPr/>
                </a:tc>
                <a:tc>
                  <a:txBody>
                    <a:bodyPr/>
                    <a:lstStyle/>
                    <a:p>
                      <a:r>
                        <a:rPr lang="en-US" sz="600"/>
                        <a:t>Breathing Issues</a:t>
                      </a:r>
                    </a:p>
                  </a:txBody>
                  <a:tcPr/>
                </a:tc>
                <a:tc>
                  <a:txBody>
                    <a:bodyPr/>
                    <a:lstStyle/>
                    <a:p>
                      <a:r>
                        <a:rPr lang="en-US" sz="600"/>
                        <a:t>Infected</a:t>
                      </a:r>
                    </a:p>
                  </a:txBody>
                  <a:tcPr/>
                </a:tc>
                <a:extLst>
                  <a:ext uri="{0D108BD9-81ED-4DB2-BD59-A6C34878D82A}">
                    <a16:rowId xmlns:a16="http://schemas.microsoft.com/office/drawing/2014/main" val="1458540924"/>
                  </a:ext>
                </a:extLst>
              </a:tr>
              <a:tr h="2143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mn-lt"/>
                          <a:ea typeface="+mn-ea"/>
                          <a:cs typeface="+mn-cs"/>
                        </a:rPr>
                        <a:t>YES</a:t>
                      </a:r>
                      <a:endParaRPr lang="en-US" sz="6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extLst>
                  <a:ext uri="{0D108BD9-81ED-4DB2-BD59-A6C34878D82A}">
                    <a16:rowId xmlns:a16="http://schemas.microsoft.com/office/drawing/2014/main" val="889453014"/>
                  </a:ext>
                </a:extLst>
              </a:tr>
              <a:tr h="2143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r>
                        <a:rPr kumimoji="0" lang="en-US" sz="600" b="0" i="0" u="none" strike="noStrike" kern="1200" cap="none" spc="0" normalizeH="0" baseline="0" noProof="0">
                          <a:ln>
                            <a:noFill/>
                          </a:ln>
                          <a:solidFill>
                            <a:srgbClr val="000000"/>
                          </a:solidFill>
                          <a:effectLst/>
                          <a:uLnTx/>
                          <a:uFillTx/>
                          <a:latin typeface="+mn-lt"/>
                          <a:ea typeface="+mn-ea"/>
                          <a:cs typeface="+mn-cs"/>
                        </a:rPr>
                        <a:t>NO</a:t>
                      </a:r>
                      <a:endParaRPr lang="en-US" sz="6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extLst>
                  <a:ext uri="{0D108BD9-81ED-4DB2-BD59-A6C34878D82A}">
                    <a16:rowId xmlns:a16="http://schemas.microsoft.com/office/drawing/2014/main" val="3189125251"/>
                  </a:ext>
                </a:extLst>
              </a:tr>
              <a:tr h="2143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mn-lt"/>
                          <a:ea typeface="+mn-ea"/>
                          <a:cs typeface="+mn-cs"/>
                        </a:rPr>
                        <a:t>YES</a:t>
                      </a:r>
                      <a:endParaRPr kumimoji="0" lang="en-US" sz="600" b="0" i="0" u="none" strike="noStrike" kern="1200" cap="none" spc="0" normalizeH="0" baseline="0" noProof="0">
                        <a:ln>
                          <a:noFill/>
                        </a:ln>
                        <a:solidFill>
                          <a:srgbClr val="000000"/>
                        </a:solidFill>
                        <a:effectLst/>
                        <a:uLnTx/>
                        <a:uFillTx/>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extLst>
                  <a:ext uri="{0D108BD9-81ED-4DB2-BD59-A6C34878D82A}">
                    <a16:rowId xmlns:a16="http://schemas.microsoft.com/office/drawing/2014/main" val="464996011"/>
                  </a:ext>
                </a:extLst>
              </a:tr>
              <a:tr h="2143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extLst>
                  <a:ext uri="{0D108BD9-81ED-4DB2-BD59-A6C34878D82A}">
                    <a16:rowId xmlns:a16="http://schemas.microsoft.com/office/drawing/2014/main" val="2338320999"/>
                  </a:ext>
                </a:extLst>
              </a:tr>
              <a:tr h="2143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NO</a:t>
                      </a:r>
                    </a:p>
                  </a:txBody>
                  <a:tcPr/>
                </a:tc>
                <a:tc>
                  <a:txBody>
                    <a:bodyPr/>
                    <a:lstStyle/>
                    <a:p>
                      <a:r>
                        <a:rPr kumimoji="0" lang="en-US" sz="600" b="0" i="0" u="none" strike="noStrike" kern="1200" cap="none" spc="0" normalizeH="0" baseline="0" noProof="0">
                          <a:ln>
                            <a:noFill/>
                          </a:ln>
                          <a:solidFill>
                            <a:srgbClr val="000000"/>
                          </a:solidFill>
                          <a:effectLst/>
                          <a:uLnTx/>
                          <a:uFillTx/>
                          <a:latin typeface="Arial"/>
                          <a:ea typeface="+mn-ea"/>
                          <a:cs typeface="+mn-cs"/>
                        </a:rPr>
                        <a:t>YES</a:t>
                      </a:r>
                      <a:endParaRPr lang="en-US" sz="6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extLst>
                  <a:ext uri="{0D108BD9-81ED-4DB2-BD59-A6C34878D82A}">
                    <a16:rowId xmlns:a16="http://schemas.microsoft.com/office/drawing/2014/main" val="3850302675"/>
                  </a:ext>
                </a:extLst>
              </a:tr>
            </a:tbl>
          </a:graphicData>
        </a:graphic>
      </p:graphicFrame>
      <p:sp>
        <p:nvSpPr>
          <p:cNvPr id="36" name="TextBox 35">
            <a:extLst>
              <a:ext uri="{FF2B5EF4-FFF2-40B4-BE49-F238E27FC236}">
                <a16:creationId xmlns:a16="http://schemas.microsoft.com/office/drawing/2014/main" id="{6069B2BA-4156-C71C-A91B-F1116243D6CD}"/>
              </a:ext>
            </a:extLst>
          </p:cNvPr>
          <p:cNvSpPr txBox="1"/>
          <p:nvPr/>
        </p:nvSpPr>
        <p:spPr>
          <a:xfrm>
            <a:off x="154514" y="5012913"/>
            <a:ext cx="5093767" cy="307777"/>
          </a:xfrm>
          <a:prstGeom prst="rect">
            <a:avLst/>
          </a:prstGeom>
          <a:noFill/>
        </p:spPr>
        <p:txBody>
          <a:bodyPr wrap="square" rtlCol="0">
            <a:spAutoFit/>
          </a:bodyPr>
          <a:lstStyle/>
          <a:p>
            <a:r>
              <a:rPr lang="en-US" sz="1400" b="1" u="sng">
                <a:latin typeface="Cambria Math" panose="02040503050406030204" pitchFamily="18" charset="0"/>
              </a:rPr>
              <a:t>Step  3</a:t>
            </a:r>
            <a:r>
              <a:rPr lang="en-US" sz="1400" i="1">
                <a:latin typeface="Cambria Math" panose="02040503050406030204" pitchFamily="18" charset="0"/>
              </a:rPr>
              <a:t>:  </a:t>
            </a:r>
            <a:r>
              <a:rPr lang="en-US" sz="1400"/>
              <a:t>Splitting on Fever given </a:t>
            </a:r>
            <a:r>
              <a:rPr lang="en-US" sz="1400" err="1"/>
              <a:t>BreatingIssues</a:t>
            </a:r>
            <a:r>
              <a:rPr lang="en-US" sz="1400"/>
              <a:t> = YES</a:t>
            </a:r>
          </a:p>
        </p:txBody>
      </p:sp>
      <p:graphicFrame>
        <p:nvGraphicFramePr>
          <p:cNvPr id="37" name="Table 36">
            <a:extLst>
              <a:ext uri="{FF2B5EF4-FFF2-40B4-BE49-F238E27FC236}">
                <a16:creationId xmlns:a16="http://schemas.microsoft.com/office/drawing/2014/main" id="{3A0F327F-3C45-0440-194C-B5E8F42EECE9}"/>
              </a:ext>
            </a:extLst>
          </p:cNvPr>
          <p:cNvGraphicFramePr>
            <a:graphicFrameLocks noGrp="1"/>
          </p:cNvGraphicFramePr>
          <p:nvPr>
            <p:extLst>
              <p:ext uri="{D42A27DB-BD31-4B8C-83A1-F6EECF244321}">
                <p14:modId xmlns:p14="http://schemas.microsoft.com/office/powerpoint/2010/main" val="3131142142"/>
              </p:ext>
            </p:extLst>
          </p:nvPr>
        </p:nvGraphicFramePr>
        <p:xfrm>
          <a:off x="2352911" y="5361292"/>
          <a:ext cx="2116057" cy="1013127"/>
        </p:xfrm>
        <a:graphic>
          <a:graphicData uri="http://schemas.openxmlformats.org/drawingml/2006/table">
            <a:tbl>
              <a:tblPr firstRow="1" bandRow="1">
                <a:tableStyleId>{5C22544A-7EE6-4342-B048-85BDC9FD1C3A}</a:tableStyleId>
              </a:tblPr>
              <a:tblGrid>
                <a:gridCol w="425952">
                  <a:extLst>
                    <a:ext uri="{9D8B030D-6E8A-4147-A177-3AD203B41FA5}">
                      <a16:colId xmlns:a16="http://schemas.microsoft.com/office/drawing/2014/main" val="2376429784"/>
                    </a:ext>
                  </a:extLst>
                </a:gridCol>
                <a:gridCol w="491956">
                  <a:extLst>
                    <a:ext uri="{9D8B030D-6E8A-4147-A177-3AD203B41FA5}">
                      <a16:colId xmlns:a16="http://schemas.microsoft.com/office/drawing/2014/main" val="3840907050"/>
                    </a:ext>
                  </a:extLst>
                </a:gridCol>
                <a:gridCol w="618912">
                  <a:extLst>
                    <a:ext uri="{9D8B030D-6E8A-4147-A177-3AD203B41FA5}">
                      <a16:colId xmlns:a16="http://schemas.microsoft.com/office/drawing/2014/main" val="1538925131"/>
                    </a:ext>
                  </a:extLst>
                </a:gridCol>
                <a:gridCol w="579237">
                  <a:extLst>
                    <a:ext uri="{9D8B030D-6E8A-4147-A177-3AD203B41FA5}">
                      <a16:colId xmlns:a16="http://schemas.microsoft.com/office/drawing/2014/main" val="3415862841"/>
                    </a:ext>
                  </a:extLst>
                </a:gridCol>
              </a:tblGrid>
              <a:tr h="370011">
                <a:tc>
                  <a:txBody>
                    <a:bodyPr/>
                    <a:lstStyle/>
                    <a:p>
                      <a:r>
                        <a:rPr lang="en-US" sz="600"/>
                        <a:t>Fever</a:t>
                      </a:r>
                    </a:p>
                  </a:txBody>
                  <a:tcPr/>
                </a:tc>
                <a:tc>
                  <a:txBody>
                    <a:bodyPr/>
                    <a:lstStyle/>
                    <a:p>
                      <a:r>
                        <a:rPr lang="en-US" sz="600"/>
                        <a:t>Cough</a:t>
                      </a:r>
                    </a:p>
                  </a:txBody>
                  <a:tcPr/>
                </a:tc>
                <a:tc>
                  <a:txBody>
                    <a:bodyPr/>
                    <a:lstStyle/>
                    <a:p>
                      <a:r>
                        <a:rPr lang="en-US" sz="600"/>
                        <a:t>Breathing Issues</a:t>
                      </a:r>
                    </a:p>
                  </a:txBody>
                  <a:tcPr/>
                </a:tc>
                <a:tc>
                  <a:txBody>
                    <a:bodyPr/>
                    <a:lstStyle/>
                    <a:p>
                      <a:r>
                        <a:rPr lang="en-US" sz="600"/>
                        <a:t>Infected</a:t>
                      </a:r>
                    </a:p>
                  </a:txBody>
                  <a:tcPr/>
                </a:tc>
                <a:extLst>
                  <a:ext uri="{0D108BD9-81ED-4DB2-BD59-A6C34878D82A}">
                    <a16:rowId xmlns:a16="http://schemas.microsoft.com/office/drawing/2014/main" val="1458540924"/>
                  </a:ext>
                </a:extLst>
              </a:tr>
              <a:tr h="2143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r>
                        <a:rPr kumimoji="0" lang="en-US" sz="600" b="0" i="0" u="none" strike="noStrike" kern="1200" cap="none" spc="0" normalizeH="0" baseline="0" noProof="0">
                          <a:ln>
                            <a:noFill/>
                          </a:ln>
                          <a:solidFill>
                            <a:srgbClr val="000000"/>
                          </a:solidFill>
                          <a:effectLst/>
                          <a:uLnTx/>
                          <a:uFillTx/>
                          <a:latin typeface="Arial"/>
                          <a:ea typeface="+mn-ea"/>
                          <a:cs typeface="+mn-cs"/>
                        </a:rPr>
                        <a:t>YES</a:t>
                      </a:r>
                      <a:endParaRPr lang="en-US" sz="6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extLst>
                  <a:ext uri="{0D108BD9-81ED-4DB2-BD59-A6C34878D82A}">
                    <a16:rowId xmlns:a16="http://schemas.microsoft.com/office/drawing/2014/main" val="1315280894"/>
                  </a:ext>
                </a:extLst>
              </a:tr>
              <a:tr h="2143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r>
                        <a:rPr kumimoji="0" lang="en-US" sz="600" b="0" i="0" u="none" strike="noStrike" kern="1200" cap="none" spc="0" normalizeH="0" baseline="0" noProof="0">
                          <a:ln>
                            <a:noFill/>
                          </a:ln>
                          <a:solidFill>
                            <a:srgbClr val="000000"/>
                          </a:solidFill>
                          <a:effectLst/>
                          <a:uLnTx/>
                          <a:uFillTx/>
                          <a:latin typeface="Arial"/>
                          <a:ea typeface="+mn-ea"/>
                          <a:cs typeface="+mn-cs"/>
                        </a:rPr>
                        <a:t>YES</a:t>
                      </a:r>
                      <a:endParaRPr lang="en-US" sz="6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extLst>
                  <a:ext uri="{0D108BD9-81ED-4DB2-BD59-A6C34878D82A}">
                    <a16:rowId xmlns:a16="http://schemas.microsoft.com/office/drawing/2014/main" val="2663524289"/>
                  </a:ext>
                </a:extLst>
              </a:tr>
              <a:tr h="2143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mn-lt"/>
                          <a:ea typeface="+mn-ea"/>
                          <a:cs typeface="+mn-cs"/>
                        </a:rPr>
                        <a:t>NO</a:t>
                      </a:r>
                      <a:endParaRPr kumimoji="0" lang="en-US" sz="600" b="0" i="0" u="none" strike="noStrike" kern="1200" cap="none" spc="0" normalizeH="0" baseline="0" noProof="0">
                        <a:ln>
                          <a:noFill/>
                        </a:ln>
                        <a:solidFill>
                          <a:srgbClr val="000000"/>
                        </a:solidFill>
                        <a:effectLst/>
                        <a:uLnTx/>
                        <a:uFillTx/>
                        <a:latin typeface="Arial"/>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a:ea typeface="+mn-ea"/>
                          <a:cs typeface="+mn-cs"/>
                        </a:rPr>
                        <a:t>YES</a:t>
                      </a:r>
                    </a:p>
                  </a:txBody>
                  <a:tcPr/>
                </a:tc>
                <a:tc>
                  <a:txBody>
                    <a:bodyPr/>
                    <a:lstStyle/>
                    <a:p>
                      <a:r>
                        <a:rPr kumimoji="0" lang="en-US" sz="600" b="0" i="0" u="none" strike="noStrike" kern="1200" cap="none" spc="0" normalizeH="0" baseline="0" noProof="0">
                          <a:ln>
                            <a:noFill/>
                          </a:ln>
                          <a:solidFill>
                            <a:srgbClr val="000000"/>
                          </a:solidFill>
                          <a:effectLst/>
                          <a:uLnTx/>
                          <a:uFillTx/>
                          <a:latin typeface="Arial"/>
                          <a:ea typeface="+mn-ea"/>
                          <a:cs typeface="+mn-cs"/>
                        </a:rPr>
                        <a:t>YES</a:t>
                      </a:r>
                      <a:endParaRPr lang="en-US" sz="600"/>
                    </a:p>
                  </a:txBody>
                  <a:tcPr/>
                </a:tc>
                <a:tc>
                  <a:txBody>
                    <a:bodyPr/>
                    <a:lstStyle/>
                    <a:p>
                      <a:r>
                        <a:rPr lang="en-US" sz="600"/>
                        <a:t>NO</a:t>
                      </a:r>
                    </a:p>
                  </a:txBody>
                  <a:tcPr/>
                </a:tc>
                <a:extLst>
                  <a:ext uri="{0D108BD9-81ED-4DB2-BD59-A6C34878D82A}">
                    <a16:rowId xmlns:a16="http://schemas.microsoft.com/office/drawing/2014/main" val="1423981487"/>
                  </a:ext>
                </a:extLst>
              </a:tr>
            </a:tbl>
          </a:graphicData>
        </a:graphic>
      </p:graphicFrame>
      <p:cxnSp>
        <p:nvCxnSpPr>
          <p:cNvPr id="38" name="Straight Connector 37">
            <a:extLst>
              <a:ext uri="{FF2B5EF4-FFF2-40B4-BE49-F238E27FC236}">
                <a16:creationId xmlns:a16="http://schemas.microsoft.com/office/drawing/2014/main" id="{DC7F3318-C723-53E2-F62B-5B2C8941530D}"/>
              </a:ext>
            </a:extLst>
          </p:cNvPr>
          <p:cNvCxnSpPr>
            <a:cxnSpLocks/>
          </p:cNvCxnSpPr>
          <p:nvPr/>
        </p:nvCxnSpPr>
        <p:spPr>
          <a:xfrm>
            <a:off x="154514" y="5012913"/>
            <a:ext cx="11308685" cy="0"/>
          </a:xfrm>
          <a:prstGeom prst="line">
            <a:avLst/>
          </a:prstGeom>
          <a:ln w="28575">
            <a:solidFill>
              <a:srgbClr val="00B050"/>
            </a:solidFill>
            <a:prstDash val="dash"/>
          </a:ln>
        </p:spPr>
        <p:style>
          <a:lnRef idx="1">
            <a:schemeClr val="accent1"/>
          </a:lnRef>
          <a:fillRef idx="0">
            <a:schemeClr val="accent1"/>
          </a:fillRef>
          <a:effectRef idx="0">
            <a:schemeClr val="accent1"/>
          </a:effectRef>
          <a:fontRef idx="minor">
            <a:schemeClr val="tx1"/>
          </a:fontRef>
        </p:style>
      </p:cxnSp>
      <p:sp>
        <p:nvSpPr>
          <p:cNvPr id="39" name="Rectangle: Rounded Corners 38">
            <a:extLst>
              <a:ext uri="{FF2B5EF4-FFF2-40B4-BE49-F238E27FC236}">
                <a16:creationId xmlns:a16="http://schemas.microsoft.com/office/drawing/2014/main" id="{0D569042-2038-1740-5E81-2D2AE266C3E4}"/>
              </a:ext>
            </a:extLst>
          </p:cNvPr>
          <p:cNvSpPr/>
          <p:nvPr/>
        </p:nvSpPr>
        <p:spPr>
          <a:xfrm>
            <a:off x="5134442" y="5238728"/>
            <a:ext cx="1116677" cy="489527"/>
          </a:xfrm>
          <a:prstGeom prst="roundRect">
            <a:avLst/>
          </a:prstGeom>
          <a:solidFill>
            <a:schemeClr val="accent4"/>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Infected</a:t>
            </a:r>
          </a:p>
        </p:txBody>
      </p:sp>
      <p:sp>
        <p:nvSpPr>
          <p:cNvPr id="40" name="Rectangle: Rounded Corners 39">
            <a:extLst>
              <a:ext uri="{FF2B5EF4-FFF2-40B4-BE49-F238E27FC236}">
                <a16:creationId xmlns:a16="http://schemas.microsoft.com/office/drawing/2014/main" id="{B7035416-3B53-3C89-6EA4-8CEA57A7B1AF}"/>
              </a:ext>
            </a:extLst>
          </p:cNvPr>
          <p:cNvSpPr/>
          <p:nvPr/>
        </p:nvSpPr>
        <p:spPr>
          <a:xfrm>
            <a:off x="6579095" y="5238728"/>
            <a:ext cx="1116677" cy="489527"/>
          </a:xfrm>
          <a:prstGeom prst="roundRect">
            <a:avLst/>
          </a:prstGeom>
          <a:solidFill>
            <a:schemeClr val="accent4"/>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Not Infected</a:t>
            </a:r>
          </a:p>
        </p:txBody>
      </p:sp>
      <p:sp>
        <p:nvSpPr>
          <p:cNvPr id="41" name="Rectangle: Rounded Corners 40">
            <a:extLst>
              <a:ext uri="{FF2B5EF4-FFF2-40B4-BE49-F238E27FC236}">
                <a16:creationId xmlns:a16="http://schemas.microsoft.com/office/drawing/2014/main" id="{610C4FD5-2ED1-3BF3-78CD-F85385F52C84}"/>
              </a:ext>
            </a:extLst>
          </p:cNvPr>
          <p:cNvSpPr/>
          <p:nvPr/>
        </p:nvSpPr>
        <p:spPr>
          <a:xfrm>
            <a:off x="8933345" y="5238728"/>
            <a:ext cx="1116677" cy="489527"/>
          </a:xfrm>
          <a:prstGeom prst="roundRect">
            <a:avLst/>
          </a:prstGeom>
          <a:solidFill>
            <a:schemeClr val="accent4"/>
          </a:solidFill>
          <a:ln w="381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Infected</a:t>
            </a:r>
          </a:p>
        </p:txBody>
      </p:sp>
      <p:sp>
        <p:nvSpPr>
          <p:cNvPr id="42" name="Rectangle: Rounded Corners 41">
            <a:extLst>
              <a:ext uri="{FF2B5EF4-FFF2-40B4-BE49-F238E27FC236}">
                <a16:creationId xmlns:a16="http://schemas.microsoft.com/office/drawing/2014/main" id="{45EDD532-32B2-7DF7-0C2D-005B04EB5C2D}"/>
              </a:ext>
            </a:extLst>
          </p:cNvPr>
          <p:cNvSpPr/>
          <p:nvPr/>
        </p:nvSpPr>
        <p:spPr>
          <a:xfrm>
            <a:off x="10377998" y="5238728"/>
            <a:ext cx="1116677" cy="489527"/>
          </a:xfrm>
          <a:prstGeom prst="roundRect">
            <a:avLst/>
          </a:prstGeom>
          <a:solidFill>
            <a:schemeClr val="accent4"/>
          </a:solidFill>
          <a:ln w="381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Not Infected</a:t>
            </a:r>
          </a:p>
        </p:txBody>
      </p:sp>
      <p:sp>
        <p:nvSpPr>
          <p:cNvPr id="43" name="TextBox 42">
            <a:extLst>
              <a:ext uri="{FF2B5EF4-FFF2-40B4-BE49-F238E27FC236}">
                <a16:creationId xmlns:a16="http://schemas.microsoft.com/office/drawing/2014/main" id="{46B140B3-D941-C9D2-DEC3-B6C8CA569342}"/>
              </a:ext>
            </a:extLst>
          </p:cNvPr>
          <p:cNvSpPr txBox="1"/>
          <p:nvPr/>
        </p:nvSpPr>
        <p:spPr>
          <a:xfrm>
            <a:off x="9557854" y="5834353"/>
            <a:ext cx="1827760" cy="523220"/>
          </a:xfrm>
          <a:prstGeom prst="rect">
            <a:avLst/>
          </a:prstGeom>
          <a:noFill/>
        </p:spPr>
        <p:txBody>
          <a:bodyPr wrap="square" rtlCol="0">
            <a:spAutoFit/>
          </a:bodyPr>
          <a:lstStyle/>
          <a:p>
            <a:pPr algn="ctr"/>
            <a:r>
              <a:rPr lang="en-US" sz="1400" i="1">
                <a:latin typeface="Cambria Math" panose="02040503050406030204" pitchFamily="18" charset="0"/>
              </a:rPr>
              <a:t>Build the complete tree</a:t>
            </a:r>
            <a:endParaRPr lang="en-US" sz="1400"/>
          </a:p>
        </p:txBody>
      </p:sp>
    </p:spTree>
    <p:extLst>
      <p:ext uri="{BB962C8B-B14F-4D97-AF65-F5344CB8AC3E}">
        <p14:creationId xmlns:p14="http://schemas.microsoft.com/office/powerpoint/2010/main" val="10358339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6A19A-0296-8811-DB1C-9834BC4686BA}"/>
            </a:ext>
          </a:extLst>
        </p:cNvPr>
        <p:cNvGrpSpPr/>
        <p:nvPr/>
      </p:nvGrpSpPr>
      <p:grpSpPr>
        <a:xfrm>
          <a:off x="0" y="0"/>
          <a:ext cx="0" cy="0"/>
          <a:chOff x="0" y="0"/>
          <a:chExt cx="0" cy="0"/>
        </a:xfrm>
      </p:grpSpPr>
      <p:sp>
        <p:nvSpPr>
          <p:cNvPr id="21" name="Title 8">
            <a:extLst>
              <a:ext uri="{FF2B5EF4-FFF2-40B4-BE49-F238E27FC236}">
                <a16:creationId xmlns:a16="http://schemas.microsoft.com/office/drawing/2014/main" id="{64F1B822-48FC-B925-8D15-E11CA56AF991}"/>
              </a:ext>
            </a:extLst>
          </p:cNvPr>
          <p:cNvSpPr txBox="1">
            <a:spLocks/>
          </p:cNvSpPr>
          <p:nvPr/>
        </p:nvSpPr>
        <p:spPr bwMode="auto">
          <a:xfrm>
            <a:off x="146914" y="71292"/>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Constructing a Decision Tree</a:t>
            </a:r>
          </a:p>
        </p:txBody>
      </p:sp>
      <p:sp>
        <p:nvSpPr>
          <p:cNvPr id="3" name="Slide Number Placeholder 1">
            <a:extLst>
              <a:ext uri="{FF2B5EF4-FFF2-40B4-BE49-F238E27FC236}">
                <a16:creationId xmlns:a16="http://schemas.microsoft.com/office/drawing/2014/main" id="{C38D1935-665E-A187-BE08-F1C3F4CFF503}"/>
              </a:ext>
            </a:extLst>
          </p:cNvPr>
          <p:cNvSpPr>
            <a:spLocks noGrp="1"/>
          </p:cNvSpPr>
          <p:nvPr>
            <p:ph type="sldNum" sz="quarter" idx="10"/>
          </p:nvPr>
        </p:nvSpPr>
        <p:spPr>
          <a:xfrm>
            <a:off x="10142220" y="6515100"/>
            <a:ext cx="1554480" cy="91440"/>
          </a:xfrm>
        </p:spPr>
        <p:txBody>
          <a:bodyPr/>
          <a:lstStyle/>
          <a:p>
            <a:fld id="{48FFE6E1-85EB-9E42-824B-7CC9267ED8B9}" type="slidenum">
              <a:rPr lang="en-US" smtClean="0"/>
              <a:pPr/>
              <a:t>25</a:t>
            </a:fld>
            <a:endParaRPr lang="en-US"/>
          </a:p>
        </p:txBody>
      </p:sp>
      <p:pic>
        <p:nvPicPr>
          <p:cNvPr id="44" name="Picture 43">
            <a:extLst>
              <a:ext uri="{FF2B5EF4-FFF2-40B4-BE49-F238E27FC236}">
                <a16:creationId xmlns:a16="http://schemas.microsoft.com/office/drawing/2014/main" id="{0AE56F3B-C375-170C-BADF-02CBB57683AD}"/>
              </a:ext>
            </a:extLst>
          </p:cNvPr>
          <p:cNvPicPr>
            <a:picLocks noChangeAspect="1"/>
          </p:cNvPicPr>
          <p:nvPr/>
        </p:nvPicPr>
        <p:blipFill>
          <a:blip r:embed="rId2"/>
          <a:stretch>
            <a:fillRect/>
          </a:stretch>
        </p:blipFill>
        <p:spPr>
          <a:xfrm>
            <a:off x="321280" y="892206"/>
            <a:ext cx="5753100" cy="4876800"/>
          </a:xfrm>
          <a:prstGeom prst="rect">
            <a:avLst/>
          </a:prstGeom>
        </p:spPr>
      </p:pic>
      <p:sp>
        <p:nvSpPr>
          <p:cNvPr id="45" name="Rectangle 44">
            <a:extLst>
              <a:ext uri="{FF2B5EF4-FFF2-40B4-BE49-F238E27FC236}">
                <a16:creationId xmlns:a16="http://schemas.microsoft.com/office/drawing/2014/main" id="{B1682ADD-914F-E046-3E78-1955DADCA085}"/>
              </a:ext>
            </a:extLst>
          </p:cNvPr>
          <p:cNvSpPr/>
          <p:nvPr/>
        </p:nvSpPr>
        <p:spPr>
          <a:xfrm>
            <a:off x="5110153" y="887359"/>
            <a:ext cx="803360" cy="4765963"/>
          </a:xfrm>
          <a:prstGeom prst="rect">
            <a:avLst/>
          </a:prstGeom>
          <a:noFill/>
          <a:ln w="19050">
            <a:solidFill>
              <a:srgbClr val="FF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768DC8B4-5215-CDE2-0E8E-424BF4883429}"/>
              </a:ext>
            </a:extLst>
          </p:cNvPr>
          <p:cNvSpPr/>
          <p:nvPr/>
        </p:nvSpPr>
        <p:spPr>
          <a:xfrm>
            <a:off x="871097" y="887361"/>
            <a:ext cx="4104966" cy="4765962"/>
          </a:xfrm>
          <a:prstGeom prst="rect">
            <a:avLst/>
          </a:prstGeom>
          <a:noFill/>
          <a:ln w="19050">
            <a:solidFill>
              <a:srgbClr val="FF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7B2ACCFD-28AB-17C4-51D8-34C7E108BB5F}"/>
              </a:ext>
            </a:extLst>
          </p:cNvPr>
          <p:cNvSpPr txBox="1"/>
          <p:nvPr/>
        </p:nvSpPr>
        <p:spPr>
          <a:xfrm>
            <a:off x="2068982" y="5673129"/>
            <a:ext cx="1490857" cy="307777"/>
          </a:xfrm>
          <a:prstGeom prst="rect">
            <a:avLst/>
          </a:prstGeom>
          <a:noFill/>
        </p:spPr>
        <p:txBody>
          <a:bodyPr wrap="none" rtlCol="0">
            <a:spAutoFit/>
          </a:bodyPr>
          <a:lstStyle/>
          <a:p>
            <a:r>
              <a:rPr lang="en-US" sz="1400"/>
              <a:t>Training Dataset</a:t>
            </a:r>
          </a:p>
        </p:txBody>
      </p:sp>
      <p:sp>
        <p:nvSpPr>
          <p:cNvPr id="48" name="TextBox 47">
            <a:extLst>
              <a:ext uri="{FF2B5EF4-FFF2-40B4-BE49-F238E27FC236}">
                <a16:creationId xmlns:a16="http://schemas.microsoft.com/office/drawing/2014/main" id="{CC0E0C06-06EB-6998-A096-BF078E9E8B24}"/>
              </a:ext>
            </a:extLst>
          </p:cNvPr>
          <p:cNvSpPr txBox="1"/>
          <p:nvPr/>
        </p:nvSpPr>
        <p:spPr>
          <a:xfrm>
            <a:off x="6821899" y="4047501"/>
            <a:ext cx="5057796" cy="338554"/>
          </a:xfrm>
          <a:prstGeom prst="rect">
            <a:avLst/>
          </a:prstGeom>
          <a:noFill/>
        </p:spPr>
        <p:txBody>
          <a:bodyPr wrap="square" rtlCol="0">
            <a:spAutoFit/>
          </a:bodyPr>
          <a:lstStyle/>
          <a:p>
            <a:r>
              <a:rPr lang="en-US" sz="1600"/>
              <a:t>Decision Tree formulated based on the Training Data</a:t>
            </a:r>
          </a:p>
        </p:txBody>
      </p:sp>
      <p:sp>
        <p:nvSpPr>
          <p:cNvPr id="53" name="TextBox 52">
            <a:extLst>
              <a:ext uri="{FF2B5EF4-FFF2-40B4-BE49-F238E27FC236}">
                <a16:creationId xmlns:a16="http://schemas.microsoft.com/office/drawing/2014/main" id="{20E18895-5CAD-1EB8-5AE1-5ACC28BF2787}"/>
              </a:ext>
            </a:extLst>
          </p:cNvPr>
          <p:cNvSpPr txBox="1"/>
          <p:nvPr/>
        </p:nvSpPr>
        <p:spPr>
          <a:xfrm>
            <a:off x="3231079" y="417665"/>
            <a:ext cx="889987" cy="307777"/>
          </a:xfrm>
          <a:prstGeom prst="rect">
            <a:avLst/>
          </a:prstGeom>
          <a:noFill/>
        </p:spPr>
        <p:txBody>
          <a:bodyPr wrap="none" rtlCol="0">
            <a:spAutoFit/>
          </a:bodyPr>
          <a:lstStyle/>
          <a:p>
            <a:r>
              <a:rPr lang="en-US" sz="1400" i="1"/>
              <a:t>Features</a:t>
            </a:r>
          </a:p>
        </p:txBody>
      </p:sp>
      <p:sp>
        <p:nvSpPr>
          <p:cNvPr id="54" name="TextBox 53">
            <a:extLst>
              <a:ext uri="{FF2B5EF4-FFF2-40B4-BE49-F238E27FC236}">
                <a16:creationId xmlns:a16="http://schemas.microsoft.com/office/drawing/2014/main" id="{D5A5DFB0-3EA4-DB52-A9A1-E772BB8547A1}"/>
              </a:ext>
            </a:extLst>
          </p:cNvPr>
          <p:cNvSpPr txBox="1"/>
          <p:nvPr/>
        </p:nvSpPr>
        <p:spPr>
          <a:xfrm>
            <a:off x="5199282" y="422064"/>
            <a:ext cx="622286" cy="307777"/>
          </a:xfrm>
          <a:prstGeom prst="rect">
            <a:avLst/>
          </a:prstGeom>
          <a:noFill/>
        </p:spPr>
        <p:txBody>
          <a:bodyPr wrap="none" rtlCol="0">
            <a:spAutoFit/>
          </a:bodyPr>
          <a:lstStyle/>
          <a:p>
            <a:r>
              <a:rPr lang="en-US" sz="1400" i="1"/>
              <a:t>Label</a:t>
            </a:r>
          </a:p>
        </p:txBody>
      </p:sp>
      <p:cxnSp>
        <p:nvCxnSpPr>
          <p:cNvPr id="55" name="Straight Arrow Connector 54">
            <a:extLst>
              <a:ext uri="{FF2B5EF4-FFF2-40B4-BE49-F238E27FC236}">
                <a16:creationId xmlns:a16="http://schemas.microsoft.com/office/drawing/2014/main" id="{D5845E69-B4FE-B41C-74BB-627FECD9AA21}"/>
              </a:ext>
            </a:extLst>
          </p:cNvPr>
          <p:cNvCxnSpPr>
            <a:cxnSpLocks/>
          </p:cNvCxnSpPr>
          <p:nvPr/>
        </p:nvCxnSpPr>
        <p:spPr>
          <a:xfrm flipH="1">
            <a:off x="3682549" y="649837"/>
            <a:ext cx="1" cy="2048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30B874C6-6F16-3BB9-9071-5AA84560A4CD}"/>
              </a:ext>
            </a:extLst>
          </p:cNvPr>
          <p:cNvCxnSpPr>
            <a:cxnSpLocks/>
          </p:cNvCxnSpPr>
          <p:nvPr/>
        </p:nvCxnSpPr>
        <p:spPr>
          <a:xfrm flipH="1">
            <a:off x="5512830" y="642439"/>
            <a:ext cx="1" cy="2048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6D7411C2-B603-278C-AE2C-26F01EBB7425}"/>
              </a:ext>
            </a:extLst>
          </p:cNvPr>
          <p:cNvSpPr txBox="1"/>
          <p:nvPr/>
        </p:nvSpPr>
        <p:spPr>
          <a:xfrm>
            <a:off x="11290767" y="2404759"/>
            <a:ext cx="901233" cy="276999"/>
          </a:xfrm>
          <a:prstGeom prst="rect">
            <a:avLst/>
          </a:prstGeom>
          <a:noFill/>
        </p:spPr>
        <p:txBody>
          <a:bodyPr wrap="square" rtlCol="0">
            <a:spAutoFit/>
          </a:bodyPr>
          <a:lstStyle/>
          <a:p>
            <a:r>
              <a:rPr lang="en-US" sz="1200"/>
              <a:t>Weak</a:t>
            </a:r>
          </a:p>
        </p:txBody>
      </p:sp>
      <p:grpSp>
        <p:nvGrpSpPr>
          <p:cNvPr id="59" name="Group 58">
            <a:extLst>
              <a:ext uri="{FF2B5EF4-FFF2-40B4-BE49-F238E27FC236}">
                <a16:creationId xmlns:a16="http://schemas.microsoft.com/office/drawing/2014/main" id="{6E276E05-36E6-276C-1394-8800CE3BAE84}"/>
              </a:ext>
            </a:extLst>
          </p:cNvPr>
          <p:cNvGrpSpPr/>
          <p:nvPr/>
        </p:nvGrpSpPr>
        <p:grpSpPr>
          <a:xfrm>
            <a:off x="6252013" y="1113137"/>
            <a:ext cx="5654378" cy="2634274"/>
            <a:chOff x="6390707" y="471938"/>
            <a:chExt cx="5694469" cy="2634274"/>
          </a:xfrm>
        </p:grpSpPr>
        <p:sp>
          <p:nvSpPr>
            <p:cNvPr id="60" name="Oval 59">
              <a:extLst>
                <a:ext uri="{FF2B5EF4-FFF2-40B4-BE49-F238E27FC236}">
                  <a16:creationId xmlns:a16="http://schemas.microsoft.com/office/drawing/2014/main" id="{B6205241-7281-7D9A-6191-D2B3FE65CBB0}"/>
                </a:ext>
              </a:extLst>
            </p:cNvPr>
            <p:cNvSpPr/>
            <p:nvPr/>
          </p:nvSpPr>
          <p:spPr>
            <a:xfrm>
              <a:off x="8833045" y="471938"/>
              <a:ext cx="803359" cy="3004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Tree</a:t>
              </a:r>
            </a:p>
          </p:txBody>
        </p:sp>
        <p:sp>
          <p:nvSpPr>
            <p:cNvPr id="61" name="Diamond 60">
              <a:extLst>
                <a:ext uri="{FF2B5EF4-FFF2-40B4-BE49-F238E27FC236}">
                  <a16:creationId xmlns:a16="http://schemas.microsoft.com/office/drawing/2014/main" id="{7A51334E-BCB5-40C9-CA34-BAFED30E5889}"/>
                </a:ext>
              </a:extLst>
            </p:cNvPr>
            <p:cNvSpPr/>
            <p:nvPr/>
          </p:nvSpPr>
          <p:spPr>
            <a:xfrm>
              <a:off x="8772800" y="1041232"/>
              <a:ext cx="923851" cy="50308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a:t>Outlook</a:t>
              </a:r>
            </a:p>
          </p:txBody>
        </p:sp>
        <p:sp>
          <p:nvSpPr>
            <p:cNvPr id="62" name="Diamond 61">
              <a:extLst>
                <a:ext uri="{FF2B5EF4-FFF2-40B4-BE49-F238E27FC236}">
                  <a16:creationId xmlns:a16="http://schemas.microsoft.com/office/drawing/2014/main" id="{827298D0-FBB0-8FC2-7D93-A17F4C92D1E4}"/>
                </a:ext>
              </a:extLst>
            </p:cNvPr>
            <p:cNvSpPr/>
            <p:nvPr/>
          </p:nvSpPr>
          <p:spPr>
            <a:xfrm>
              <a:off x="6951960" y="1816551"/>
              <a:ext cx="1030576" cy="50308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a:t>Humidity</a:t>
              </a:r>
            </a:p>
          </p:txBody>
        </p:sp>
        <p:sp>
          <p:nvSpPr>
            <p:cNvPr id="63" name="Diamond 62">
              <a:extLst>
                <a:ext uri="{FF2B5EF4-FFF2-40B4-BE49-F238E27FC236}">
                  <a16:creationId xmlns:a16="http://schemas.microsoft.com/office/drawing/2014/main" id="{EDC240D6-B9C7-A8CC-B765-A441BDD51078}"/>
                </a:ext>
              </a:extLst>
            </p:cNvPr>
            <p:cNvSpPr/>
            <p:nvPr/>
          </p:nvSpPr>
          <p:spPr>
            <a:xfrm>
              <a:off x="8695817" y="1816551"/>
              <a:ext cx="1104169" cy="50308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a:t>Overcast</a:t>
              </a:r>
            </a:p>
          </p:txBody>
        </p:sp>
        <p:sp>
          <p:nvSpPr>
            <p:cNvPr id="64" name="Diamond 63">
              <a:extLst>
                <a:ext uri="{FF2B5EF4-FFF2-40B4-BE49-F238E27FC236}">
                  <a16:creationId xmlns:a16="http://schemas.microsoft.com/office/drawing/2014/main" id="{1F824974-7C66-1082-B977-24C329BCDA71}"/>
                </a:ext>
              </a:extLst>
            </p:cNvPr>
            <p:cNvSpPr/>
            <p:nvPr/>
          </p:nvSpPr>
          <p:spPr>
            <a:xfrm>
              <a:off x="10693563" y="1816551"/>
              <a:ext cx="923851" cy="50308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a:t>Wind</a:t>
              </a:r>
            </a:p>
          </p:txBody>
        </p:sp>
        <p:cxnSp>
          <p:nvCxnSpPr>
            <p:cNvPr id="65" name="Connector: Elbow 64">
              <a:extLst>
                <a:ext uri="{FF2B5EF4-FFF2-40B4-BE49-F238E27FC236}">
                  <a16:creationId xmlns:a16="http://schemas.microsoft.com/office/drawing/2014/main" id="{2A0B2A44-A2FA-03DF-9D33-2683C4918F8F}"/>
                </a:ext>
              </a:extLst>
            </p:cNvPr>
            <p:cNvCxnSpPr>
              <a:cxnSpLocks/>
              <a:stCxn id="61" idx="1"/>
              <a:endCxn id="62" idx="0"/>
            </p:cNvCxnSpPr>
            <p:nvPr/>
          </p:nvCxnSpPr>
          <p:spPr>
            <a:xfrm rot="10800000" flipV="1">
              <a:off x="7467248" y="1292775"/>
              <a:ext cx="1305552" cy="52377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0B6C02C8-91D8-C508-CBAA-024A39E53637}"/>
                </a:ext>
              </a:extLst>
            </p:cNvPr>
            <p:cNvCxnSpPr>
              <a:stCxn id="61" idx="3"/>
              <a:endCxn id="64" idx="0"/>
            </p:cNvCxnSpPr>
            <p:nvPr/>
          </p:nvCxnSpPr>
          <p:spPr>
            <a:xfrm>
              <a:off x="9696651" y="1292776"/>
              <a:ext cx="1458838" cy="52377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5023489D-2EA8-16CE-0176-A12ACC26D5BC}"/>
                </a:ext>
              </a:extLst>
            </p:cNvPr>
            <p:cNvCxnSpPr>
              <a:cxnSpLocks/>
              <a:stCxn id="61" idx="2"/>
              <a:endCxn id="63" idx="0"/>
            </p:cNvCxnSpPr>
            <p:nvPr/>
          </p:nvCxnSpPr>
          <p:spPr>
            <a:xfrm>
              <a:off x="9234726" y="1544320"/>
              <a:ext cx="13176" cy="2722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Oval 67">
              <a:extLst>
                <a:ext uri="{FF2B5EF4-FFF2-40B4-BE49-F238E27FC236}">
                  <a16:creationId xmlns:a16="http://schemas.microsoft.com/office/drawing/2014/main" id="{757C6A05-587F-889C-63EE-81A5671A2B55}"/>
                </a:ext>
              </a:extLst>
            </p:cNvPr>
            <p:cNvSpPr/>
            <p:nvPr/>
          </p:nvSpPr>
          <p:spPr>
            <a:xfrm>
              <a:off x="6491807" y="2789006"/>
              <a:ext cx="650627" cy="3172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Yes</a:t>
              </a:r>
            </a:p>
          </p:txBody>
        </p:sp>
        <p:sp>
          <p:nvSpPr>
            <p:cNvPr id="69" name="Oval 68">
              <a:extLst>
                <a:ext uri="{FF2B5EF4-FFF2-40B4-BE49-F238E27FC236}">
                  <a16:creationId xmlns:a16="http://schemas.microsoft.com/office/drawing/2014/main" id="{B0CBA4BF-DC90-60F6-2237-645B223D9151}"/>
                </a:ext>
              </a:extLst>
            </p:cNvPr>
            <p:cNvSpPr/>
            <p:nvPr/>
          </p:nvSpPr>
          <p:spPr>
            <a:xfrm>
              <a:off x="7873260" y="2789006"/>
              <a:ext cx="650627" cy="3172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No</a:t>
              </a:r>
            </a:p>
          </p:txBody>
        </p:sp>
        <p:sp>
          <p:nvSpPr>
            <p:cNvPr id="70" name="Oval 69">
              <a:extLst>
                <a:ext uri="{FF2B5EF4-FFF2-40B4-BE49-F238E27FC236}">
                  <a16:creationId xmlns:a16="http://schemas.microsoft.com/office/drawing/2014/main" id="{2CFAFD6B-9368-6A55-2C9C-9197BB6BAFBB}"/>
                </a:ext>
              </a:extLst>
            </p:cNvPr>
            <p:cNvSpPr/>
            <p:nvPr/>
          </p:nvSpPr>
          <p:spPr>
            <a:xfrm>
              <a:off x="10215656" y="2789006"/>
              <a:ext cx="650627" cy="3172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Yes</a:t>
              </a:r>
            </a:p>
          </p:txBody>
        </p:sp>
        <p:sp>
          <p:nvSpPr>
            <p:cNvPr id="71" name="Oval 70">
              <a:extLst>
                <a:ext uri="{FF2B5EF4-FFF2-40B4-BE49-F238E27FC236}">
                  <a16:creationId xmlns:a16="http://schemas.microsoft.com/office/drawing/2014/main" id="{F40F08BA-C87B-603F-A040-55B5C5A81D99}"/>
                </a:ext>
              </a:extLst>
            </p:cNvPr>
            <p:cNvSpPr/>
            <p:nvPr/>
          </p:nvSpPr>
          <p:spPr>
            <a:xfrm>
              <a:off x="11434549" y="2789006"/>
              <a:ext cx="650627" cy="3172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No</a:t>
              </a:r>
            </a:p>
          </p:txBody>
        </p:sp>
        <p:sp>
          <p:nvSpPr>
            <p:cNvPr id="72" name="Oval 71">
              <a:extLst>
                <a:ext uri="{FF2B5EF4-FFF2-40B4-BE49-F238E27FC236}">
                  <a16:creationId xmlns:a16="http://schemas.microsoft.com/office/drawing/2014/main" id="{2E68582D-93F4-F836-78BB-57BF9EA64BB1}"/>
                </a:ext>
              </a:extLst>
            </p:cNvPr>
            <p:cNvSpPr/>
            <p:nvPr/>
          </p:nvSpPr>
          <p:spPr>
            <a:xfrm>
              <a:off x="8917033" y="2789006"/>
              <a:ext cx="650627" cy="3172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Yes</a:t>
              </a:r>
            </a:p>
          </p:txBody>
        </p:sp>
        <p:cxnSp>
          <p:nvCxnSpPr>
            <p:cNvPr id="73" name="Straight Arrow Connector 72">
              <a:extLst>
                <a:ext uri="{FF2B5EF4-FFF2-40B4-BE49-F238E27FC236}">
                  <a16:creationId xmlns:a16="http://schemas.microsoft.com/office/drawing/2014/main" id="{50D58CFA-0E5A-7BC3-F8FA-4EE38EE7E524}"/>
                </a:ext>
              </a:extLst>
            </p:cNvPr>
            <p:cNvCxnSpPr>
              <a:cxnSpLocks/>
              <a:stCxn id="63" idx="2"/>
              <a:endCxn id="72" idx="0"/>
            </p:cNvCxnSpPr>
            <p:nvPr/>
          </p:nvCxnSpPr>
          <p:spPr>
            <a:xfrm flipH="1">
              <a:off x="9242347" y="2319639"/>
              <a:ext cx="5555" cy="469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488A4D11-FEA3-215F-6B48-ED77FFFD36B5}"/>
                </a:ext>
              </a:extLst>
            </p:cNvPr>
            <p:cNvCxnSpPr>
              <a:cxnSpLocks/>
              <a:stCxn id="62" idx="1"/>
              <a:endCxn id="68" idx="0"/>
            </p:cNvCxnSpPr>
            <p:nvPr/>
          </p:nvCxnSpPr>
          <p:spPr>
            <a:xfrm rot="10800000" flipV="1">
              <a:off x="6817122" y="2068094"/>
              <a:ext cx="134839" cy="72091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1A178EA6-522D-F8BC-81C4-FD72067B51AD}"/>
                </a:ext>
              </a:extLst>
            </p:cNvPr>
            <p:cNvCxnSpPr>
              <a:cxnSpLocks/>
              <a:stCxn id="62" idx="3"/>
              <a:endCxn id="69" idx="0"/>
            </p:cNvCxnSpPr>
            <p:nvPr/>
          </p:nvCxnSpPr>
          <p:spPr>
            <a:xfrm>
              <a:off x="7982536" y="2068095"/>
              <a:ext cx="216038" cy="72091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Connector: Elbow 75">
              <a:extLst>
                <a:ext uri="{FF2B5EF4-FFF2-40B4-BE49-F238E27FC236}">
                  <a16:creationId xmlns:a16="http://schemas.microsoft.com/office/drawing/2014/main" id="{95E0F0B7-F9CE-916F-6F93-C5611E305C3F}"/>
                </a:ext>
              </a:extLst>
            </p:cNvPr>
            <p:cNvCxnSpPr>
              <a:stCxn id="64" idx="1"/>
              <a:endCxn id="70" idx="0"/>
            </p:cNvCxnSpPr>
            <p:nvPr/>
          </p:nvCxnSpPr>
          <p:spPr>
            <a:xfrm rot="10800000" flipV="1">
              <a:off x="10540971" y="2068094"/>
              <a:ext cx="152593" cy="72091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Connector: Elbow 76">
              <a:extLst>
                <a:ext uri="{FF2B5EF4-FFF2-40B4-BE49-F238E27FC236}">
                  <a16:creationId xmlns:a16="http://schemas.microsoft.com/office/drawing/2014/main" id="{EA6587BA-F56B-838A-90F8-6F19A9A0119C}"/>
                </a:ext>
              </a:extLst>
            </p:cNvPr>
            <p:cNvCxnSpPr>
              <a:stCxn id="64" idx="3"/>
              <a:endCxn id="71" idx="0"/>
            </p:cNvCxnSpPr>
            <p:nvPr/>
          </p:nvCxnSpPr>
          <p:spPr>
            <a:xfrm>
              <a:off x="11617414" y="2068095"/>
              <a:ext cx="142449" cy="72091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040ECC4D-1BD2-8642-EE7A-5CCBE581A8E6}"/>
                </a:ext>
              </a:extLst>
            </p:cNvPr>
            <p:cNvCxnSpPr>
              <a:stCxn id="60" idx="4"/>
              <a:endCxn id="61" idx="0"/>
            </p:cNvCxnSpPr>
            <p:nvPr/>
          </p:nvCxnSpPr>
          <p:spPr>
            <a:xfrm>
              <a:off x="9234725" y="772355"/>
              <a:ext cx="1" cy="2688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F35C42ED-C3B6-5CD9-49FE-71CE33A6F86B}"/>
                </a:ext>
              </a:extLst>
            </p:cNvPr>
            <p:cNvSpPr txBox="1"/>
            <p:nvPr/>
          </p:nvSpPr>
          <p:spPr>
            <a:xfrm>
              <a:off x="7710700" y="1072772"/>
              <a:ext cx="901233" cy="276999"/>
            </a:xfrm>
            <a:prstGeom prst="rect">
              <a:avLst/>
            </a:prstGeom>
            <a:noFill/>
          </p:spPr>
          <p:txBody>
            <a:bodyPr wrap="square" rtlCol="0">
              <a:spAutoFit/>
            </a:bodyPr>
            <a:lstStyle/>
            <a:p>
              <a:r>
                <a:rPr lang="en-US" sz="1200"/>
                <a:t>Sunny</a:t>
              </a:r>
            </a:p>
          </p:txBody>
        </p:sp>
        <p:sp>
          <p:nvSpPr>
            <p:cNvPr id="80" name="TextBox 79">
              <a:extLst>
                <a:ext uri="{FF2B5EF4-FFF2-40B4-BE49-F238E27FC236}">
                  <a16:creationId xmlns:a16="http://schemas.microsoft.com/office/drawing/2014/main" id="{532C6170-5E21-3244-3687-E0CE47C5C762}"/>
                </a:ext>
              </a:extLst>
            </p:cNvPr>
            <p:cNvSpPr txBox="1"/>
            <p:nvPr/>
          </p:nvSpPr>
          <p:spPr>
            <a:xfrm>
              <a:off x="10150601" y="1072772"/>
              <a:ext cx="901233" cy="276999"/>
            </a:xfrm>
            <a:prstGeom prst="rect">
              <a:avLst/>
            </a:prstGeom>
            <a:noFill/>
          </p:spPr>
          <p:txBody>
            <a:bodyPr wrap="square" rtlCol="0">
              <a:spAutoFit/>
            </a:bodyPr>
            <a:lstStyle/>
            <a:p>
              <a:r>
                <a:rPr lang="en-US" sz="1200"/>
                <a:t>Rainfall</a:t>
              </a:r>
            </a:p>
          </p:txBody>
        </p:sp>
        <p:sp>
          <p:nvSpPr>
            <p:cNvPr id="81" name="TextBox 80">
              <a:extLst>
                <a:ext uri="{FF2B5EF4-FFF2-40B4-BE49-F238E27FC236}">
                  <a16:creationId xmlns:a16="http://schemas.microsoft.com/office/drawing/2014/main" id="{AD903C38-779F-EBD7-D7C3-1BECF2F43FE2}"/>
                </a:ext>
              </a:extLst>
            </p:cNvPr>
            <p:cNvSpPr txBox="1"/>
            <p:nvPr/>
          </p:nvSpPr>
          <p:spPr>
            <a:xfrm>
              <a:off x="10150601" y="1763560"/>
              <a:ext cx="901233" cy="276999"/>
            </a:xfrm>
            <a:prstGeom prst="rect">
              <a:avLst/>
            </a:prstGeom>
            <a:noFill/>
          </p:spPr>
          <p:txBody>
            <a:bodyPr wrap="square" rtlCol="0">
              <a:spAutoFit/>
            </a:bodyPr>
            <a:lstStyle/>
            <a:p>
              <a:r>
                <a:rPr lang="en-US" sz="1200"/>
                <a:t>Strong</a:t>
              </a:r>
            </a:p>
          </p:txBody>
        </p:sp>
        <p:sp>
          <p:nvSpPr>
            <p:cNvPr id="82" name="TextBox 81">
              <a:extLst>
                <a:ext uri="{FF2B5EF4-FFF2-40B4-BE49-F238E27FC236}">
                  <a16:creationId xmlns:a16="http://schemas.microsoft.com/office/drawing/2014/main" id="{7C2E9607-6D13-DF2B-1295-D87D839AC043}"/>
                </a:ext>
              </a:extLst>
            </p:cNvPr>
            <p:cNvSpPr txBox="1"/>
            <p:nvPr/>
          </p:nvSpPr>
          <p:spPr>
            <a:xfrm>
              <a:off x="7947880" y="1763560"/>
              <a:ext cx="901233" cy="276999"/>
            </a:xfrm>
            <a:prstGeom prst="rect">
              <a:avLst/>
            </a:prstGeom>
            <a:noFill/>
          </p:spPr>
          <p:txBody>
            <a:bodyPr wrap="square" rtlCol="0">
              <a:spAutoFit/>
            </a:bodyPr>
            <a:lstStyle/>
            <a:p>
              <a:r>
                <a:rPr lang="en-US" sz="1200"/>
                <a:t>High</a:t>
              </a:r>
            </a:p>
          </p:txBody>
        </p:sp>
        <p:sp>
          <p:nvSpPr>
            <p:cNvPr id="83" name="TextBox 82">
              <a:extLst>
                <a:ext uri="{FF2B5EF4-FFF2-40B4-BE49-F238E27FC236}">
                  <a16:creationId xmlns:a16="http://schemas.microsoft.com/office/drawing/2014/main" id="{116E3FDD-6A9F-F524-16C8-9A2A3951C6D4}"/>
                </a:ext>
              </a:extLst>
            </p:cNvPr>
            <p:cNvSpPr txBox="1"/>
            <p:nvPr/>
          </p:nvSpPr>
          <p:spPr>
            <a:xfrm>
              <a:off x="6390707" y="1763560"/>
              <a:ext cx="901233" cy="276999"/>
            </a:xfrm>
            <a:prstGeom prst="rect">
              <a:avLst/>
            </a:prstGeom>
            <a:noFill/>
          </p:spPr>
          <p:txBody>
            <a:bodyPr wrap="square" rtlCol="0">
              <a:spAutoFit/>
            </a:bodyPr>
            <a:lstStyle/>
            <a:p>
              <a:r>
                <a:rPr lang="en-US" sz="1200"/>
                <a:t>Normal</a:t>
              </a:r>
            </a:p>
          </p:txBody>
        </p:sp>
      </p:grpSp>
    </p:spTree>
    <p:extLst>
      <p:ext uri="{BB962C8B-B14F-4D97-AF65-F5344CB8AC3E}">
        <p14:creationId xmlns:p14="http://schemas.microsoft.com/office/powerpoint/2010/main" val="15352132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1E0CC-F84D-ECEB-B6AE-6CEC607E2319}"/>
            </a:ext>
          </a:extLst>
        </p:cNvPr>
        <p:cNvGrpSpPr/>
        <p:nvPr/>
      </p:nvGrpSpPr>
      <p:grpSpPr>
        <a:xfrm>
          <a:off x="0" y="0"/>
          <a:ext cx="0" cy="0"/>
          <a:chOff x="0" y="0"/>
          <a:chExt cx="0" cy="0"/>
        </a:xfrm>
      </p:grpSpPr>
      <p:sp>
        <p:nvSpPr>
          <p:cNvPr id="21" name="Title 8">
            <a:extLst>
              <a:ext uri="{FF2B5EF4-FFF2-40B4-BE49-F238E27FC236}">
                <a16:creationId xmlns:a16="http://schemas.microsoft.com/office/drawing/2014/main" id="{7A2EFB60-2731-0452-7311-2DC32B046682}"/>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Algorithm 6 -  Random Forest</a:t>
            </a:r>
            <a:endParaRPr lang="en-US" sz="2400">
              <a:solidFill>
                <a:srgbClr val="002060"/>
              </a:solidFill>
            </a:endParaRPr>
          </a:p>
        </p:txBody>
      </p:sp>
      <p:sp>
        <p:nvSpPr>
          <p:cNvPr id="3" name="Slide Number Placeholder 1">
            <a:extLst>
              <a:ext uri="{FF2B5EF4-FFF2-40B4-BE49-F238E27FC236}">
                <a16:creationId xmlns:a16="http://schemas.microsoft.com/office/drawing/2014/main" id="{4CE49B13-B710-4C1A-80CA-91AAE7D55FFC}"/>
              </a:ext>
            </a:extLst>
          </p:cNvPr>
          <p:cNvSpPr>
            <a:spLocks noGrp="1"/>
          </p:cNvSpPr>
          <p:nvPr>
            <p:ph type="sldNum" sz="quarter" idx="10"/>
          </p:nvPr>
        </p:nvSpPr>
        <p:spPr>
          <a:xfrm>
            <a:off x="10142220" y="6515100"/>
            <a:ext cx="1554480" cy="91440"/>
          </a:xfrm>
        </p:spPr>
        <p:txBody>
          <a:bodyPr/>
          <a:lstStyle/>
          <a:p>
            <a:fld id="{48FFE6E1-85EB-9E42-824B-7CC9267ED8B9}" type="slidenum">
              <a:rPr lang="en-US" smtClean="0"/>
              <a:pPr/>
              <a:t>26</a:t>
            </a:fld>
            <a:endParaRPr lang="en-US"/>
          </a:p>
        </p:txBody>
      </p:sp>
      <p:sp>
        <p:nvSpPr>
          <p:cNvPr id="4" name="Rectangle 3">
            <a:extLst>
              <a:ext uri="{FF2B5EF4-FFF2-40B4-BE49-F238E27FC236}">
                <a16:creationId xmlns:a16="http://schemas.microsoft.com/office/drawing/2014/main" id="{817D3C6B-A1B9-BE71-EEFB-17FF520D96BA}"/>
              </a:ext>
            </a:extLst>
          </p:cNvPr>
          <p:cNvSpPr/>
          <p:nvPr/>
        </p:nvSpPr>
        <p:spPr>
          <a:xfrm>
            <a:off x="492101" y="1156666"/>
            <a:ext cx="10976889" cy="1477328"/>
          </a:xfrm>
          <a:prstGeom prst="rect">
            <a:avLst/>
          </a:prstGeom>
        </p:spPr>
        <p:txBody>
          <a:bodyPr wrap="square">
            <a:spAutoFit/>
          </a:bodyPr>
          <a:lstStyle/>
          <a:p>
            <a:pPr marL="0" indent="0">
              <a:buNone/>
            </a:pPr>
            <a:r>
              <a:rPr lang="en-US"/>
              <a:t>The random forest algorithm is an expansion of decision tree, in that you first construct a multitude of decision trees with training data, then fit your new data within one of the trees as a “random forest.” </a:t>
            </a:r>
          </a:p>
          <a:p>
            <a:pPr marL="0" indent="0">
              <a:buNone/>
            </a:pPr>
            <a:r>
              <a:rPr lang="en-US"/>
              <a:t>It, essentially, averages your data to connect it to the nearest tree on the data scale. Random forest models are helpful as they remedy for the decision tree’s problem of “forcing” data points within a category unnecessarily. </a:t>
            </a:r>
          </a:p>
        </p:txBody>
      </p:sp>
    </p:spTree>
    <p:extLst>
      <p:ext uri="{BB962C8B-B14F-4D97-AF65-F5344CB8AC3E}">
        <p14:creationId xmlns:p14="http://schemas.microsoft.com/office/powerpoint/2010/main" val="10134416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12C6A-21BC-AEC5-DD34-E2EE38341CBA}"/>
            </a:ext>
          </a:extLst>
        </p:cNvPr>
        <p:cNvGrpSpPr/>
        <p:nvPr/>
      </p:nvGrpSpPr>
      <p:grpSpPr>
        <a:xfrm>
          <a:off x="0" y="0"/>
          <a:ext cx="0" cy="0"/>
          <a:chOff x="0" y="0"/>
          <a:chExt cx="0" cy="0"/>
        </a:xfrm>
      </p:grpSpPr>
      <p:sp>
        <p:nvSpPr>
          <p:cNvPr id="21" name="Title 8">
            <a:extLst>
              <a:ext uri="{FF2B5EF4-FFF2-40B4-BE49-F238E27FC236}">
                <a16:creationId xmlns:a16="http://schemas.microsoft.com/office/drawing/2014/main" id="{4658AB32-6999-BBD8-6968-F87DE085EDE2}"/>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Algorithm 6 -  Random Forest</a:t>
            </a:r>
            <a:r>
              <a:rPr lang="en-US" sz="2400">
                <a:solidFill>
                  <a:srgbClr val="002060"/>
                </a:solidFill>
              </a:rPr>
              <a:t> </a:t>
            </a:r>
            <a:r>
              <a:rPr lang="en-US" sz="2400" b="1">
                <a:solidFill>
                  <a:srgbClr val="002060"/>
                </a:solidFill>
              </a:rPr>
              <a:t>– contd..</a:t>
            </a:r>
            <a:endParaRPr lang="en-US" sz="2400">
              <a:solidFill>
                <a:srgbClr val="002060"/>
              </a:solidFill>
            </a:endParaRPr>
          </a:p>
        </p:txBody>
      </p:sp>
      <p:sp>
        <p:nvSpPr>
          <p:cNvPr id="3" name="Slide Number Placeholder 1">
            <a:extLst>
              <a:ext uri="{FF2B5EF4-FFF2-40B4-BE49-F238E27FC236}">
                <a16:creationId xmlns:a16="http://schemas.microsoft.com/office/drawing/2014/main" id="{C93BEAA7-88D5-F480-FE32-628DFE26FD98}"/>
              </a:ext>
            </a:extLst>
          </p:cNvPr>
          <p:cNvSpPr>
            <a:spLocks noGrp="1"/>
          </p:cNvSpPr>
          <p:nvPr>
            <p:ph type="sldNum" sz="quarter" idx="10"/>
          </p:nvPr>
        </p:nvSpPr>
        <p:spPr>
          <a:xfrm>
            <a:off x="10142220" y="6515100"/>
            <a:ext cx="1554480" cy="91440"/>
          </a:xfrm>
        </p:spPr>
        <p:txBody>
          <a:bodyPr/>
          <a:lstStyle/>
          <a:p>
            <a:fld id="{48FFE6E1-85EB-9E42-824B-7CC9267ED8B9}" type="slidenum">
              <a:rPr lang="en-US" smtClean="0"/>
              <a:pPr/>
              <a:t>27</a:t>
            </a:fld>
            <a:endParaRPr lang="en-US"/>
          </a:p>
        </p:txBody>
      </p:sp>
      <p:sp>
        <p:nvSpPr>
          <p:cNvPr id="4" name="TextBox 3">
            <a:extLst>
              <a:ext uri="{FF2B5EF4-FFF2-40B4-BE49-F238E27FC236}">
                <a16:creationId xmlns:a16="http://schemas.microsoft.com/office/drawing/2014/main" id="{029ED4C5-3EE9-5A04-EE95-EFC498AD4F00}"/>
              </a:ext>
            </a:extLst>
          </p:cNvPr>
          <p:cNvSpPr txBox="1"/>
          <p:nvPr/>
        </p:nvSpPr>
        <p:spPr>
          <a:xfrm>
            <a:off x="492101" y="1072577"/>
            <a:ext cx="3560992" cy="3539430"/>
          </a:xfrm>
          <a:prstGeom prst="rect">
            <a:avLst/>
          </a:prstGeom>
          <a:noFill/>
        </p:spPr>
        <p:txBody>
          <a:bodyPr wrap="square" rtlCol="0">
            <a:spAutoFit/>
          </a:bodyPr>
          <a:lstStyle/>
          <a:p>
            <a:endParaRPr lang="en-US" sz="1600"/>
          </a:p>
          <a:p>
            <a:pPr marL="285750" indent="-285750">
              <a:buFont typeface="Arial" panose="020B0604020202020204" pitchFamily="34" charset="0"/>
              <a:buChar char="•"/>
            </a:pPr>
            <a:r>
              <a:rPr lang="en-US" sz="1600"/>
              <a:t>Each tree is trained with a subset of the original dataset. Class distribution is maintained in each subset</a:t>
            </a:r>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Each tree is trained based on a random set of features from the original dataset. This is done to avoid enormous computation, and reduce overfitting</a:t>
            </a:r>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Final decision is based on majority voting</a:t>
            </a:r>
          </a:p>
        </p:txBody>
      </p:sp>
      <p:grpSp>
        <p:nvGrpSpPr>
          <p:cNvPr id="12" name="Group 11">
            <a:extLst>
              <a:ext uri="{FF2B5EF4-FFF2-40B4-BE49-F238E27FC236}">
                <a16:creationId xmlns:a16="http://schemas.microsoft.com/office/drawing/2014/main" id="{0C90BD72-E129-CB2F-27A0-BF79691B4DEF}"/>
              </a:ext>
            </a:extLst>
          </p:cNvPr>
          <p:cNvGrpSpPr/>
          <p:nvPr/>
        </p:nvGrpSpPr>
        <p:grpSpPr>
          <a:xfrm>
            <a:off x="4451369" y="1072577"/>
            <a:ext cx="7157297" cy="4712845"/>
            <a:chOff x="4643120" y="308028"/>
            <a:chExt cx="7157297" cy="4712845"/>
          </a:xfrm>
        </p:grpSpPr>
        <p:grpSp>
          <p:nvGrpSpPr>
            <p:cNvPr id="13" name="Group 12">
              <a:extLst>
                <a:ext uri="{FF2B5EF4-FFF2-40B4-BE49-F238E27FC236}">
                  <a16:creationId xmlns:a16="http://schemas.microsoft.com/office/drawing/2014/main" id="{D88F76F0-0378-87E5-7C18-C505A219DF29}"/>
                </a:ext>
              </a:extLst>
            </p:cNvPr>
            <p:cNvGrpSpPr/>
            <p:nvPr/>
          </p:nvGrpSpPr>
          <p:grpSpPr>
            <a:xfrm>
              <a:off x="4643120" y="1107441"/>
              <a:ext cx="1564640" cy="1046480"/>
              <a:chOff x="4643120" y="1107440"/>
              <a:chExt cx="1950720" cy="1128805"/>
            </a:xfrm>
          </p:grpSpPr>
          <p:sp>
            <p:nvSpPr>
              <p:cNvPr id="85" name="Oval 84">
                <a:extLst>
                  <a:ext uri="{FF2B5EF4-FFF2-40B4-BE49-F238E27FC236}">
                    <a16:creationId xmlns:a16="http://schemas.microsoft.com/office/drawing/2014/main" id="{6B8C7C5D-B76D-A324-5AD7-19F37F31BC9C}"/>
                  </a:ext>
                </a:extLst>
              </p:cNvPr>
              <p:cNvSpPr/>
              <p:nvPr/>
            </p:nvSpPr>
            <p:spPr>
              <a:xfrm>
                <a:off x="5659120" y="1107440"/>
                <a:ext cx="203200" cy="203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F4E892DB-DDF1-CBDB-0E73-36D95A2043B4}"/>
                  </a:ext>
                </a:extLst>
              </p:cNvPr>
              <p:cNvSpPr/>
              <p:nvPr/>
            </p:nvSpPr>
            <p:spPr>
              <a:xfrm>
                <a:off x="5019040" y="1534160"/>
                <a:ext cx="203200" cy="203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E3E0CE30-503D-199E-E46E-B818B3A1F0F1}"/>
                  </a:ext>
                </a:extLst>
              </p:cNvPr>
              <p:cNvSpPr/>
              <p:nvPr/>
            </p:nvSpPr>
            <p:spPr>
              <a:xfrm>
                <a:off x="6096000" y="1534160"/>
                <a:ext cx="203200" cy="203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0D4E7AE7-D9B5-737A-CB1C-DC133DFFAC51}"/>
                  </a:ext>
                </a:extLst>
              </p:cNvPr>
              <p:cNvSpPr/>
              <p:nvPr/>
            </p:nvSpPr>
            <p:spPr>
              <a:xfrm>
                <a:off x="4643120" y="2033045"/>
                <a:ext cx="203200" cy="203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3E9A61BC-51D9-E026-57E2-C34F2B99D089}"/>
                  </a:ext>
                </a:extLst>
              </p:cNvPr>
              <p:cNvSpPr/>
              <p:nvPr/>
            </p:nvSpPr>
            <p:spPr>
              <a:xfrm>
                <a:off x="5720080" y="2033045"/>
                <a:ext cx="203200" cy="203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A2E2B592-A72C-6986-C3D4-62838C409FC1}"/>
                  </a:ext>
                </a:extLst>
              </p:cNvPr>
              <p:cNvSpPr/>
              <p:nvPr/>
            </p:nvSpPr>
            <p:spPr>
              <a:xfrm>
                <a:off x="5313680" y="2033045"/>
                <a:ext cx="203200" cy="203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D5CE335C-EA11-18C4-2821-409A867FC675}"/>
                  </a:ext>
                </a:extLst>
              </p:cNvPr>
              <p:cNvSpPr/>
              <p:nvPr/>
            </p:nvSpPr>
            <p:spPr>
              <a:xfrm>
                <a:off x="6390640" y="2033045"/>
                <a:ext cx="203200" cy="203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2" name="Straight Connector 91">
                <a:extLst>
                  <a:ext uri="{FF2B5EF4-FFF2-40B4-BE49-F238E27FC236}">
                    <a16:creationId xmlns:a16="http://schemas.microsoft.com/office/drawing/2014/main" id="{F820779D-E0D9-9B68-6A41-D6A5114BB518}"/>
                  </a:ext>
                </a:extLst>
              </p:cNvPr>
              <p:cNvCxnSpPr>
                <a:cxnSpLocks/>
                <a:stCxn id="85" idx="3"/>
                <a:endCxn id="86" idx="7"/>
              </p:cNvCxnSpPr>
              <p:nvPr/>
            </p:nvCxnSpPr>
            <p:spPr>
              <a:xfrm flipH="1">
                <a:off x="5192482" y="1280882"/>
                <a:ext cx="496396" cy="283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21FDCA34-EAAD-3FBF-1E14-26A84433EFCA}"/>
                  </a:ext>
                </a:extLst>
              </p:cNvPr>
              <p:cNvCxnSpPr>
                <a:stCxn id="88" idx="0"/>
                <a:endCxn id="86" idx="3"/>
              </p:cNvCxnSpPr>
              <p:nvPr/>
            </p:nvCxnSpPr>
            <p:spPr>
              <a:xfrm flipV="1">
                <a:off x="4744720" y="1707602"/>
                <a:ext cx="304078" cy="325443"/>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BA77B639-B446-C695-E6AF-DDAFC7BC1466}"/>
                  </a:ext>
                </a:extLst>
              </p:cNvPr>
              <p:cNvCxnSpPr>
                <a:stCxn id="90" idx="0"/>
                <a:endCxn id="86" idx="5"/>
              </p:cNvCxnSpPr>
              <p:nvPr/>
            </p:nvCxnSpPr>
            <p:spPr>
              <a:xfrm flipH="1" flipV="1">
                <a:off x="5192482" y="1707602"/>
                <a:ext cx="222798" cy="325443"/>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4C3E5798-473A-08CB-92B9-5DD696A43CC6}"/>
                  </a:ext>
                </a:extLst>
              </p:cNvPr>
              <p:cNvCxnSpPr>
                <a:stCxn id="89" idx="7"/>
                <a:endCxn id="87" idx="3"/>
              </p:cNvCxnSpPr>
              <p:nvPr/>
            </p:nvCxnSpPr>
            <p:spPr>
              <a:xfrm flipV="1">
                <a:off x="5893522" y="1707602"/>
                <a:ext cx="232236" cy="355201"/>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43826AAB-8FD9-433E-9037-32C83DAC56D3}"/>
                  </a:ext>
                </a:extLst>
              </p:cNvPr>
              <p:cNvCxnSpPr>
                <a:stCxn id="85" idx="5"/>
                <a:endCxn id="87" idx="1"/>
              </p:cNvCxnSpPr>
              <p:nvPr/>
            </p:nvCxnSpPr>
            <p:spPr>
              <a:xfrm>
                <a:off x="5832562" y="1280882"/>
                <a:ext cx="293196" cy="283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0B30E0C7-398C-B089-76A0-A032E8ABB02A}"/>
                  </a:ext>
                </a:extLst>
              </p:cNvPr>
              <p:cNvCxnSpPr>
                <a:stCxn id="87" idx="5"/>
                <a:endCxn id="91" idx="1"/>
              </p:cNvCxnSpPr>
              <p:nvPr/>
            </p:nvCxnSpPr>
            <p:spPr>
              <a:xfrm>
                <a:off x="6269442" y="1707602"/>
                <a:ext cx="150956" cy="355201"/>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014C263F-4308-79BB-B388-38521D66CA64}"/>
                </a:ext>
              </a:extLst>
            </p:cNvPr>
            <p:cNvGrpSpPr/>
            <p:nvPr/>
          </p:nvGrpSpPr>
          <p:grpSpPr>
            <a:xfrm>
              <a:off x="6705600" y="1107441"/>
              <a:ext cx="1564640" cy="1046480"/>
              <a:chOff x="4643120" y="1107440"/>
              <a:chExt cx="1950720" cy="1128805"/>
            </a:xfrm>
          </p:grpSpPr>
          <p:sp>
            <p:nvSpPr>
              <p:cNvPr id="72" name="Oval 71">
                <a:extLst>
                  <a:ext uri="{FF2B5EF4-FFF2-40B4-BE49-F238E27FC236}">
                    <a16:creationId xmlns:a16="http://schemas.microsoft.com/office/drawing/2014/main" id="{EADF0847-0964-D797-890A-F9648CD66D3D}"/>
                  </a:ext>
                </a:extLst>
              </p:cNvPr>
              <p:cNvSpPr/>
              <p:nvPr/>
            </p:nvSpPr>
            <p:spPr>
              <a:xfrm>
                <a:off x="5659120" y="1107440"/>
                <a:ext cx="203200" cy="203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00B48107-B151-3D67-7A80-6969EB410CBF}"/>
                  </a:ext>
                </a:extLst>
              </p:cNvPr>
              <p:cNvSpPr/>
              <p:nvPr/>
            </p:nvSpPr>
            <p:spPr>
              <a:xfrm>
                <a:off x="5019040" y="1534160"/>
                <a:ext cx="203200" cy="203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E914DCA9-446A-C1C2-F0AE-1EF73EAB8328}"/>
                  </a:ext>
                </a:extLst>
              </p:cNvPr>
              <p:cNvSpPr/>
              <p:nvPr/>
            </p:nvSpPr>
            <p:spPr>
              <a:xfrm>
                <a:off x="6096000" y="1534160"/>
                <a:ext cx="203200" cy="203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BB03D15A-58FE-FA81-7F50-25F86BD7EB52}"/>
                  </a:ext>
                </a:extLst>
              </p:cNvPr>
              <p:cNvSpPr/>
              <p:nvPr/>
            </p:nvSpPr>
            <p:spPr>
              <a:xfrm>
                <a:off x="4643120" y="2033045"/>
                <a:ext cx="203200" cy="203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59ED62A5-C0C2-DD66-3FC6-A625DD260BCF}"/>
                  </a:ext>
                </a:extLst>
              </p:cNvPr>
              <p:cNvSpPr/>
              <p:nvPr/>
            </p:nvSpPr>
            <p:spPr>
              <a:xfrm>
                <a:off x="5720080" y="2033045"/>
                <a:ext cx="203200" cy="203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A9FC6BFC-D0CD-C28F-A6C2-1615256A2EA4}"/>
                  </a:ext>
                </a:extLst>
              </p:cNvPr>
              <p:cNvSpPr/>
              <p:nvPr/>
            </p:nvSpPr>
            <p:spPr>
              <a:xfrm>
                <a:off x="5313680" y="2033045"/>
                <a:ext cx="203200" cy="203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CD985B63-4B38-7B7C-4D71-10F9C350BC88}"/>
                  </a:ext>
                </a:extLst>
              </p:cNvPr>
              <p:cNvSpPr/>
              <p:nvPr/>
            </p:nvSpPr>
            <p:spPr>
              <a:xfrm>
                <a:off x="6390640" y="2033045"/>
                <a:ext cx="203200" cy="2032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Straight Connector 78">
                <a:extLst>
                  <a:ext uri="{FF2B5EF4-FFF2-40B4-BE49-F238E27FC236}">
                    <a16:creationId xmlns:a16="http://schemas.microsoft.com/office/drawing/2014/main" id="{3F8E4F71-FFB7-8D6F-8386-82428A486173}"/>
                  </a:ext>
                </a:extLst>
              </p:cNvPr>
              <p:cNvCxnSpPr>
                <a:cxnSpLocks/>
                <a:stCxn id="72" idx="3"/>
                <a:endCxn id="73" idx="7"/>
              </p:cNvCxnSpPr>
              <p:nvPr/>
            </p:nvCxnSpPr>
            <p:spPr>
              <a:xfrm flipH="1">
                <a:off x="5192482" y="1280882"/>
                <a:ext cx="496396" cy="283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3F69788B-E478-2167-DD4F-3A0721C0E014}"/>
                  </a:ext>
                </a:extLst>
              </p:cNvPr>
              <p:cNvCxnSpPr>
                <a:stCxn id="75" idx="0"/>
                <a:endCxn id="73" idx="3"/>
              </p:cNvCxnSpPr>
              <p:nvPr/>
            </p:nvCxnSpPr>
            <p:spPr>
              <a:xfrm flipV="1">
                <a:off x="4744720" y="1707602"/>
                <a:ext cx="304078" cy="325443"/>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25F786B-0384-26AB-829E-E1BDBE887EC2}"/>
                  </a:ext>
                </a:extLst>
              </p:cNvPr>
              <p:cNvCxnSpPr>
                <a:stCxn id="77" idx="0"/>
                <a:endCxn id="73" idx="5"/>
              </p:cNvCxnSpPr>
              <p:nvPr/>
            </p:nvCxnSpPr>
            <p:spPr>
              <a:xfrm flipH="1" flipV="1">
                <a:off x="5192482" y="1707602"/>
                <a:ext cx="222798" cy="325443"/>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778905DF-F6C6-4B8B-CE6E-209542CD4528}"/>
                  </a:ext>
                </a:extLst>
              </p:cNvPr>
              <p:cNvCxnSpPr>
                <a:stCxn id="76" idx="7"/>
                <a:endCxn id="74" idx="3"/>
              </p:cNvCxnSpPr>
              <p:nvPr/>
            </p:nvCxnSpPr>
            <p:spPr>
              <a:xfrm flipV="1">
                <a:off x="5893522" y="1707602"/>
                <a:ext cx="232236" cy="355201"/>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C256E7E-A122-9CDC-2032-9AD2119C4046}"/>
                  </a:ext>
                </a:extLst>
              </p:cNvPr>
              <p:cNvCxnSpPr>
                <a:stCxn id="72" idx="5"/>
                <a:endCxn id="74" idx="1"/>
              </p:cNvCxnSpPr>
              <p:nvPr/>
            </p:nvCxnSpPr>
            <p:spPr>
              <a:xfrm>
                <a:off x="5832562" y="1280882"/>
                <a:ext cx="293196" cy="283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BEDACABA-3325-ECF2-0439-457CE790E2CB}"/>
                  </a:ext>
                </a:extLst>
              </p:cNvPr>
              <p:cNvCxnSpPr>
                <a:stCxn id="74" idx="5"/>
                <a:endCxn id="78" idx="1"/>
              </p:cNvCxnSpPr>
              <p:nvPr/>
            </p:nvCxnSpPr>
            <p:spPr>
              <a:xfrm>
                <a:off x="6269442" y="1707602"/>
                <a:ext cx="150956" cy="355201"/>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68332443-408F-EF53-83D6-C502313A4EC0}"/>
                </a:ext>
              </a:extLst>
            </p:cNvPr>
            <p:cNvGrpSpPr/>
            <p:nvPr/>
          </p:nvGrpSpPr>
          <p:grpSpPr>
            <a:xfrm>
              <a:off x="8478097" y="1107441"/>
              <a:ext cx="1564640" cy="1046480"/>
              <a:chOff x="4643120" y="1107440"/>
              <a:chExt cx="1950720" cy="1128805"/>
            </a:xfrm>
          </p:grpSpPr>
          <p:sp>
            <p:nvSpPr>
              <p:cNvPr id="59" name="Oval 58">
                <a:extLst>
                  <a:ext uri="{FF2B5EF4-FFF2-40B4-BE49-F238E27FC236}">
                    <a16:creationId xmlns:a16="http://schemas.microsoft.com/office/drawing/2014/main" id="{FFD139F9-529D-AE61-1969-7F353E45D02F}"/>
                  </a:ext>
                </a:extLst>
              </p:cNvPr>
              <p:cNvSpPr/>
              <p:nvPr/>
            </p:nvSpPr>
            <p:spPr>
              <a:xfrm>
                <a:off x="5659120" y="1107440"/>
                <a:ext cx="203200" cy="203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5EC4ED0C-AB1B-30AA-EE44-0352668A6BDE}"/>
                  </a:ext>
                </a:extLst>
              </p:cNvPr>
              <p:cNvSpPr/>
              <p:nvPr/>
            </p:nvSpPr>
            <p:spPr>
              <a:xfrm>
                <a:off x="5019040" y="1534160"/>
                <a:ext cx="203200" cy="2032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AA5CC86B-EA8C-2F12-B8EE-374115E8DEF9}"/>
                  </a:ext>
                </a:extLst>
              </p:cNvPr>
              <p:cNvSpPr/>
              <p:nvPr/>
            </p:nvSpPr>
            <p:spPr>
              <a:xfrm>
                <a:off x="6096000" y="1534160"/>
                <a:ext cx="203200" cy="203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5D9A1EC7-2B4C-6181-ED74-847A26DF290E}"/>
                  </a:ext>
                </a:extLst>
              </p:cNvPr>
              <p:cNvSpPr/>
              <p:nvPr/>
            </p:nvSpPr>
            <p:spPr>
              <a:xfrm>
                <a:off x="4643120" y="2033045"/>
                <a:ext cx="203200" cy="203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AE5E2919-3AE8-B53E-609A-70A8C0F3E68D}"/>
                  </a:ext>
                </a:extLst>
              </p:cNvPr>
              <p:cNvSpPr/>
              <p:nvPr/>
            </p:nvSpPr>
            <p:spPr>
              <a:xfrm>
                <a:off x="5720080" y="2033045"/>
                <a:ext cx="203200" cy="203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EF6117E6-8C3C-B707-DA13-0A3C9FE3E69E}"/>
                  </a:ext>
                </a:extLst>
              </p:cNvPr>
              <p:cNvSpPr/>
              <p:nvPr/>
            </p:nvSpPr>
            <p:spPr>
              <a:xfrm>
                <a:off x="5313680" y="2033045"/>
                <a:ext cx="203200" cy="2032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90CD4AF5-FA7C-D2E7-8356-8620EF1F44FC}"/>
                  </a:ext>
                </a:extLst>
              </p:cNvPr>
              <p:cNvSpPr/>
              <p:nvPr/>
            </p:nvSpPr>
            <p:spPr>
              <a:xfrm>
                <a:off x="6390640" y="2033045"/>
                <a:ext cx="203200" cy="203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252DB906-3447-E211-A669-AEB534257A88}"/>
                  </a:ext>
                </a:extLst>
              </p:cNvPr>
              <p:cNvCxnSpPr>
                <a:cxnSpLocks/>
                <a:stCxn id="59" idx="3"/>
                <a:endCxn id="60" idx="7"/>
              </p:cNvCxnSpPr>
              <p:nvPr/>
            </p:nvCxnSpPr>
            <p:spPr>
              <a:xfrm flipH="1">
                <a:off x="5192482" y="1280882"/>
                <a:ext cx="496396" cy="283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5B617F40-C0B8-43C9-BFFD-77F80694772C}"/>
                  </a:ext>
                </a:extLst>
              </p:cNvPr>
              <p:cNvCxnSpPr>
                <a:stCxn id="62" idx="0"/>
                <a:endCxn id="60" idx="3"/>
              </p:cNvCxnSpPr>
              <p:nvPr/>
            </p:nvCxnSpPr>
            <p:spPr>
              <a:xfrm flipV="1">
                <a:off x="4744720" y="1707602"/>
                <a:ext cx="304078" cy="325443"/>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0D31019-9851-D671-5BCC-A85EE49DE9DE}"/>
                  </a:ext>
                </a:extLst>
              </p:cNvPr>
              <p:cNvCxnSpPr>
                <a:stCxn id="64" idx="0"/>
                <a:endCxn id="60" idx="5"/>
              </p:cNvCxnSpPr>
              <p:nvPr/>
            </p:nvCxnSpPr>
            <p:spPr>
              <a:xfrm flipH="1" flipV="1">
                <a:off x="5192482" y="1707602"/>
                <a:ext cx="222798" cy="325443"/>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E5767E6-AFE2-25C9-FE68-B4BC764AAA8A}"/>
                  </a:ext>
                </a:extLst>
              </p:cNvPr>
              <p:cNvCxnSpPr>
                <a:stCxn id="63" idx="7"/>
                <a:endCxn id="61" idx="3"/>
              </p:cNvCxnSpPr>
              <p:nvPr/>
            </p:nvCxnSpPr>
            <p:spPr>
              <a:xfrm flipV="1">
                <a:off x="5893522" y="1707602"/>
                <a:ext cx="232236" cy="355201"/>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3A87EC4-73A8-98BF-B3BA-2BB61D2AAF26}"/>
                  </a:ext>
                </a:extLst>
              </p:cNvPr>
              <p:cNvCxnSpPr>
                <a:stCxn id="59" idx="5"/>
                <a:endCxn id="61" idx="1"/>
              </p:cNvCxnSpPr>
              <p:nvPr/>
            </p:nvCxnSpPr>
            <p:spPr>
              <a:xfrm>
                <a:off x="5832562" y="1280882"/>
                <a:ext cx="293196" cy="283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F29D078C-33F0-B674-D707-3B1556BDA0F9}"/>
                  </a:ext>
                </a:extLst>
              </p:cNvPr>
              <p:cNvCxnSpPr>
                <a:stCxn id="61" idx="5"/>
                <a:endCxn id="65" idx="1"/>
              </p:cNvCxnSpPr>
              <p:nvPr/>
            </p:nvCxnSpPr>
            <p:spPr>
              <a:xfrm>
                <a:off x="6269442" y="1707602"/>
                <a:ext cx="150956" cy="355201"/>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81A6BEC7-C028-85AA-23FE-E09BBB95C10F}"/>
                </a:ext>
              </a:extLst>
            </p:cNvPr>
            <p:cNvGrpSpPr/>
            <p:nvPr/>
          </p:nvGrpSpPr>
          <p:grpSpPr>
            <a:xfrm>
              <a:off x="10235777" y="1107441"/>
              <a:ext cx="1564640" cy="1046480"/>
              <a:chOff x="4643120" y="1107440"/>
              <a:chExt cx="1950720" cy="1128805"/>
            </a:xfrm>
          </p:grpSpPr>
          <p:sp>
            <p:nvSpPr>
              <p:cNvPr id="46" name="Oval 45">
                <a:extLst>
                  <a:ext uri="{FF2B5EF4-FFF2-40B4-BE49-F238E27FC236}">
                    <a16:creationId xmlns:a16="http://schemas.microsoft.com/office/drawing/2014/main" id="{8C836B2A-9085-D2A2-9AC5-031A6CCB7FDF}"/>
                  </a:ext>
                </a:extLst>
              </p:cNvPr>
              <p:cNvSpPr/>
              <p:nvPr/>
            </p:nvSpPr>
            <p:spPr>
              <a:xfrm>
                <a:off x="5659120" y="1107440"/>
                <a:ext cx="203200" cy="203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DC95E54-48F6-2A2F-65BC-BFE1659040C5}"/>
                  </a:ext>
                </a:extLst>
              </p:cNvPr>
              <p:cNvSpPr/>
              <p:nvPr/>
            </p:nvSpPr>
            <p:spPr>
              <a:xfrm>
                <a:off x="5019040" y="1534160"/>
                <a:ext cx="203200" cy="203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39DACF54-6846-06CC-80B7-D89F2A77A019}"/>
                  </a:ext>
                </a:extLst>
              </p:cNvPr>
              <p:cNvSpPr/>
              <p:nvPr/>
            </p:nvSpPr>
            <p:spPr>
              <a:xfrm>
                <a:off x="6096000" y="1534160"/>
                <a:ext cx="203200" cy="203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BEA9961A-3102-9934-5545-3031FC786FFA}"/>
                  </a:ext>
                </a:extLst>
              </p:cNvPr>
              <p:cNvSpPr/>
              <p:nvPr/>
            </p:nvSpPr>
            <p:spPr>
              <a:xfrm>
                <a:off x="4643120" y="2033045"/>
                <a:ext cx="203200" cy="203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010117F-C6AB-48DF-C38D-BF7075BA0F6E}"/>
                  </a:ext>
                </a:extLst>
              </p:cNvPr>
              <p:cNvSpPr/>
              <p:nvPr/>
            </p:nvSpPr>
            <p:spPr>
              <a:xfrm>
                <a:off x="5720080" y="2033045"/>
                <a:ext cx="203200" cy="203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9F302412-F473-C127-8AAD-92BF63AFC213}"/>
                  </a:ext>
                </a:extLst>
              </p:cNvPr>
              <p:cNvSpPr/>
              <p:nvPr/>
            </p:nvSpPr>
            <p:spPr>
              <a:xfrm>
                <a:off x="5313680" y="2033045"/>
                <a:ext cx="203200" cy="203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437ABE38-D524-EB2D-9D71-B1EFD6F90781}"/>
                  </a:ext>
                </a:extLst>
              </p:cNvPr>
              <p:cNvSpPr/>
              <p:nvPr/>
            </p:nvSpPr>
            <p:spPr>
              <a:xfrm>
                <a:off x="6390640" y="2033045"/>
                <a:ext cx="203200" cy="203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a:extLst>
                  <a:ext uri="{FF2B5EF4-FFF2-40B4-BE49-F238E27FC236}">
                    <a16:creationId xmlns:a16="http://schemas.microsoft.com/office/drawing/2014/main" id="{14D60179-B094-F702-E8FA-0F508613E724}"/>
                  </a:ext>
                </a:extLst>
              </p:cNvPr>
              <p:cNvCxnSpPr>
                <a:cxnSpLocks/>
                <a:stCxn id="46" idx="3"/>
                <a:endCxn id="47" idx="7"/>
              </p:cNvCxnSpPr>
              <p:nvPr/>
            </p:nvCxnSpPr>
            <p:spPr>
              <a:xfrm flipH="1">
                <a:off x="5192482" y="1280882"/>
                <a:ext cx="496396" cy="283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C1D4960-6F3D-F3E6-6932-E8185D75C1C6}"/>
                  </a:ext>
                </a:extLst>
              </p:cNvPr>
              <p:cNvCxnSpPr>
                <a:stCxn id="49" idx="0"/>
                <a:endCxn id="47" idx="3"/>
              </p:cNvCxnSpPr>
              <p:nvPr/>
            </p:nvCxnSpPr>
            <p:spPr>
              <a:xfrm flipV="1">
                <a:off x="4744720" y="1707602"/>
                <a:ext cx="304078" cy="325443"/>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9B332A8-545D-500E-F1BA-A596BD97D966}"/>
                  </a:ext>
                </a:extLst>
              </p:cNvPr>
              <p:cNvCxnSpPr>
                <a:stCxn id="51" idx="0"/>
                <a:endCxn id="47" idx="5"/>
              </p:cNvCxnSpPr>
              <p:nvPr/>
            </p:nvCxnSpPr>
            <p:spPr>
              <a:xfrm flipH="1" flipV="1">
                <a:off x="5192482" y="1707602"/>
                <a:ext cx="222798" cy="325443"/>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073B028-3172-C66A-57FC-D9DED09478ED}"/>
                  </a:ext>
                </a:extLst>
              </p:cNvPr>
              <p:cNvCxnSpPr>
                <a:stCxn id="50" idx="7"/>
                <a:endCxn id="48" idx="3"/>
              </p:cNvCxnSpPr>
              <p:nvPr/>
            </p:nvCxnSpPr>
            <p:spPr>
              <a:xfrm flipV="1">
                <a:off x="5893522" y="1707602"/>
                <a:ext cx="232236" cy="355201"/>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80AE719-0F1D-1A0D-C462-C83A1931BB0E}"/>
                  </a:ext>
                </a:extLst>
              </p:cNvPr>
              <p:cNvCxnSpPr>
                <a:stCxn id="46" idx="5"/>
                <a:endCxn id="48" idx="1"/>
              </p:cNvCxnSpPr>
              <p:nvPr/>
            </p:nvCxnSpPr>
            <p:spPr>
              <a:xfrm>
                <a:off x="5832562" y="1280882"/>
                <a:ext cx="293196" cy="283036"/>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CD11A7B-D76F-81DE-0C5A-9D269A30836C}"/>
                  </a:ext>
                </a:extLst>
              </p:cNvPr>
              <p:cNvCxnSpPr>
                <a:stCxn id="48" idx="5"/>
                <a:endCxn id="52" idx="1"/>
              </p:cNvCxnSpPr>
              <p:nvPr/>
            </p:nvCxnSpPr>
            <p:spPr>
              <a:xfrm>
                <a:off x="6269442" y="1707602"/>
                <a:ext cx="150956" cy="355201"/>
              </a:xfrm>
              <a:prstGeom prst="line">
                <a:avLst/>
              </a:prstGeom>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1FFEB54F-4FAD-2A69-A0A7-827E167937BD}"/>
                </a:ext>
              </a:extLst>
            </p:cNvPr>
            <p:cNvSpPr txBox="1"/>
            <p:nvPr/>
          </p:nvSpPr>
          <p:spPr>
            <a:xfrm>
              <a:off x="4944639" y="711200"/>
              <a:ext cx="887681" cy="253916"/>
            </a:xfrm>
            <a:prstGeom prst="rect">
              <a:avLst/>
            </a:prstGeom>
            <a:noFill/>
          </p:spPr>
          <p:txBody>
            <a:bodyPr wrap="square" rtlCol="0">
              <a:spAutoFit/>
            </a:bodyPr>
            <a:lstStyle/>
            <a:p>
              <a:r>
                <a:rPr lang="en-US" sz="1050"/>
                <a:t>N</a:t>
              </a:r>
              <a:r>
                <a:rPr lang="en-US" sz="1050" baseline="-25000"/>
                <a:t>1</a:t>
              </a:r>
              <a:r>
                <a:rPr lang="en-US" sz="1050"/>
                <a:t> features</a:t>
              </a:r>
            </a:p>
          </p:txBody>
        </p:sp>
        <p:sp>
          <p:nvSpPr>
            <p:cNvPr id="18" name="TextBox 17">
              <a:extLst>
                <a:ext uri="{FF2B5EF4-FFF2-40B4-BE49-F238E27FC236}">
                  <a16:creationId xmlns:a16="http://schemas.microsoft.com/office/drawing/2014/main" id="{7E0F278A-7A47-43B7-AC8F-4AF8E9A3C2B6}"/>
                </a:ext>
              </a:extLst>
            </p:cNvPr>
            <p:cNvSpPr txBox="1"/>
            <p:nvPr/>
          </p:nvSpPr>
          <p:spPr>
            <a:xfrm>
              <a:off x="7054638" y="711200"/>
              <a:ext cx="887681" cy="253916"/>
            </a:xfrm>
            <a:prstGeom prst="rect">
              <a:avLst/>
            </a:prstGeom>
            <a:noFill/>
          </p:spPr>
          <p:txBody>
            <a:bodyPr wrap="square" rtlCol="0">
              <a:spAutoFit/>
            </a:bodyPr>
            <a:lstStyle/>
            <a:p>
              <a:r>
                <a:rPr lang="en-US" sz="1050"/>
                <a:t>N</a:t>
              </a:r>
              <a:r>
                <a:rPr lang="en-US" sz="1050" baseline="-25000"/>
                <a:t>2</a:t>
              </a:r>
              <a:r>
                <a:rPr lang="en-US" sz="1050"/>
                <a:t> features</a:t>
              </a:r>
            </a:p>
          </p:txBody>
        </p:sp>
        <p:sp>
          <p:nvSpPr>
            <p:cNvPr id="19" name="TextBox 18">
              <a:extLst>
                <a:ext uri="{FF2B5EF4-FFF2-40B4-BE49-F238E27FC236}">
                  <a16:creationId xmlns:a16="http://schemas.microsoft.com/office/drawing/2014/main" id="{FAD18AE5-9F27-9309-10CD-C792102E8477}"/>
                </a:ext>
              </a:extLst>
            </p:cNvPr>
            <p:cNvSpPr txBox="1"/>
            <p:nvPr/>
          </p:nvSpPr>
          <p:spPr>
            <a:xfrm>
              <a:off x="8992073" y="711200"/>
              <a:ext cx="887681" cy="253916"/>
            </a:xfrm>
            <a:prstGeom prst="rect">
              <a:avLst/>
            </a:prstGeom>
            <a:noFill/>
          </p:spPr>
          <p:txBody>
            <a:bodyPr wrap="square" rtlCol="0">
              <a:spAutoFit/>
            </a:bodyPr>
            <a:lstStyle/>
            <a:p>
              <a:r>
                <a:rPr lang="en-US" sz="1050"/>
                <a:t>N</a:t>
              </a:r>
              <a:r>
                <a:rPr lang="en-US" sz="1050" baseline="-25000"/>
                <a:t>3</a:t>
              </a:r>
              <a:r>
                <a:rPr lang="en-US" sz="1050"/>
                <a:t> features</a:t>
              </a:r>
            </a:p>
          </p:txBody>
        </p:sp>
        <p:sp>
          <p:nvSpPr>
            <p:cNvPr id="20" name="TextBox 19">
              <a:extLst>
                <a:ext uri="{FF2B5EF4-FFF2-40B4-BE49-F238E27FC236}">
                  <a16:creationId xmlns:a16="http://schemas.microsoft.com/office/drawing/2014/main" id="{00272C93-2FF6-9AC9-E788-4ECA9844DCBC}"/>
                </a:ext>
              </a:extLst>
            </p:cNvPr>
            <p:cNvSpPr txBox="1"/>
            <p:nvPr/>
          </p:nvSpPr>
          <p:spPr>
            <a:xfrm>
              <a:off x="10594918" y="711200"/>
              <a:ext cx="887681" cy="253916"/>
            </a:xfrm>
            <a:prstGeom prst="rect">
              <a:avLst/>
            </a:prstGeom>
            <a:noFill/>
          </p:spPr>
          <p:txBody>
            <a:bodyPr wrap="square" rtlCol="0">
              <a:spAutoFit/>
            </a:bodyPr>
            <a:lstStyle/>
            <a:p>
              <a:r>
                <a:rPr lang="en-US" sz="1050" err="1"/>
                <a:t>N</a:t>
              </a:r>
              <a:r>
                <a:rPr lang="en-US" sz="1050" baseline="-25000" err="1"/>
                <a:t>n</a:t>
              </a:r>
              <a:r>
                <a:rPr lang="en-US" sz="1050"/>
                <a:t> features</a:t>
              </a:r>
            </a:p>
          </p:txBody>
        </p:sp>
        <p:sp>
          <p:nvSpPr>
            <p:cNvPr id="22" name="TextBox 21">
              <a:extLst>
                <a:ext uri="{FF2B5EF4-FFF2-40B4-BE49-F238E27FC236}">
                  <a16:creationId xmlns:a16="http://schemas.microsoft.com/office/drawing/2014/main" id="{BB5796DE-EF42-F8C5-35A9-215C5C8DD928}"/>
                </a:ext>
              </a:extLst>
            </p:cNvPr>
            <p:cNvSpPr txBox="1"/>
            <p:nvPr/>
          </p:nvSpPr>
          <p:spPr>
            <a:xfrm>
              <a:off x="4944639" y="2492047"/>
              <a:ext cx="887681" cy="253916"/>
            </a:xfrm>
            <a:prstGeom prst="rect">
              <a:avLst/>
            </a:prstGeom>
            <a:noFill/>
          </p:spPr>
          <p:txBody>
            <a:bodyPr wrap="square" rtlCol="0">
              <a:spAutoFit/>
            </a:bodyPr>
            <a:lstStyle/>
            <a:p>
              <a:r>
                <a:rPr lang="en-US" sz="1050" b="1"/>
                <a:t>TREE #1</a:t>
              </a:r>
            </a:p>
          </p:txBody>
        </p:sp>
        <p:sp>
          <p:nvSpPr>
            <p:cNvPr id="23" name="TextBox 22">
              <a:extLst>
                <a:ext uri="{FF2B5EF4-FFF2-40B4-BE49-F238E27FC236}">
                  <a16:creationId xmlns:a16="http://schemas.microsoft.com/office/drawing/2014/main" id="{3967A1F5-60C8-37C5-09D4-EFD9BCD82DA5}"/>
                </a:ext>
              </a:extLst>
            </p:cNvPr>
            <p:cNvSpPr txBox="1"/>
            <p:nvPr/>
          </p:nvSpPr>
          <p:spPr>
            <a:xfrm>
              <a:off x="7054638" y="2492047"/>
              <a:ext cx="887681" cy="253916"/>
            </a:xfrm>
            <a:prstGeom prst="rect">
              <a:avLst/>
            </a:prstGeom>
            <a:noFill/>
          </p:spPr>
          <p:txBody>
            <a:bodyPr wrap="square" rtlCol="0">
              <a:spAutoFit/>
            </a:bodyPr>
            <a:lstStyle/>
            <a:p>
              <a:r>
                <a:rPr lang="en-US" sz="1050" b="1"/>
                <a:t>TREE #2</a:t>
              </a:r>
            </a:p>
          </p:txBody>
        </p:sp>
        <p:sp>
          <p:nvSpPr>
            <p:cNvPr id="24" name="TextBox 23">
              <a:extLst>
                <a:ext uri="{FF2B5EF4-FFF2-40B4-BE49-F238E27FC236}">
                  <a16:creationId xmlns:a16="http://schemas.microsoft.com/office/drawing/2014/main" id="{4855CDAB-F030-4855-6CE1-85451B2AD007}"/>
                </a:ext>
              </a:extLst>
            </p:cNvPr>
            <p:cNvSpPr txBox="1"/>
            <p:nvPr/>
          </p:nvSpPr>
          <p:spPr>
            <a:xfrm>
              <a:off x="8992073" y="2492047"/>
              <a:ext cx="887681" cy="253916"/>
            </a:xfrm>
            <a:prstGeom prst="rect">
              <a:avLst/>
            </a:prstGeom>
            <a:noFill/>
          </p:spPr>
          <p:txBody>
            <a:bodyPr wrap="square" rtlCol="0">
              <a:spAutoFit/>
            </a:bodyPr>
            <a:lstStyle/>
            <a:p>
              <a:r>
                <a:rPr lang="en-US" sz="1050" b="1"/>
                <a:t>TREE #3</a:t>
              </a:r>
            </a:p>
          </p:txBody>
        </p:sp>
        <p:sp>
          <p:nvSpPr>
            <p:cNvPr id="25" name="TextBox 24">
              <a:extLst>
                <a:ext uri="{FF2B5EF4-FFF2-40B4-BE49-F238E27FC236}">
                  <a16:creationId xmlns:a16="http://schemas.microsoft.com/office/drawing/2014/main" id="{1CD84BBA-CA5C-EAB3-A174-8876721B3D17}"/>
                </a:ext>
              </a:extLst>
            </p:cNvPr>
            <p:cNvSpPr txBox="1"/>
            <p:nvPr/>
          </p:nvSpPr>
          <p:spPr>
            <a:xfrm>
              <a:off x="10594918" y="2492047"/>
              <a:ext cx="887681" cy="253916"/>
            </a:xfrm>
            <a:prstGeom prst="rect">
              <a:avLst/>
            </a:prstGeom>
            <a:noFill/>
          </p:spPr>
          <p:txBody>
            <a:bodyPr wrap="square" rtlCol="0">
              <a:spAutoFit/>
            </a:bodyPr>
            <a:lstStyle/>
            <a:p>
              <a:r>
                <a:rPr lang="en-US" sz="1050" b="1"/>
                <a:t>TREE #4</a:t>
              </a:r>
            </a:p>
          </p:txBody>
        </p:sp>
        <p:sp>
          <p:nvSpPr>
            <p:cNvPr id="26" name="TextBox 25">
              <a:extLst>
                <a:ext uri="{FF2B5EF4-FFF2-40B4-BE49-F238E27FC236}">
                  <a16:creationId xmlns:a16="http://schemas.microsoft.com/office/drawing/2014/main" id="{D10A8C96-0DB1-99A3-A509-5B8CA6C97D4E}"/>
                </a:ext>
              </a:extLst>
            </p:cNvPr>
            <p:cNvSpPr txBox="1"/>
            <p:nvPr/>
          </p:nvSpPr>
          <p:spPr>
            <a:xfrm>
              <a:off x="4944639" y="3244881"/>
              <a:ext cx="887681" cy="253916"/>
            </a:xfrm>
            <a:prstGeom prst="rect">
              <a:avLst/>
            </a:prstGeom>
            <a:noFill/>
          </p:spPr>
          <p:txBody>
            <a:bodyPr wrap="square" rtlCol="0">
              <a:spAutoFit/>
            </a:bodyPr>
            <a:lstStyle/>
            <a:p>
              <a:r>
                <a:rPr lang="en-US" sz="1050" b="1">
                  <a:solidFill>
                    <a:schemeClr val="accent1">
                      <a:lumMod val="60000"/>
                      <a:lumOff val="40000"/>
                    </a:schemeClr>
                  </a:solidFill>
                </a:rPr>
                <a:t>CLASS C</a:t>
              </a:r>
            </a:p>
          </p:txBody>
        </p:sp>
        <p:sp>
          <p:nvSpPr>
            <p:cNvPr id="27" name="TextBox 26">
              <a:extLst>
                <a:ext uri="{FF2B5EF4-FFF2-40B4-BE49-F238E27FC236}">
                  <a16:creationId xmlns:a16="http://schemas.microsoft.com/office/drawing/2014/main" id="{4B2E8160-7825-B8AC-FE38-2F06135088C4}"/>
                </a:ext>
              </a:extLst>
            </p:cNvPr>
            <p:cNvSpPr txBox="1"/>
            <p:nvPr/>
          </p:nvSpPr>
          <p:spPr>
            <a:xfrm>
              <a:off x="7054638" y="3244881"/>
              <a:ext cx="887681" cy="253916"/>
            </a:xfrm>
            <a:prstGeom prst="rect">
              <a:avLst/>
            </a:prstGeom>
            <a:noFill/>
          </p:spPr>
          <p:txBody>
            <a:bodyPr wrap="square" rtlCol="0">
              <a:spAutoFit/>
            </a:bodyPr>
            <a:lstStyle/>
            <a:p>
              <a:r>
                <a:rPr lang="en-US" sz="1050" b="1">
                  <a:solidFill>
                    <a:schemeClr val="accent1">
                      <a:lumMod val="60000"/>
                      <a:lumOff val="40000"/>
                    </a:schemeClr>
                  </a:solidFill>
                </a:rPr>
                <a:t>CLASS D</a:t>
              </a:r>
            </a:p>
          </p:txBody>
        </p:sp>
        <p:sp>
          <p:nvSpPr>
            <p:cNvPr id="28" name="TextBox 27">
              <a:extLst>
                <a:ext uri="{FF2B5EF4-FFF2-40B4-BE49-F238E27FC236}">
                  <a16:creationId xmlns:a16="http://schemas.microsoft.com/office/drawing/2014/main" id="{123AA783-CF1E-204A-D922-4553A85BADDC}"/>
                </a:ext>
              </a:extLst>
            </p:cNvPr>
            <p:cNvSpPr txBox="1"/>
            <p:nvPr/>
          </p:nvSpPr>
          <p:spPr>
            <a:xfrm>
              <a:off x="8992073" y="3244881"/>
              <a:ext cx="887681" cy="253916"/>
            </a:xfrm>
            <a:prstGeom prst="rect">
              <a:avLst/>
            </a:prstGeom>
            <a:noFill/>
          </p:spPr>
          <p:txBody>
            <a:bodyPr wrap="square" rtlCol="0">
              <a:spAutoFit/>
            </a:bodyPr>
            <a:lstStyle/>
            <a:p>
              <a:r>
                <a:rPr lang="en-US" sz="1050" b="1">
                  <a:solidFill>
                    <a:schemeClr val="accent1">
                      <a:lumMod val="60000"/>
                      <a:lumOff val="40000"/>
                    </a:schemeClr>
                  </a:solidFill>
                </a:rPr>
                <a:t>CLASS B</a:t>
              </a:r>
            </a:p>
          </p:txBody>
        </p:sp>
        <p:sp>
          <p:nvSpPr>
            <p:cNvPr id="29" name="TextBox 28">
              <a:extLst>
                <a:ext uri="{FF2B5EF4-FFF2-40B4-BE49-F238E27FC236}">
                  <a16:creationId xmlns:a16="http://schemas.microsoft.com/office/drawing/2014/main" id="{EDD4BD62-BAAA-9577-0CCB-F13B0201875B}"/>
                </a:ext>
              </a:extLst>
            </p:cNvPr>
            <p:cNvSpPr txBox="1"/>
            <p:nvPr/>
          </p:nvSpPr>
          <p:spPr>
            <a:xfrm>
              <a:off x="10594918" y="3244881"/>
              <a:ext cx="887681" cy="253916"/>
            </a:xfrm>
            <a:prstGeom prst="rect">
              <a:avLst/>
            </a:prstGeom>
            <a:noFill/>
          </p:spPr>
          <p:txBody>
            <a:bodyPr wrap="square" rtlCol="0">
              <a:spAutoFit/>
            </a:bodyPr>
            <a:lstStyle/>
            <a:p>
              <a:r>
                <a:rPr lang="en-US" sz="1050" b="1">
                  <a:solidFill>
                    <a:schemeClr val="accent1">
                      <a:lumMod val="60000"/>
                      <a:lumOff val="40000"/>
                    </a:schemeClr>
                  </a:solidFill>
                </a:rPr>
                <a:t>CLASS C</a:t>
              </a:r>
            </a:p>
          </p:txBody>
        </p:sp>
        <p:sp>
          <p:nvSpPr>
            <p:cNvPr id="30" name="Freeform: Shape 29">
              <a:extLst>
                <a:ext uri="{FF2B5EF4-FFF2-40B4-BE49-F238E27FC236}">
                  <a16:creationId xmlns:a16="http://schemas.microsoft.com/office/drawing/2014/main" id="{CE909717-ED44-FE85-2986-9BB4FFF915BF}"/>
                </a:ext>
              </a:extLst>
            </p:cNvPr>
            <p:cNvSpPr/>
            <p:nvPr/>
          </p:nvSpPr>
          <p:spPr>
            <a:xfrm>
              <a:off x="5222240" y="3484880"/>
              <a:ext cx="5750560" cy="188380"/>
            </a:xfrm>
            <a:custGeom>
              <a:avLst/>
              <a:gdLst>
                <a:gd name="connsiteX0" fmla="*/ 0 w 5750560"/>
                <a:gd name="connsiteY0" fmla="*/ 0 h 314960"/>
                <a:gd name="connsiteX1" fmla="*/ 0 w 5750560"/>
                <a:gd name="connsiteY1" fmla="*/ 314960 h 314960"/>
                <a:gd name="connsiteX2" fmla="*/ 5750560 w 5750560"/>
                <a:gd name="connsiteY2" fmla="*/ 314960 h 314960"/>
                <a:gd name="connsiteX3" fmla="*/ 5750560 w 5750560"/>
                <a:gd name="connsiteY3" fmla="*/ 30480 h 314960"/>
              </a:gdLst>
              <a:ahLst/>
              <a:cxnLst>
                <a:cxn ang="0">
                  <a:pos x="connsiteX0" y="connsiteY0"/>
                </a:cxn>
                <a:cxn ang="0">
                  <a:pos x="connsiteX1" y="connsiteY1"/>
                </a:cxn>
                <a:cxn ang="0">
                  <a:pos x="connsiteX2" y="connsiteY2"/>
                </a:cxn>
                <a:cxn ang="0">
                  <a:pos x="connsiteX3" y="connsiteY3"/>
                </a:cxn>
              </a:cxnLst>
              <a:rect l="l" t="t" r="r" b="b"/>
              <a:pathLst>
                <a:path w="5750560" h="314960">
                  <a:moveTo>
                    <a:pt x="0" y="0"/>
                  </a:moveTo>
                  <a:lnTo>
                    <a:pt x="0" y="314960"/>
                  </a:lnTo>
                  <a:lnTo>
                    <a:pt x="5750560" y="314960"/>
                  </a:lnTo>
                  <a:lnTo>
                    <a:pt x="5750560" y="3048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2BA066C5-EC9B-80F9-01AD-C90AD57BC0D6}"/>
                </a:ext>
              </a:extLst>
            </p:cNvPr>
            <p:cNvCxnSpPr/>
            <p:nvPr/>
          </p:nvCxnSpPr>
          <p:spPr>
            <a:xfrm flipV="1">
              <a:off x="7396057" y="3484880"/>
              <a:ext cx="0" cy="1883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BB78135-E95F-E56C-209F-F695AFDDCB38}"/>
                </a:ext>
              </a:extLst>
            </p:cNvPr>
            <p:cNvCxnSpPr/>
            <p:nvPr/>
          </p:nvCxnSpPr>
          <p:spPr>
            <a:xfrm flipV="1">
              <a:off x="9293014" y="3484880"/>
              <a:ext cx="0" cy="18838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BF10E05-BD71-1A4E-E371-B2396597CBA6}"/>
                </a:ext>
              </a:extLst>
            </p:cNvPr>
            <p:cNvSpPr txBox="1"/>
            <p:nvPr/>
          </p:nvSpPr>
          <p:spPr>
            <a:xfrm>
              <a:off x="7589097" y="4150922"/>
              <a:ext cx="1522674" cy="253916"/>
            </a:xfrm>
            <a:prstGeom prst="rect">
              <a:avLst/>
            </a:prstGeom>
            <a:noFill/>
            <a:ln>
              <a:solidFill>
                <a:schemeClr val="tx1"/>
              </a:solidFill>
            </a:ln>
          </p:spPr>
          <p:txBody>
            <a:bodyPr wrap="square" rtlCol="0">
              <a:spAutoFit/>
            </a:bodyPr>
            <a:lstStyle/>
            <a:p>
              <a:r>
                <a:rPr lang="en-US" sz="1050">
                  <a:solidFill>
                    <a:schemeClr val="accent1">
                      <a:lumMod val="60000"/>
                      <a:lumOff val="40000"/>
                    </a:schemeClr>
                  </a:solidFill>
                </a:rPr>
                <a:t>MAJORITY VOTING</a:t>
              </a:r>
            </a:p>
          </p:txBody>
        </p:sp>
        <p:sp>
          <p:nvSpPr>
            <p:cNvPr id="34" name="TextBox 33">
              <a:extLst>
                <a:ext uri="{FF2B5EF4-FFF2-40B4-BE49-F238E27FC236}">
                  <a16:creationId xmlns:a16="http://schemas.microsoft.com/office/drawing/2014/main" id="{1C6D4D76-D7BA-A1FF-D971-47E7BABBAE37}"/>
                </a:ext>
              </a:extLst>
            </p:cNvPr>
            <p:cNvSpPr txBox="1"/>
            <p:nvPr/>
          </p:nvSpPr>
          <p:spPr>
            <a:xfrm>
              <a:off x="7589097" y="4766957"/>
              <a:ext cx="1522674" cy="253916"/>
            </a:xfrm>
            <a:prstGeom prst="rect">
              <a:avLst/>
            </a:prstGeom>
            <a:noFill/>
            <a:ln>
              <a:solidFill>
                <a:schemeClr val="tx1"/>
              </a:solidFill>
            </a:ln>
          </p:spPr>
          <p:txBody>
            <a:bodyPr wrap="square" rtlCol="0">
              <a:spAutoFit/>
            </a:bodyPr>
            <a:lstStyle/>
            <a:p>
              <a:pPr algn="ctr"/>
              <a:r>
                <a:rPr lang="en-US" sz="1050">
                  <a:solidFill>
                    <a:srgbClr val="00B050"/>
                  </a:solidFill>
                </a:rPr>
                <a:t>FINAL CLASS</a:t>
              </a:r>
            </a:p>
          </p:txBody>
        </p:sp>
        <p:cxnSp>
          <p:nvCxnSpPr>
            <p:cNvPr id="35" name="Straight Connector 34">
              <a:extLst>
                <a:ext uri="{FF2B5EF4-FFF2-40B4-BE49-F238E27FC236}">
                  <a16:creationId xmlns:a16="http://schemas.microsoft.com/office/drawing/2014/main" id="{BD6F0ADB-5513-88F0-BB8A-42B596C81C29}"/>
                </a:ext>
              </a:extLst>
            </p:cNvPr>
            <p:cNvCxnSpPr>
              <a:cxnSpLocks/>
              <a:endCxn id="33" idx="0"/>
            </p:cNvCxnSpPr>
            <p:nvPr/>
          </p:nvCxnSpPr>
          <p:spPr>
            <a:xfrm>
              <a:off x="8350434" y="3673260"/>
              <a:ext cx="0" cy="477662"/>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C5822BC-993E-C584-3F9D-72F89CCE38DC}"/>
                </a:ext>
              </a:extLst>
            </p:cNvPr>
            <p:cNvCxnSpPr>
              <a:stCxn id="33" idx="2"/>
              <a:endCxn id="34" idx="0"/>
            </p:cNvCxnSpPr>
            <p:nvPr/>
          </p:nvCxnSpPr>
          <p:spPr>
            <a:xfrm>
              <a:off x="8350434" y="4404838"/>
              <a:ext cx="0" cy="36211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F94D2B0-850A-FFDF-FA96-5BA2AABE44A7}"/>
                </a:ext>
              </a:extLst>
            </p:cNvPr>
            <p:cNvCxnSpPr>
              <a:cxnSpLocks/>
            </p:cNvCxnSpPr>
            <p:nvPr/>
          </p:nvCxnSpPr>
          <p:spPr>
            <a:xfrm>
              <a:off x="5282829" y="2745963"/>
              <a:ext cx="0" cy="477662"/>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48B0BBB-D7F6-87D3-9176-A174950430F2}"/>
                </a:ext>
              </a:extLst>
            </p:cNvPr>
            <p:cNvCxnSpPr>
              <a:cxnSpLocks/>
            </p:cNvCxnSpPr>
            <p:nvPr/>
          </p:nvCxnSpPr>
          <p:spPr>
            <a:xfrm>
              <a:off x="7406428" y="2745963"/>
              <a:ext cx="0" cy="477662"/>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E9F01BA-7110-0860-D460-84D2604F2DAC}"/>
                </a:ext>
              </a:extLst>
            </p:cNvPr>
            <p:cNvCxnSpPr>
              <a:cxnSpLocks/>
            </p:cNvCxnSpPr>
            <p:nvPr/>
          </p:nvCxnSpPr>
          <p:spPr>
            <a:xfrm>
              <a:off x="9341909" y="2745963"/>
              <a:ext cx="0" cy="477662"/>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007A9D7-35F9-0DE5-D73F-1F6785874433}"/>
                </a:ext>
              </a:extLst>
            </p:cNvPr>
            <p:cNvCxnSpPr>
              <a:cxnSpLocks/>
            </p:cNvCxnSpPr>
            <p:nvPr/>
          </p:nvCxnSpPr>
          <p:spPr>
            <a:xfrm>
              <a:off x="10927028" y="2745963"/>
              <a:ext cx="0" cy="477662"/>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FC7FEB6-E01C-8E7B-9B52-ACE9547FE4D1}"/>
                </a:ext>
              </a:extLst>
            </p:cNvPr>
            <p:cNvSpPr txBox="1"/>
            <p:nvPr/>
          </p:nvSpPr>
          <p:spPr>
            <a:xfrm>
              <a:off x="7993111" y="308028"/>
              <a:ext cx="887681" cy="253916"/>
            </a:xfrm>
            <a:prstGeom prst="rect">
              <a:avLst/>
            </a:prstGeom>
            <a:noFill/>
          </p:spPr>
          <p:txBody>
            <a:bodyPr wrap="square" rtlCol="0">
              <a:spAutoFit/>
            </a:bodyPr>
            <a:lstStyle/>
            <a:p>
              <a:r>
                <a:rPr lang="en-US" sz="1050"/>
                <a:t>X Dataset</a:t>
              </a:r>
            </a:p>
          </p:txBody>
        </p:sp>
        <p:cxnSp>
          <p:nvCxnSpPr>
            <p:cNvPr id="42" name="Straight Arrow Connector 41">
              <a:extLst>
                <a:ext uri="{FF2B5EF4-FFF2-40B4-BE49-F238E27FC236}">
                  <a16:creationId xmlns:a16="http://schemas.microsoft.com/office/drawing/2014/main" id="{825FEC31-ABFE-736C-8AEC-1FF64EA6D488}"/>
                </a:ext>
              </a:extLst>
            </p:cNvPr>
            <p:cNvCxnSpPr>
              <a:cxnSpLocks/>
              <a:stCxn id="41" idx="2"/>
              <a:endCxn id="17" idx="0"/>
            </p:cNvCxnSpPr>
            <p:nvPr/>
          </p:nvCxnSpPr>
          <p:spPr>
            <a:xfrm flipH="1">
              <a:off x="5388480" y="561944"/>
              <a:ext cx="3048472" cy="149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6006D65-0F12-5E03-BF88-D983E81CCEE9}"/>
                </a:ext>
              </a:extLst>
            </p:cNvPr>
            <p:cNvCxnSpPr>
              <a:stCxn id="41" idx="2"/>
              <a:endCxn id="18" idx="3"/>
            </p:cNvCxnSpPr>
            <p:nvPr/>
          </p:nvCxnSpPr>
          <p:spPr>
            <a:xfrm flipH="1">
              <a:off x="7942319" y="561944"/>
              <a:ext cx="494633" cy="276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C011F9F8-983E-4DE2-E5AD-8229D5AEA557}"/>
                </a:ext>
              </a:extLst>
            </p:cNvPr>
            <p:cNvCxnSpPr>
              <a:stCxn id="41" idx="2"/>
              <a:endCxn id="19" idx="1"/>
            </p:cNvCxnSpPr>
            <p:nvPr/>
          </p:nvCxnSpPr>
          <p:spPr>
            <a:xfrm>
              <a:off x="8436952" y="561944"/>
              <a:ext cx="555121" cy="276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CD27B920-BE39-E307-7A26-EB63C9590E42}"/>
                </a:ext>
              </a:extLst>
            </p:cNvPr>
            <p:cNvCxnSpPr>
              <a:stCxn id="41" idx="2"/>
              <a:endCxn id="20" idx="1"/>
            </p:cNvCxnSpPr>
            <p:nvPr/>
          </p:nvCxnSpPr>
          <p:spPr>
            <a:xfrm>
              <a:off x="8436952" y="561944"/>
              <a:ext cx="2157966" cy="276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218121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2B5A9-09C1-5492-52F1-61F0A0220576}"/>
            </a:ext>
          </a:extLst>
        </p:cNvPr>
        <p:cNvGrpSpPr/>
        <p:nvPr/>
      </p:nvGrpSpPr>
      <p:grpSpPr>
        <a:xfrm>
          <a:off x="0" y="0"/>
          <a:ext cx="0" cy="0"/>
          <a:chOff x="0" y="0"/>
          <a:chExt cx="0" cy="0"/>
        </a:xfrm>
      </p:grpSpPr>
      <p:sp>
        <p:nvSpPr>
          <p:cNvPr id="21" name="Title 8">
            <a:extLst>
              <a:ext uri="{FF2B5EF4-FFF2-40B4-BE49-F238E27FC236}">
                <a16:creationId xmlns:a16="http://schemas.microsoft.com/office/drawing/2014/main" id="{56B6DDDB-C651-9F16-BF25-2AEDD01C2FF3}"/>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Algorithm 6 -  Random Forest</a:t>
            </a:r>
            <a:r>
              <a:rPr lang="en-US" sz="2400">
                <a:solidFill>
                  <a:srgbClr val="002060"/>
                </a:solidFill>
              </a:rPr>
              <a:t> </a:t>
            </a:r>
            <a:r>
              <a:rPr lang="en-US" sz="2400" b="1">
                <a:solidFill>
                  <a:srgbClr val="002060"/>
                </a:solidFill>
              </a:rPr>
              <a:t>– contd..</a:t>
            </a:r>
            <a:endParaRPr lang="en-US" sz="2400">
              <a:solidFill>
                <a:srgbClr val="002060"/>
              </a:solidFill>
            </a:endParaRPr>
          </a:p>
        </p:txBody>
      </p:sp>
      <p:sp>
        <p:nvSpPr>
          <p:cNvPr id="3" name="Slide Number Placeholder 1">
            <a:extLst>
              <a:ext uri="{FF2B5EF4-FFF2-40B4-BE49-F238E27FC236}">
                <a16:creationId xmlns:a16="http://schemas.microsoft.com/office/drawing/2014/main" id="{B64A7885-87B3-64AB-E9B9-7AFB105EFF71}"/>
              </a:ext>
            </a:extLst>
          </p:cNvPr>
          <p:cNvSpPr>
            <a:spLocks noGrp="1"/>
          </p:cNvSpPr>
          <p:nvPr>
            <p:ph type="sldNum" sz="quarter" idx="10"/>
          </p:nvPr>
        </p:nvSpPr>
        <p:spPr>
          <a:xfrm>
            <a:off x="10142220" y="6515100"/>
            <a:ext cx="1554480" cy="91440"/>
          </a:xfrm>
        </p:spPr>
        <p:txBody>
          <a:bodyPr/>
          <a:lstStyle/>
          <a:p>
            <a:fld id="{48FFE6E1-85EB-9E42-824B-7CC9267ED8B9}" type="slidenum">
              <a:rPr lang="en-US" smtClean="0"/>
              <a:pPr/>
              <a:t>28</a:t>
            </a:fld>
            <a:endParaRPr lang="en-US"/>
          </a:p>
        </p:txBody>
      </p:sp>
      <p:sp>
        <p:nvSpPr>
          <p:cNvPr id="5" name="TextBox 4">
            <a:extLst>
              <a:ext uri="{FF2B5EF4-FFF2-40B4-BE49-F238E27FC236}">
                <a16:creationId xmlns:a16="http://schemas.microsoft.com/office/drawing/2014/main" id="{6C551641-2FD6-76D9-4243-4968436E5D01}"/>
              </a:ext>
            </a:extLst>
          </p:cNvPr>
          <p:cNvSpPr txBox="1"/>
          <p:nvPr/>
        </p:nvSpPr>
        <p:spPr>
          <a:xfrm>
            <a:off x="619905" y="1250658"/>
            <a:ext cx="10172591" cy="3693319"/>
          </a:xfrm>
          <a:prstGeom prst="rect">
            <a:avLst/>
          </a:prstGeom>
          <a:noFill/>
        </p:spPr>
        <p:txBody>
          <a:bodyPr wrap="square">
            <a:spAutoFit/>
          </a:bodyPr>
          <a:lstStyle/>
          <a:p>
            <a:r>
              <a:rPr lang="en-US" b="1">
                <a:solidFill>
                  <a:srgbClr val="222222"/>
                </a:solidFill>
                <a:latin typeface="Lato"/>
              </a:rPr>
              <a:t>Tuning Parameters</a:t>
            </a:r>
          </a:p>
          <a:p>
            <a:endParaRPr lang="en-US" b="1">
              <a:solidFill>
                <a:srgbClr val="222222"/>
              </a:solidFill>
              <a:latin typeface="Lato"/>
            </a:endParaRPr>
          </a:p>
          <a:p>
            <a:r>
              <a:rPr lang="en-US" b="1">
                <a:solidFill>
                  <a:srgbClr val="222222"/>
                </a:solidFill>
                <a:latin typeface="Lato"/>
              </a:rPr>
              <a:t>n_estimators</a:t>
            </a:r>
            <a:r>
              <a:rPr lang="en-US">
                <a:solidFill>
                  <a:srgbClr val="222222"/>
                </a:solidFill>
                <a:latin typeface="Lato"/>
              </a:rPr>
              <a:t>– number of trees the algorithm builds before averaging the predictions.</a:t>
            </a:r>
          </a:p>
          <a:p>
            <a:r>
              <a:rPr lang="en-US" b="1" i="1" err="1">
                <a:solidFill>
                  <a:srgbClr val="222222"/>
                </a:solidFill>
                <a:latin typeface="Lato"/>
              </a:rPr>
              <a:t>max_features</a:t>
            </a:r>
            <a:r>
              <a:rPr lang="en-US" i="1">
                <a:solidFill>
                  <a:srgbClr val="222222"/>
                </a:solidFill>
                <a:latin typeface="Lato"/>
              </a:rPr>
              <a:t>– </a:t>
            </a:r>
            <a:r>
              <a:rPr lang="en-US">
                <a:solidFill>
                  <a:srgbClr val="222222"/>
                </a:solidFill>
                <a:latin typeface="Lato"/>
              </a:rPr>
              <a:t>maximum number of features random forest considers splitting a node.</a:t>
            </a:r>
          </a:p>
          <a:p>
            <a:r>
              <a:rPr lang="en-US" b="1" i="1" err="1">
                <a:solidFill>
                  <a:srgbClr val="222222"/>
                </a:solidFill>
                <a:latin typeface="Lato"/>
              </a:rPr>
              <a:t>mini_sample_leaf</a:t>
            </a:r>
            <a:r>
              <a:rPr lang="en-US" i="1">
                <a:solidFill>
                  <a:srgbClr val="222222"/>
                </a:solidFill>
                <a:latin typeface="Lato"/>
              </a:rPr>
              <a:t>– </a:t>
            </a:r>
            <a:r>
              <a:rPr lang="en-US">
                <a:solidFill>
                  <a:srgbClr val="222222"/>
                </a:solidFill>
                <a:latin typeface="Lato"/>
              </a:rPr>
              <a:t>determines the minimum number of leaves required to split an internal node.</a:t>
            </a:r>
          </a:p>
          <a:p>
            <a:r>
              <a:rPr lang="en-US" b="1" i="1" err="1">
                <a:solidFill>
                  <a:srgbClr val="222222"/>
                </a:solidFill>
                <a:latin typeface="Lato"/>
              </a:rPr>
              <a:t>n_jobs</a:t>
            </a:r>
            <a:r>
              <a:rPr lang="en-US" i="1">
                <a:solidFill>
                  <a:srgbClr val="222222"/>
                </a:solidFill>
                <a:latin typeface="Lato"/>
              </a:rPr>
              <a:t>– </a:t>
            </a:r>
            <a:r>
              <a:rPr lang="en-US">
                <a:solidFill>
                  <a:srgbClr val="222222"/>
                </a:solidFill>
                <a:latin typeface="Lato"/>
              </a:rPr>
              <a:t>it tells the engine how many processors it is allowed to use. If the value is 1, it can use only one processor but if the value is -1 there is no limit.</a:t>
            </a:r>
          </a:p>
          <a:p>
            <a:r>
              <a:rPr lang="en-US" b="1" i="1" err="1">
                <a:solidFill>
                  <a:srgbClr val="222222"/>
                </a:solidFill>
                <a:latin typeface="Lato"/>
              </a:rPr>
              <a:t>random_state</a:t>
            </a:r>
            <a:r>
              <a:rPr lang="en-US" i="1">
                <a:solidFill>
                  <a:srgbClr val="222222"/>
                </a:solidFill>
                <a:latin typeface="Lato"/>
              </a:rPr>
              <a:t>– </a:t>
            </a:r>
            <a:r>
              <a:rPr lang="en-US">
                <a:solidFill>
                  <a:srgbClr val="222222"/>
                </a:solidFill>
                <a:latin typeface="Lato"/>
              </a:rPr>
              <a:t>controls randomness of the sample. The model will always produce the same results if it has a definite value of random state and if it has been given the same hyperparameters and the same training data.</a:t>
            </a:r>
          </a:p>
          <a:p>
            <a:r>
              <a:rPr lang="en-US" b="1" i="1" err="1">
                <a:solidFill>
                  <a:srgbClr val="222222"/>
                </a:solidFill>
                <a:latin typeface="Lato"/>
              </a:rPr>
              <a:t>oob_score</a:t>
            </a:r>
            <a:r>
              <a:rPr lang="en-US" b="1" i="1">
                <a:solidFill>
                  <a:srgbClr val="222222"/>
                </a:solidFill>
                <a:latin typeface="Lato"/>
              </a:rPr>
              <a:t> </a:t>
            </a:r>
            <a:r>
              <a:rPr lang="en-US" i="1">
                <a:solidFill>
                  <a:srgbClr val="222222"/>
                </a:solidFill>
                <a:latin typeface="Lato"/>
              </a:rPr>
              <a:t>– OOB</a:t>
            </a:r>
            <a:r>
              <a:rPr lang="en-US">
                <a:solidFill>
                  <a:srgbClr val="222222"/>
                </a:solidFill>
                <a:latin typeface="Lato"/>
              </a:rPr>
              <a:t> means out of the bag. It is a random forest cross-validation method. In this one-third of the sample is not used to train the data instead used to evaluate its performance. These samples are called out of bag samples.</a:t>
            </a:r>
            <a:endParaRPr lang="en-US" b="0" i="0">
              <a:solidFill>
                <a:srgbClr val="222222"/>
              </a:solidFill>
              <a:effectLst/>
              <a:latin typeface="Lato"/>
            </a:endParaRPr>
          </a:p>
        </p:txBody>
      </p:sp>
    </p:spTree>
    <p:extLst>
      <p:ext uri="{BB962C8B-B14F-4D97-AF65-F5344CB8AC3E}">
        <p14:creationId xmlns:p14="http://schemas.microsoft.com/office/powerpoint/2010/main" val="21195244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55B11-F20A-EAC5-3CDF-EF4F2D88457D}"/>
            </a:ext>
          </a:extLst>
        </p:cNvPr>
        <p:cNvGrpSpPr/>
        <p:nvPr/>
      </p:nvGrpSpPr>
      <p:grpSpPr>
        <a:xfrm>
          <a:off x="0" y="0"/>
          <a:ext cx="0" cy="0"/>
          <a:chOff x="0" y="0"/>
          <a:chExt cx="0" cy="0"/>
        </a:xfrm>
      </p:grpSpPr>
      <p:sp>
        <p:nvSpPr>
          <p:cNvPr id="21" name="Title 8">
            <a:extLst>
              <a:ext uri="{FF2B5EF4-FFF2-40B4-BE49-F238E27FC236}">
                <a16:creationId xmlns:a16="http://schemas.microsoft.com/office/drawing/2014/main" id="{5F1517E4-FB0B-AA8B-5206-78FE96D7670E}"/>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Bias-Variance Tradeoff</a:t>
            </a:r>
          </a:p>
        </p:txBody>
      </p:sp>
      <p:sp>
        <p:nvSpPr>
          <p:cNvPr id="3" name="Slide Number Placeholder 1">
            <a:extLst>
              <a:ext uri="{FF2B5EF4-FFF2-40B4-BE49-F238E27FC236}">
                <a16:creationId xmlns:a16="http://schemas.microsoft.com/office/drawing/2014/main" id="{DF28B367-E402-F7E9-4A1C-E78E106EEBFD}"/>
              </a:ext>
            </a:extLst>
          </p:cNvPr>
          <p:cNvSpPr>
            <a:spLocks noGrp="1"/>
          </p:cNvSpPr>
          <p:nvPr>
            <p:ph type="sldNum" sz="quarter" idx="10"/>
          </p:nvPr>
        </p:nvSpPr>
        <p:spPr>
          <a:xfrm>
            <a:off x="10142220" y="6515100"/>
            <a:ext cx="1554480" cy="91440"/>
          </a:xfrm>
        </p:spPr>
        <p:txBody>
          <a:bodyPr/>
          <a:lstStyle/>
          <a:p>
            <a:fld id="{48FFE6E1-85EB-9E42-824B-7CC9267ED8B9}" type="slidenum">
              <a:rPr lang="en-US" smtClean="0"/>
              <a:pPr/>
              <a:t>29</a:t>
            </a:fld>
            <a:endParaRPr lang="en-US"/>
          </a:p>
        </p:txBody>
      </p:sp>
      <p:sp>
        <p:nvSpPr>
          <p:cNvPr id="2" name="Rectangle 1">
            <a:extLst>
              <a:ext uri="{FF2B5EF4-FFF2-40B4-BE49-F238E27FC236}">
                <a16:creationId xmlns:a16="http://schemas.microsoft.com/office/drawing/2014/main" id="{6E512B08-5CF0-85F8-2D6B-4C97CDEC44CF}"/>
              </a:ext>
            </a:extLst>
          </p:cNvPr>
          <p:cNvSpPr/>
          <p:nvPr/>
        </p:nvSpPr>
        <p:spPr>
          <a:xfrm>
            <a:off x="6728603" y="839104"/>
            <a:ext cx="4580627" cy="3046988"/>
          </a:xfrm>
          <a:prstGeom prst="rect">
            <a:avLst/>
          </a:prstGeom>
        </p:spPr>
        <p:txBody>
          <a:bodyPr wrap="square">
            <a:spAutoFit/>
          </a:bodyPr>
          <a:lstStyle/>
          <a:p>
            <a:r>
              <a:rPr lang="en-US" sz="1600" err="1">
                <a:solidFill>
                  <a:srgbClr val="FF0000"/>
                </a:solidFill>
                <a:latin typeface="+mj-lt"/>
              </a:rPr>
              <a:t>Underfitting</a:t>
            </a:r>
            <a:r>
              <a:rPr lang="en-US" sz="1600">
                <a:solidFill>
                  <a:srgbClr val="292929"/>
                </a:solidFill>
                <a:latin typeface="+mj-lt"/>
              </a:rPr>
              <a:t> happens when a model unable to capture the underlying pattern of the data. These models usually have high bias and low variance. It happens when we have very less amount of data to build an accurate model or when we try to build a linear model with a nonlinear data.</a:t>
            </a:r>
          </a:p>
          <a:p>
            <a:endParaRPr lang="en-US" sz="1600">
              <a:solidFill>
                <a:srgbClr val="292929"/>
              </a:solidFill>
              <a:latin typeface="charter"/>
            </a:endParaRPr>
          </a:p>
          <a:p>
            <a:r>
              <a:rPr lang="en-US" sz="1600">
                <a:solidFill>
                  <a:srgbClr val="FF0000"/>
                </a:solidFill>
              </a:rPr>
              <a:t>Overfitting</a:t>
            </a:r>
            <a:r>
              <a:rPr lang="en-US" sz="1600"/>
              <a:t> happens when our model captures the noise along with the underlying pattern in data. It happens when we train our model a lot over noisy dataset. These models have low bias and high variance. </a:t>
            </a:r>
          </a:p>
        </p:txBody>
      </p:sp>
      <p:sp>
        <p:nvSpPr>
          <p:cNvPr id="4" name="Rectangle 3">
            <a:extLst>
              <a:ext uri="{FF2B5EF4-FFF2-40B4-BE49-F238E27FC236}">
                <a16:creationId xmlns:a16="http://schemas.microsoft.com/office/drawing/2014/main" id="{71B64341-24B3-0A46-A541-52898FB3D367}"/>
              </a:ext>
            </a:extLst>
          </p:cNvPr>
          <p:cNvSpPr/>
          <p:nvPr/>
        </p:nvSpPr>
        <p:spPr>
          <a:xfrm>
            <a:off x="654260" y="962214"/>
            <a:ext cx="5410110" cy="3046988"/>
          </a:xfrm>
          <a:prstGeom prst="rect">
            <a:avLst/>
          </a:prstGeom>
        </p:spPr>
        <p:txBody>
          <a:bodyPr wrap="square">
            <a:spAutoFit/>
          </a:bodyPr>
          <a:lstStyle/>
          <a:p>
            <a:r>
              <a:rPr lang="en-US" sz="1600">
                <a:solidFill>
                  <a:srgbClr val="FF0000"/>
                </a:solidFill>
                <a:latin typeface="+mj-lt"/>
              </a:rPr>
              <a:t>Bias</a:t>
            </a:r>
            <a:r>
              <a:rPr lang="en-US" sz="1600">
                <a:solidFill>
                  <a:srgbClr val="292929"/>
                </a:solidFill>
                <a:latin typeface="+mj-lt"/>
              </a:rPr>
              <a:t> is the difference between the average prediction of our model and the correct value which we are trying to predict. Model with high bias pays very little attention to the training data and oversimplifies the model. It always leads to high error on training and test data.</a:t>
            </a:r>
          </a:p>
          <a:p>
            <a:endParaRPr lang="en-US" sz="1600">
              <a:solidFill>
                <a:srgbClr val="292929"/>
              </a:solidFill>
              <a:latin typeface="charter"/>
            </a:endParaRPr>
          </a:p>
          <a:p>
            <a:r>
              <a:rPr lang="en-US" sz="1600">
                <a:solidFill>
                  <a:srgbClr val="FF0000"/>
                </a:solidFill>
              </a:rPr>
              <a:t>Variance</a:t>
            </a:r>
            <a:r>
              <a:rPr lang="en-US" sz="1600"/>
              <a:t> is the variability of model prediction for a given data point or a value which tells us spread of our data. Model with high variance pays a lot of attention to training data and does not generalize on the data which it hasn’t seen before. As a result, such models perform very well on training data but has high error rates on test data.</a:t>
            </a:r>
          </a:p>
        </p:txBody>
      </p:sp>
      <p:pic>
        <p:nvPicPr>
          <p:cNvPr id="7" name="Picture 6">
            <a:extLst>
              <a:ext uri="{FF2B5EF4-FFF2-40B4-BE49-F238E27FC236}">
                <a16:creationId xmlns:a16="http://schemas.microsoft.com/office/drawing/2014/main" id="{F46C718D-5170-8711-B9FB-D0121FC3564D}"/>
              </a:ext>
            </a:extLst>
          </p:cNvPr>
          <p:cNvPicPr>
            <a:picLocks noChangeAspect="1"/>
          </p:cNvPicPr>
          <p:nvPr/>
        </p:nvPicPr>
        <p:blipFill>
          <a:blip r:embed="rId2"/>
          <a:stretch>
            <a:fillRect/>
          </a:stretch>
        </p:blipFill>
        <p:spPr>
          <a:xfrm>
            <a:off x="1372048" y="4132313"/>
            <a:ext cx="8067675" cy="2314575"/>
          </a:xfrm>
          <a:prstGeom prst="rect">
            <a:avLst/>
          </a:prstGeom>
        </p:spPr>
      </p:pic>
    </p:spTree>
    <p:extLst>
      <p:ext uri="{BB962C8B-B14F-4D97-AF65-F5344CB8AC3E}">
        <p14:creationId xmlns:p14="http://schemas.microsoft.com/office/powerpoint/2010/main" val="39976712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69806-D041-E02F-E5B6-F1D7D8701C63}"/>
            </a:ext>
          </a:extLst>
        </p:cNvPr>
        <p:cNvGrpSpPr/>
        <p:nvPr/>
      </p:nvGrpSpPr>
      <p:grpSpPr>
        <a:xfrm>
          <a:off x="0" y="0"/>
          <a:ext cx="0" cy="0"/>
          <a:chOff x="0" y="0"/>
          <a:chExt cx="0" cy="0"/>
        </a:xfrm>
      </p:grpSpPr>
      <p:sp>
        <p:nvSpPr>
          <p:cNvPr id="21" name="Title 8">
            <a:extLst>
              <a:ext uri="{FF2B5EF4-FFF2-40B4-BE49-F238E27FC236}">
                <a16:creationId xmlns:a16="http://schemas.microsoft.com/office/drawing/2014/main" id="{06B1C695-BF31-40BB-6078-E3B287FF42D4}"/>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Bias-Variance Tradeoff – contd..</a:t>
            </a:r>
          </a:p>
        </p:txBody>
      </p:sp>
      <p:sp>
        <p:nvSpPr>
          <p:cNvPr id="3" name="Slide Number Placeholder 1">
            <a:extLst>
              <a:ext uri="{FF2B5EF4-FFF2-40B4-BE49-F238E27FC236}">
                <a16:creationId xmlns:a16="http://schemas.microsoft.com/office/drawing/2014/main" id="{96E741D4-9964-E80B-E691-06510E504F9F}"/>
              </a:ext>
            </a:extLst>
          </p:cNvPr>
          <p:cNvSpPr>
            <a:spLocks noGrp="1"/>
          </p:cNvSpPr>
          <p:nvPr>
            <p:ph type="sldNum" sz="quarter" idx="10"/>
          </p:nvPr>
        </p:nvSpPr>
        <p:spPr>
          <a:xfrm>
            <a:off x="10142220" y="6515100"/>
            <a:ext cx="1554480" cy="91440"/>
          </a:xfrm>
        </p:spPr>
        <p:txBody>
          <a:bodyPr/>
          <a:lstStyle/>
          <a:p>
            <a:fld id="{48FFE6E1-85EB-9E42-824B-7CC9267ED8B9}" type="slidenum">
              <a:rPr lang="en-US" smtClean="0"/>
              <a:pPr/>
              <a:t>30</a:t>
            </a:fld>
            <a:endParaRPr lang="en-US"/>
          </a:p>
        </p:txBody>
      </p:sp>
      <p:sp>
        <p:nvSpPr>
          <p:cNvPr id="5" name="Oval 4">
            <a:extLst>
              <a:ext uri="{FF2B5EF4-FFF2-40B4-BE49-F238E27FC236}">
                <a16:creationId xmlns:a16="http://schemas.microsoft.com/office/drawing/2014/main" id="{2AC2D39C-2B2A-A154-BF0F-556CC4FA7EA5}"/>
              </a:ext>
            </a:extLst>
          </p:cNvPr>
          <p:cNvSpPr/>
          <p:nvPr/>
        </p:nvSpPr>
        <p:spPr>
          <a:xfrm>
            <a:off x="6623605" y="2082657"/>
            <a:ext cx="1016000" cy="985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9F88867E-1680-3BC5-839B-FEAB7EF44B19}"/>
              </a:ext>
            </a:extLst>
          </p:cNvPr>
          <p:cNvSpPr/>
          <p:nvPr/>
        </p:nvSpPr>
        <p:spPr>
          <a:xfrm>
            <a:off x="6890093" y="2336657"/>
            <a:ext cx="485352" cy="457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01EA814-B8AB-EDF0-E58B-152B67EF16EA}"/>
              </a:ext>
            </a:extLst>
          </p:cNvPr>
          <p:cNvSpPr/>
          <p:nvPr/>
        </p:nvSpPr>
        <p:spPr>
          <a:xfrm>
            <a:off x="6328965" y="1747377"/>
            <a:ext cx="1584960" cy="1625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lus Sign 8">
            <a:extLst>
              <a:ext uri="{FF2B5EF4-FFF2-40B4-BE49-F238E27FC236}">
                <a16:creationId xmlns:a16="http://schemas.microsoft.com/office/drawing/2014/main" id="{356D8BE6-BE99-5972-B874-B5B7CDC58FC4}"/>
              </a:ext>
            </a:extLst>
          </p:cNvPr>
          <p:cNvSpPr/>
          <p:nvPr/>
        </p:nvSpPr>
        <p:spPr>
          <a:xfrm>
            <a:off x="7121445" y="223505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lus Sign 9">
            <a:extLst>
              <a:ext uri="{FF2B5EF4-FFF2-40B4-BE49-F238E27FC236}">
                <a16:creationId xmlns:a16="http://schemas.microsoft.com/office/drawing/2014/main" id="{C37ED5E3-6074-08AA-FF23-ACDF81D884A9}"/>
              </a:ext>
            </a:extLst>
          </p:cNvPr>
          <p:cNvSpPr/>
          <p:nvPr/>
        </p:nvSpPr>
        <p:spPr>
          <a:xfrm>
            <a:off x="6923325" y="196073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lus Sign 10">
            <a:extLst>
              <a:ext uri="{FF2B5EF4-FFF2-40B4-BE49-F238E27FC236}">
                <a16:creationId xmlns:a16="http://schemas.microsoft.com/office/drawing/2014/main" id="{63567E24-243D-EC61-2478-E7CD4BACF981}"/>
              </a:ext>
            </a:extLst>
          </p:cNvPr>
          <p:cNvSpPr/>
          <p:nvPr/>
        </p:nvSpPr>
        <p:spPr>
          <a:xfrm>
            <a:off x="7525305" y="189977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lus Sign 11">
            <a:extLst>
              <a:ext uri="{FF2B5EF4-FFF2-40B4-BE49-F238E27FC236}">
                <a16:creationId xmlns:a16="http://schemas.microsoft.com/office/drawing/2014/main" id="{9D0B9589-00DD-348F-DAE7-7CA083FB03C3}"/>
              </a:ext>
            </a:extLst>
          </p:cNvPr>
          <p:cNvSpPr/>
          <p:nvPr/>
        </p:nvSpPr>
        <p:spPr>
          <a:xfrm>
            <a:off x="7327185" y="162545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lus Sign 12">
            <a:extLst>
              <a:ext uri="{FF2B5EF4-FFF2-40B4-BE49-F238E27FC236}">
                <a16:creationId xmlns:a16="http://schemas.microsoft.com/office/drawing/2014/main" id="{AA83EA83-85A8-D39F-2A5C-F4640989D08D}"/>
              </a:ext>
            </a:extLst>
          </p:cNvPr>
          <p:cNvSpPr/>
          <p:nvPr/>
        </p:nvSpPr>
        <p:spPr>
          <a:xfrm>
            <a:off x="7129065" y="169657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lus Sign 13">
            <a:extLst>
              <a:ext uri="{FF2B5EF4-FFF2-40B4-BE49-F238E27FC236}">
                <a16:creationId xmlns:a16="http://schemas.microsoft.com/office/drawing/2014/main" id="{FA9EC30C-94A6-C4E5-4E8C-663307A07715}"/>
              </a:ext>
            </a:extLst>
          </p:cNvPr>
          <p:cNvSpPr/>
          <p:nvPr/>
        </p:nvSpPr>
        <p:spPr>
          <a:xfrm>
            <a:off x="7946945" y="187945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lus Sign 14">
            <a:extLst>
              <a:ext uri="{FF2B5EF4-FFF2-40B4-BE49-F238E27FC236}">
                <a16:creationId xmlns:a16="http://schemas.microsoft.com/office/drawing/2014/main" id="{28BB134F-5883-6ED6-DBE1-E4F4CB09A859}"/>
              </a:ext>
            </a:extLst>
          </p:cNvPr>
          <p:cNvSpPr/>
          <p:nvPr/>
        </p:nvSpPr>
        <p:spPr>
          <a:xfrm>
            <a:off x="7469425" y="141209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lus Sign 15">
            <a:extLst>
              <a:ext uri="{FF2B5EF4-FFF2-40B4-BE49-F238E27FC236}">
                <a16:creationId xmlns:a16="http://schemas.microsoft.com/office/drawing/2014/main" id="{33A34224-E84C-A704-A266-D70CD774E0F4}"/>
              </a:ext>
            </a:extLst>
          </p:cNvPr>
          <p:cNvSpPr/>
          <p:nvPr/>
        </p:nvSpPr>
        <p:spPr>
          <a:xfrm>
            <a:off x="7271305" y="113777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lus Sign 16">
            <a:extLst>
              <a:ext uri="{FF2B5EF4-FFF2-40B4-BE49-F238E27FC236}">
                <a16:creationId xmlns:a16="http://schemas.microsoft.com/office/drawing/2014/main" id="{66D25F35-00B7-E059-32AA-504C49A68F0C}"/>
              </a:ext>
            </a:extLst>
          </p:cNvPr>
          <p:cNvSpPr/>
          <p:nvPr/>
        </p:nvSpPr>
        <p:spPr>
          <a:xfrm>
            <a:off x="7809785" y="153401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lus Sign 17">
            <a:extLst>
              <a:ext uri="{FF2B5EF4-FFF2-40B4-BE49-F238E27FC236}">
                <a16:creationId xmlns:a16="http://schemas.microsoft.com/office/drawing/2014/main" id="{EF8C3AE3-27B7-4897-DCF3-E13D62B9B8A8}"/>
              </a:ext>
            </a:extLst>
          </p:cNvPr>
          <p:cNvSpPr/>
          <p:nvPr/>
        </p:nvSpPr>
        <p:spPr>
          <a:xfrm>
            <a:off x="7611665" y="125969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A072B69-41AC-FCDA-B642-C1BBE07035EE}"/>
              </a:ext>
            </a:extLst>
          </p:cNvPr>
          <p:cNvSpPr/>
          <p:nvPr/>
        </p:nvSpPr>
        <p:spPr>
          <a:xfrm>
            <a:off x="6623605" y="4500737"/>
            <a:ext cx="1016000" cy="985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9AE2954-E10F-92B8-B3F8-D53619BF15B5}"/>
              </a:ext>
            </a:extLst>
          </p:cNvPr>
          <p:cNvSpPr/>
          <p:nvPr/>
        </p:nvSpPr>
        <p:spPr>
          <a:xfrm>
            <a:off x="6890093" y="4754737"/>
            <a:ext cx="485352" cy="457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EBCB5A1-18AE-4903-D3EA-0ACE8A029AF2}"/>
              </a:ext>
            </a:extLst>
          </p:cNvPr>
          <p:cNvSpPr/>
          <p:nvPr/>
        </p:nvSpPr>
        <p:spPr>
          <a:xfrm>
            <a:off x="6328965" y="4165457"/>
            <a:ext cx="1584960" cy="1625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Plus Sign 22">
            <a:extLst>
              <a:ext uri="{FF2B5EF4-FFF2-40B4-BE49-F238E27FC236}">
                <a16:creationId xmlns:a16="http://schemas.microsoft.com/office/drawing/2014/main" id="{64530AFA-3F70-9269-0AE2-13A9A0AA097A}"/>
              </a:ext>
            </a:extLst>
          </p:cNvPr>
          <p:cNvSpPr/>
          <p:nvPr/>
        </p:nvSpPr>
        <p:spPr>
          <a:xfrm>
            <a:off x="7121445" y="465313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Plus Sign 23">
            <a:extLst>
              <a:ext uri="{FF2B5EF4-FFF2-40B4-BE49-F238E27FC236}">
                <a16:creationId xmlns:a16="http://schemas.microsoft.com/office/drawing/2014/main" id="{D4956DF1-42A4-6D8F-9242-CA6E451F63CD}"/>
              </a:ext>
            </a:extLst>
          </p:cNvPr>
          <p:cNvSpPr/>
          <p:nvPr/>
        </p:nvSpPr>
        <p:spPr>
          <a:xfrm>
            <a:off x="6923325" y="437881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lus Sign 24">
            <a:extLst>
              <a:ext uri="{FF2B5EF4-FFF2-40B4-BE49-F238E27FC236}">
                <a16:creationId xmlns:a16="http://schemas.microsoft.com/office/drawing/2014/main" id="{BFDAD700-6296-C81C-99C4-1F1E1D04591B}"/>
              </a:ext>
            </a:extLst>
          </p:cNvPr>
          <p:cNvSpPr/>
          <p:nvPr/>
        </p:nvSpPr>
        <p:spPr>
          <a:xfrm>
            <a:off x="7525305" y="431785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Plus Sign 25">
            <a:extLst>
              <a:ext uri="{FF2B5EF4-FFF2-40B4-BE49-F238E27FC236}">
                <a16:creationId xmlns:a16="http://schemas.microsoft.com/office/drawing/2014/main" id="{04FB2AB8-AB38-C03E-35F0-BD3A1DEC5456}"/>
              </a:ext>
            </a:extLst>
          </p:cNvPr>
          <p:cNvSpPr/>
          <p:nvPr/>
        </p:nvSpPr>
        <p:spPr>
          <a:xfrm>
            <a:off x="6424109" y="513065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Plus Sign 26">
            <a:extLst>
              <a:ext uri="{FF2B5EF4-FFF2-40B4-BE49-F238E27FC236}">
                <a16:creationId xmlns:a16="http://schemas.microsoft.com/office/drawing/2014/main" id="{E49F98FF-155E-A94B-8B08-1AA6A5C9A848}"/>
              </a:ext>
            </a:extLst>
          </p:cNvPr>
          <p:cNvSpPr/>
          <p:nvPr/>
        </p:nvSpPr>
        <p:spPr>
          <a:xfrm>
            <a:off x="7129065" y="411465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Plus Sign 27">
            <a:extLst>
              <a:ext uri="{FF2B5EF4-FFF2-40B4-BE49-F238E27FC236}">
                <a16:creationId xmlns:a16="http://schemas.microsoft.com/office/drawing/2014/main" id="{A7C0DC12-4D18-EEAC-66E5-448BF632C372}"/>
              </a:ext>
            </a:extLst>
          </p:cNvPr>
          <p:cNvSpPr/>
          <p:nvPr/>
        </p:nvSpPr>
        <p:spPr>
          <a:xfrm>
            <a:off x="7571025" y="4922219"/>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Plus Sign 28">
            <a:extLst>
              <a:ext uri="{FF2B5EF4-FFF2-40B4-BE49-F238E27FC236}">
                <a16:creationId xmlns:a16="http://schemas.microsoft.com/office/drawing/2014/main" id="{5561409F-F7A7-A836-C37A-FF507FC41F6D}"/>
              </a:ext>
            </a:extLst>
          </p:cNvPr>
          <p:cNvSpPr/>
          <p:nvPr/>
        </p:nvSpPr>
        <p:spPr>
          <a:xfrm>
            <a:off x="6747853" y="530337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Plus Sign 29">
            <a:extLst>
              <a:ext uri="{FF2B5EF4-FFF2-40B4-BE49-F238E27FC236}">
                <a16:creationId xmlns:a16="http://schemas.microsoft.com/office/drawing/2014/main" id="{28A5DEC0-7ECB-088D-E406-0E009A9A17DD}"/>
              </a:ext>
            </a:extLst>
          </p:cNvPr>
          <p:cNvSpPr/>
          <p:nvPr/>
        </p:nvSpPr>
        <p:spPr>
          <a:xfrm>
            <a:off x="6306105" y="458201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Plus Sign 30">
            <a:extLst>
              <a:ext uri="{FF2B5EF4-FFF2-40B4-BE49-F238E27FC236}">
                <a16:creationId xmlns:a16="http://schemas.microsoft.com/office/drawing/2014/main" id="{7C0CAB0F-F461-2513-2D07-105B5A4794F3}"/>
              </a:ext>
            </a:extLst>
          </p:cNvPr>
          <p:cNvSpPr/>
          <p:nvPr/>
        </p:nvSpPr>
        <p:spPr>
          <a:xfrm>
            <a:off x="7088213" y="542529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lus Sign 31">
            <a:extLst>
              <a:ext uri="{FF2B5EF4-FFF2-40B4-BE49-F238E27FC236}">
                <a16:creationId xmlns:a16="http://schemas.microsoft.com/office/drawing/2014/main" id="{98243E38-E793-E247-BE82-CD59ACD37C13}"/>
              </a:ext>
            </a:extLst>
          </p:cNvPr>
          <p:cNvSpPr/>
          <p:nvPr/>
        </p:nvSpPr>
        <p:spPr>
          <a:xfrm>
            <a:off x="6646465" y="470393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98729E0B-39A3-346C-EF0F-8C9F054777ED}"/>
              </a:ext>
            </a:extLst>
          </p:cNvPr>
          <p:cNvSpPr/>
          <p:nvPr/>
        </p:nvSpPr>
        <p:spPr>
          <a:xfrm>
            <a:off x="3755945" y="2082657"/>
            <a:ext cx="1016000" cy="985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BB886308-0255-E4CD-D6F0-A33878DBFC8C}"/>
              </a:ext>
            </a:extLst>
          </p:cNvPr>
          <p:cNvSpPr/>
          <p:nvPr/>
        </p:nvSpPr>
        <p:spPr>
          <a:xfrm>
            <a:off x="4022433" y="2336657"/>
            <a:ext cx="485352" cy="457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59D8357A-F899-6942-4553-842A1F4B5FE1}"/>
              </a:ext>
            </a:extLst>
          </p:cNvPr>
          <p:cNvSpPr/>
          <p:nvPr/>
        </p:nvSpPr>
        <p:spPr>
          <a:xfrm>
            <a:off x="3461305" y="1747377"/>
            <a:ext cx="1584960" cy="1625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Plus Sign 35">
            <a:extLst>
              <a:ext uri="{FF2B5EF4-FFF2-40B4-BE49-F238E27FC236}">
                <a16:creationId xmlns:a16="http://schemas.microsoft.com/office/drawing/2014/main" id="{F3014109-3DB8-4D4C-67FB-D7BF3F0A72A4}"/>
              </a:ext>
            </a:extLst>
          </p:cNvPr>
          <p:cNvSpPr/>
          <p:nvPr/>
        </p:nvSpPr>
        <p:spPr>
          <a:xfrm>
            <a:off x="4599225" y="159751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Plus Sign 36">
            <a:extLst>
              <a:ext uri="{FF2B5EF4-FFF2-40B4-BE49-F238E27FC236}">
                <a16:creationId xmlns:a16="http://schemas.microsoft.com/office/drawing/2014/main" id="{A449E7B2-8AC1-6DD3-856F-9749D71A71D9}"/>
              </a:ext>
            </a:extLst>
          </p:cNvPr>
          <p:cNvSpPr/>
          <p:nvPr/>
        </p:nvSpPr>
        <p:spPr>
          <a:xfrm>
            <a:off x="4479845" y="185913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lus Sign 37">
            <a:extLst>
              <a:ext uri="{FF2B5EF4-FFF2-40B4-BE49-F238E27FC236}">
                <a16:creationId xmlns:a16="http://schemas.microsoft.com/office/drawing/2014/main" id="{00595FBF-6E3D-B47A-F0EF-519458E008D4}"/>
              </a:ext>
            </a:extLst>
          </p:cNvPr>
          <p:cNvSpPr/>
          <p:nvPr/>
        </p:nvSpPr>
        <p:spPr>
          <a:xfrm>
            <a:off x="4660185" y="178801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Plus Sign 38">
            <a:extLst>
              <a:ext uri="{FF2B5EF4-FFF2-40B4-BE49-F238E27FC236}">
                <a16:creationId xmlns:a16="http://schemas.microsoft.com/office/drawing/2014/main" id="{24643D9B-7C7D-8779-DB81-752A63258791}"/>
              </a:ext>
            </a:extLst>
          </p:cNvPr>
          <p:cNvSpPr/>
          <p:nvPr/>
        </p:nvSpPr>
        <p:spPr>
          <a:xfrm>
            <a:off x="4733845" y="187945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Plus Sign 39">
            <a:extLst>
              <a:ext uri="{FF2B5EF4-FFF2-40B4-BE49-F238E27FC236}">
                <a16:creationId xmlns:a16="http://schemas.microsoft.com/office/drawing/2014/main" id="{5C0EEBC1-052B-A36D-2BBD-32C624153CD3}"/>
              </a:ext>
            </a:extLst>
          </p:cNvPr>
          <p:cNvSpPr/>
          <p:nvPr/>
        </p:nvSpPr>
        <p:spPr>
          <a:xfrm>
            <a:off x="4535725" y="195057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Plus Sign 40">
            <a:extLst>
              <a:ext uri="{FF2B5EF4-FFF2-40B4-BE49-F238E27FC236}">
                <a16:creationId xmlns:a16="http://schemas.microsoft.com/office/drawing/2014/main" id="{AD2EC326-D2B0-ADD5-3BF9-029E7EFB1622}"/>
              </a:ext>
            </a:extLst>
          </p:cNvPr>
          <p:cNvSpPr/>
          <p:nvPr/>
        </p:nvSpPr>
        <p:spPr>
          <a:xfrm>
            <a:off x="4355385" y="193025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Plus Sign 41">
            <a:extLst>
              <a:ext uri="{FF2B5EF4-FFF2-40B4-BE49-F238E27FC236}">
                <a16:creationId xmlns:a16="http://schemas.microsoft.com/office/drawing/2014/main" id="{F8FE8F49-CD9E-8FD4-ACED-0E6F81F68856}"/>
              </a:ext>
            </a:extLst>
          </p:cNvPr>
          <p:cNvSpPr/>
          <p:nvPr/>
        </p:nvSpPr>
        <p:spPr>
          <a:xfrm>
            <a:off x="4510325" y="170673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Plus Sign 42">
            <a:extLst>
              <a:ext uri="{FF2B5EF4-FFF2-40B4-BE49-F238E27FC236}">
                <a16:creationId xmlns:a16="http://schemas.microsoft.com/office/drawing/2014/main" id="{735A194D-9D09-CC79-0EA6-4DE1E69D72BC}"/>
              </a:ext>
            </a:extLst>
          </p:cNvPr>
          <p:cNvSpPr/>
          <p:nvPr/>
        </p:nvSpPr>
        <p:spPr>
          <a:xfrm>
            <a:off x="4322365" y="174737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lus Sign 43">
            <a:extLst>
              <a:ext uri="{FF2B5EF4-FFF2-40B4-BE49-F238E27FC236}">
                <a16:creationId xmlns:a16="http://schemas.microsoft.com/office/drawing/2014/main" id="{4B37E6EF-7557-E18C-B7FF-825FF81A05C8}"/>
              </a:ext>
            </a:extLst>
          </p:cNvPr>
          <p:cNvSpPr/>
          <p:nvPr/>
        </p:nvSpPr>
        <p:spPr>
          <a:xfrm>
            <a:off x="4426505" y="159751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Plus Sign 44">
            <a:extLst>
              <a:ext uri="{FF2B5EF4-FFF2-40B4-BE49-F238E27FC236}">
                <a16:creationId xmlns:a16="http://schemas.microsoft.com/office/drawing/2014/main" id="{5A86683B-E09C-91F3-4048-5C1D83319ADF}"/>
              </a:ext>
            </a:extLst>
          </p:cNvPr>
          <p:cNvSpPr/>
          <p:nvPr/>
        </p:nvSpPr>
        <p:spPr>
          <a:xfrm>
            <a:off x="4490005" y="197089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B0ED58AE-4FDD-AD71-F2F2-3C088EA00F5F}"/>
              </a:ext>
            </a:extLst>
          </p:cNvPr>
          <p:cNvSpPr/>
          <p:nvPr/>
        </p:nvSpPr>
        <p:spPr>
          <a:xfrm>
            <a:off x="3755945" y="4460097"/>
            <a:ext cx="1016000" cy="985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7CC02167-92ED-A3DD-A9E3-3C887F5EE6FA}"/>
              </a:ext>
            </a:extLst>
          </p:cNvPr>
          <p:cNvSpPr/>
          <p:nvPr/>
        </p:nvSpPr>
        <p:spPr>
          <a:xfrm>
            <a:off x="4022433" y="4714097"/>
            <a:ext cx="485352" cy="457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D8206272-7F0C-6B2B-A3B8-9D8ED35A2654}"/>
              </a:ext>
            </a:extLst>
          </p:cNvPr>
          <p:cNvSpPr/>
          <p:nvPr/>
        </p:nvSpPr>
        <p:spPr>
          <a:xfrm>
            <a:off x="3461305" y="4124817"/>
            <a:ext cx="1584960" cy="1625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Plus Sign 48">
            <a:extLst>
              <a:ext uri="{FF2B5EF4-FFF2-40B4-BE49-F238E27FC236}">
                <a16:creationId xmlns:a16="http://schemas.microsoft.com/office/drawing/2014/main" id="{B356B741-A394-76A7-2F0A-13DE82B65AE8}"/>
              </a:ext>
            </a:extLst>
          </p:cNvPr>
          <p:cNvSpPr/>
          <p:nvPr/>
        </p:nvSpPr>
        <p:spPr>
          <a:xfrm>
            <a:off x="4220765" y="458201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Plus Sign 49">
            <a:extLst>
              <a:ext uri="{FF2B5EF4-FFF2-40B4-BE49-F238E27FC236}">
                <a16:creationId xmlns:a16="http://schemas.microsoft.com/office/drawing/2014/main" id="{1C658CFF-9CC3-B231-B4C5-C941FC6578F2}"/>
              </a:ext>
            </a:extLst>
          </p:cNvPr>
          <p:cNvSpPr/>
          <p:nvPr/>
        </p:nvSpPr>
        <p:spPr>
          <a:xfrm>
            <a:off x="4101385" y="484363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Plus Sign 50">
            <a:extLst>
              <a:ext uri="{FF2B5EF4-FFF2-40B4-BE49-F238E27FC236}">
                <a16:creationId xmlns:a16="http://schemas.microsoft.com/office/drawing/2014/main" id="{29A146B9-26FD-A8D7-BA6D-91472F47784B}"/>
              </a:ext>
            </a:extLst>
          </p:cNvPr>
          <p:cNvSpPr/>
          <p:nvPr/>
        </p:nvSpPr>
        <p:spPr>
          <a:xfrm>
            <a:off x="4281725" y="477251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Plus Sign 51">
            <a:extLst>
              <a:ext uri="{FF2B5EF4-FFF2-40B4-BE49-F238E27FC236}">
                <a16:creationId xmlns:a16="http://schemas.microsoft.com/office/drawing/2014/main" id="{0F62673F-EA5A-2C59-4D39-F4018C61B7EE}"/>
              </a:ext>
            </a:extLst>
          </p:cNvPr>
          <p:cNvSpPr/>
          <p:nvPr/>
        </p:nvSpPr>
        <p:spPr>
          <a:xfrm>
            <a:off x="4355385" y="486395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Plus Sign 52">
            <a:extLst>
              <a:ext uri="{FF2B5EF4-FFF2-40B4-BE49-F238E27FC236}">
                <a16:creationId xmlns:a16="http://schemas.microsoft.com/office/drawing/2014/main" id="{7AA6438B-87BB-9B00-B2DA-5DED84A1BBC1}"/>
              </a:ext>
            </a:extLst>
          </p:cNvPr>
          <p:cNvSpPr/>
          <p:nvPr/>
        </p:nvSpPr>
        <p:spPr>
          <a:xfrm>
            <a:off x="4157265" y="493507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Plus Sign 53">
            <a:extLst>
              <a:ext uri="{FF2B5EF4-FFF2-40B4-BE49-F238E27FC236}">
                <a16:creationId xmlns:a16="http://schemas.microsoft.com/office/drawing/2014/main" id="{47DF9FF3-658A-6468-D349-C37A717B7D3D}"/>
              </a:ext>
            </a:extLst>
          </p:cNvPr>
          <p:cNvSpPr/>
          <p:nvPr/>
        </p:nvSpPr>
        <p:spPr>
          <a:xfrm>
            <a:off x="3976925" y="491475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Plus Sign 54">
            <a:extLst>
              <a:ext uri="{FF2B5EF4-FFF2-40B4-BE49-F238E27FC236}">
                <a16:creationId xmlns:a16="http://schemas.microsoft.com/office/drawing/2014/main" id="{1AE352B3-C443-9AE1-A79E-0212FF60D0C7}"/>
              </a:ext>
            </a:extLst>
          </p:cNvPr>
          <p:cNvSpPr/>
          <p:nvPr/>
        </p:nvSpPr>
        <p:spPr>
          <a:xfrm>
            <a:off x="4131865" y="469123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Plus Sign 55">
            <a:extLst>
              <a:ext uri="{FF2B5EF4-FFF2-40B4-BE49-F238E27FC236}">
                <a16:creationId xmlns:a16="http://schemas.microsoft.com/office/drawing/2014/main" id="{0FBE450F-A62A-460D-2B0F-ECE04386A96C}"/>
              </a:ext>
            </a:extLst>
          </p:cNvPr>
          <p:cNvSpPr/>
          <p:nvPr/>
        </p:nvSpPr>
        <p:spPr>
          <a:xfrm>
            <a:off x="3943905" y="473187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Plus Sign 56">
            <a:extLst>
              <a:ext uri="{FF2B5EF4-FFF2-40B4-BE49-F238E27FC236}">
                <a16:creationId xmlns:a16="http://schemas.microsoft.com/office/drawing/2014/main" id="{9699A4ED-6B84-2BC0-6E65-4CEF9F8789F6}"/>
              </a:ext>
            </a:extLst>
          </p:cNvPr>
          <p:cNvSpPr/>
          <p:nvPr/>
        </p:nvSpPr>
        <p:spPr>
          <a:xfrm>
            <a:off x="4048045" y="458201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Plus Sign 57">
            <a:extLst>
              <a:ext uri="{FF2B5EF4-FFF2-40B4-BE49-F238E27FC236}">
                <a16:creationId xmlns:a16="http://schemas.microsoft.com/office/drawing/2014/main" id="{EEC46FEB-3E1A-516C-3388-BF8BEA6D9AAA}"/>
              </a:ext>
            </a:extLst>
          </p:cNvPr>
          <p:cNvSpPr/>
          <p:nvPr/>
        </p:nvSpPr>
        <p:spPr>
          <a:xfrm>
            <a:off x="4111545" y="4955397"/>
            <a:ext cx="284480" cy="32512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25BE1E38-BD3C-2226-8027-A2F5D1AE7645}"/>
              </a:ext>
            </a:extLst>
          </p:cNvPr>
          <p:cNvSpPr txBox="1"/>
          <p:nvPr/>
        </p:nvSpPr>
        <p:spPr>
          <a:xfrm>
            <a:off x="3509565" y="1262029"/>
            <a:ext cx="1102360" cy="276999"/>
          </a:xfrm>
          <a:prstGeom prst="rect">
            <a:avLst/>
          </a:prstGeom>
          <a:noFill/>
        </p:spPr>
        <p:txBody>
          <a:bodyPr wrap="square" rtlCol="0">
            <a:spAutoFit/>
          </a:bodyPr>
          <a:lstStyle/>
          <a:p>
            <a:r>
              <a:rPr lang="en-US" sz="1200"/>
              <a:t>Low Variance</a:t>
            </a:r>
          </a:p>
        </p:txBody>
      </p:sp>
      <p:sp>
        <p:nvSpPr>
          <p:cNvPr id="60" name="TextBox 59">
            <a:extLst>
              <a:ext uri="{FF2B5EF4-FFF2-40B4-BE49-F238E27FC236}">
                <a16:creationId xmlns:a16="http://schemas.microsoft.com/office/drawing/2014/main" id="{73237A1D-D072-AC2C-A195-1D2AF0C1521C}"/>
              </a:ext>
            </a:extLst>
          </p:cNvPr>
          <p:cNvSpPr txBox="1"/>
          <p:nvPr/>
        </p:nvSpPr>
        <p:spPr>
          <a:xfrm>
            <a:off x="6252553" y="1250117"/>
            <a:ext cx="1102360" cy="461665"/>
          </a:xfrm>
          <a:prstGeom prst="rect">
            <a:avLst/>
          </a:prstGeom>
          <a:noFill/>
        </p:spPr>
        <p:txBody>
          <a:bodyPr wrap="square" rtlCol="0">
            <a:spAutoFit/>
          </a:bodyPr>
          <a:lstStyle/>
          <a:p>
            <a:r>
              <a:rPr lang="en-US" sz="1200"/>
              <a:t>High Variance</a:t>
            </a:r>
          </a:p>
        </p:txBody>
      </p:sp>
      <p:sp>
        <p:nvSpPr>
          <p:cNvPr id="61" name="TextBox 60">
            <a:extLst>
              <a:ext uri="{FF2B5EF4-FFF2-40B4-BE49-F238E27FC236}">
                <a16:creationId xmlns:a16="http://schemas.microsoft.com/office/drawing/2014/main" id="{FB4F42F2-1F08-8D0A-DC1D-9EDAF3824331}"/>
              </a:ext>
            </a:extLst>
          </p:cNvPr>
          <p:cNvSpPr txBox="1"/>
          <p:nvPr/>
        </p:nvSpPr>
        <p:spPr>
          <a:xfrm>
            <a:off x="2257932" y="2519398"/>
            <a:ext cx="1102360" cy="276999"/>
          </a:xfrm>
          <a:prstGeom prst="rect">
            <a:avLst/>
          </a:prstGeom>
          <a:noFill/>
        </p:spPr>
        <p:txBody>
          <a:bodyPr wrap="square" rtlCol="0">
            <a:spAutoFit/>
          </a:bodyPr>
          <a:lstStyle/>
          <a:p>
            <a:r>
              <a:rPr lang="en-US" sz="1200"/>
              <a:t>High Bias</a:t>
            </a:r>
          </a:p>
        </p:txBody>
      </p:sp>
      <p:sp>
        <p:nvSpPr>
          <p:cNvPr id="62" name="TextBox 61">
            <a:extLst>
              <a:ext uri="{FF2B5EF4-FFF2-40B4-BE49-F238E27FC236}">
                <a16:creationId xmlns:a16="http://schemas.microsoft.com/office/drawing/2014/main" id="{BF05CCE5-6A02-544E-1332-AC1273A06608}"/>
              </a:ext>
            </a:extLst>
          </p:cNvPr>
          <p:cNvSpPr txBox="1"/>
          <p:nvPr/>
        </p:nvSpPr>
        <p:spPr>
          <a:xfrm>
            <a:off x="2257932" y="4888017"/>
            <a:ext cx="1102360" cy="276999"/>
          </a:xfrm>
          <a:prstGeom prst="rect">
            <a:avLst/>
          </a:prstGeom>
          <a:noFill/>
        </p:spPr>
        <p:txBody>
          <a:bodyPr wrap="square" rtlCol="0">
            <a:spAutoFit/>
          </a:bodyPr>
          <a:lstStyle/>
          <a:p>
            <a:r>
              <a:rPr lang="en-US" sz="1200"/>
              <a:t>Low Bias</a:t>
            </a:r>
          </a:p>
        </p:txBody>
      </p:sp>
      <p:sp>
        <p:nvSpPr>
          <p:cNvPr id="63" name="TextBox 62">
            <a:extLst>
              <a:ext uri="{FF2B5EF4-FFF2-40B4-BE49-F238E27FC236}">
                <a16:creationId xmlns:a16="http://schemas.microsoft.com/office/drawing/2014/main" id="{9A61B25C-88EC-F787-E71B-42DAA01E84EF}"/>
              </a:ext>
            </a:extLst>
          </p:cNvPr>
          <p:cNvSpPr txBox="1"/>
          <p:nvPr/>
        </p:nvSpPr>
        <p:spPr>
          <a:xfrm>
            <a:off x="2257931" y="3540190"/>
            <a:ext cx="1398953" cy="338554"/>
          </a:xfrm>
          <a:prstGeom prst="rect">
            <a:avLst/>
          </a:prstGeom>
          <a:noFill/>
        </p:spPr>
        <p:txBody>
          <a:bodyPr wrap="square" rtlCol="0">
            <a:spAutoFit/>
          </a:bodyPr>
          <a:lstStyle/>
          <a:p>
            <a:r>
              <a:rPr lang="en-US" sz="1600" b="1">
                <a:solidFill>
                  <a:srgbClr val="C00000"/>
                </a:solidFill>
              </a:rPr>
              <a:t>Truth</a:t>
            </a:r>
          </a:p>
        </p:txBody>
      </p:sp>
      <p:cxnSp>
        <p:nvCxnSpPr>
          <p:cNvPr id="64" name="Straight Arrow Connector 63">
            <a:extLst>
              <a:ext uri="{FF2B5EF4-FFF2-40B4-BE49-F238E27FC236}">
                <a16:creationId xmlns:a16="http://schemas.microsoft.com/office/drawing/2014/main" id="{1D72340C-6C99-7645-5CFC-E9FF8761330C}"/>
              </a:ext>
            </a:extLst>
          </p:cNvPr>
          <p:cNvCxnSpPr/>
          <p:nvPr/>
        </p:nvCxnSpPr>
        <p:spPr>
          <a:xfrm flipV="1">
            <a:off x="2610992" y="2657897"/>
            <a:ext cx="1609773" cy="882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87F78A03-738A-296B-79DB-1F8400D9EC9F}"/>
              </a:ext>
            </a:extLst>
          </p:cNvPr>
          <p:cNvSpPr txBox="1"/>
          <p:nvPr/>
        </p:nvSpPr>
        <p:spPr>
          <a:xfrm>
            <a:off x="2257931" y="1680910"/>
            <a:ext cx="1398953" cy="338554"/>
          </a:xfrm>
          <a:prstGeom prst="rect">
            <a:avLst/>
          </a:prstGeom>
          <a:noFill/>
        </p:spPr>
        <p:txBody>
          <a:bodyPr wrap="square" rtlCol="0">
            <a:spAutoFit/>
          </a:bodyPr>
          <a:lstStyle/>
          <a:p>
            <a:r>
              <a:rPr lang="en-US" sz="1600" b="1">
                <a:solidFill>
                  <a:srgbClr val="C00000"/>
                </a:solidFill>
              </a:rPr>
              <a:t>Underfitting</a:t>
            </a:r>
          </a:p>
        </p:txBody>
      </p:sp>
      <p:sp>
        <p:nvSpPr>
          <p:cNvPr id="66" name="TextBox 65">
            <a:extLst>
              <a:ext uri="{FF2B5EF4-FFF2-40B4-BE49-F238E27FC236}">
                <a16:creationId xmlns:a16="http://schemas.microsoft.com/office/drawing/2014/main" id="{4FB688AA-1A87-D017-4933-F3613136ECEC}"/>
              </a:ext>
            </a:extLst>
          </p:cNvPr>
          <p:cNvSpPr txBox="1"/>
          <p:nvPr/>
        </p:nvSpPr>
        <p:spPr>
          <a:xfrm>
            <a:off x="7395764" y="5924794"/>
            <a:ext cx="1398953" cy="338554"/>
          </a:xfrm>
          <a:prstGeom prst="rect">
            <a:avLst/>
          </a:prstGeom>
          <a:noFill/>
        </p:spPr>
        <p:txBody>
          <a:bodyPr wrap="square" rtlCol="0">
            <a:spAutoFit/>
          </a:bodyPr>
          <a:lstStyle/>
          <a:p>
            <a:r>
              <a:rPr lang="en-US" sz="1600" b="1">
                <a:solidFill>
                  <a:srgbClr val="C00000"/>
                </a:solidFill>
              </a:rPr>
              <a:t>Overfitting</a:t>
            </a:r>
          </a:p>
        </p:txBody>
      </p:sp>
      <p:cxnSp>
        <p:nvCxnSpPr>
          <p:cNvPr id="67" name="Straight Arrow Connector 66">
            <a:extLst>
              <a:ext uri="{FF2B5EF4-FFF2-40B4-BE49-F238E27FC236}">
                <a16:creationId xmlns:a16="http://schemas.microsoft.com/office/drawing/2014/main" id="{650F22E4-7390-556C-2AD9-B410ED9CB108}"/>
              </a:ext>
            </a:extLst>
          </p:cNvPr>
          <p:cNvCxnSpPr/>
          <p:nvPr/>
        </p:nvCxnSpPr>
        <p:spPr>
          <a:xfrm flipH="1" flipV="1">
            <a:off x="7354913" y="5257499"/>
            <a:ext cx="398992" cy="716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6A3A0985-67E4-C2CD-B7EB-496B0D7B403D}"/>
              </a:ext>
            </a:extLst>
          </p:cNvPr>
          <p:cNvCxnSpPr>
            <a:cxnSpLocks/>
          </p:cNvCxnSpPr>
          <p:nvPr/>
        </p:nvCxnSpPr>
        <p:spPr>
          <a:xfrm flipV="1">
            <a:off x="1622736" y="1171978"/>
            <a:ext cx="12882" cy="5209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9AD0F46A-1C1B-0841-17DA-A08DBC32F372}"/>
              </a:ext>
            </a:extLst>
          </p:cNvPr>
          <p:cNvCxnSpPr>
            <a:cxnSpLocks/>
          </p:cNvCxnSpPr>
          <p:nvPr/>
        </p:nvCxnSpPr>
        <p:spPr>
          <a:xfrm>
            <a:off x="1622736" y="6381483"/>
            <a:ext cx="79011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2D587951-B1E3-6259-D06D-B470C45DC665}"/>
              </a:ext>
            </a:extLst>
          </p:cNvPr>
          <p:cNvSpPr txBox="1"/>
          <p:nvPr/>
        </p:nvSpPr>
        <p:spPr>
          <a:xfrm>
            <a:off x="1044519" y="3570967"/>
            <a:ext cx="534121" cy="307777"/>
          </a:xfrm>
          <a:prstGeom prst="rect">
            <a:avLst/>
          </a:prstGeom>
          <a:noFill/>
        </p:spPr>
        <p:txBody>
          <a:bodyPr wrap="none" rtlCol="0">
            <a:spAutoFit/>
          </a:bodyPr>
          <a:lstStyle/>
          <a:p>
            <a:r>
              <a:rPr lang="en-US" sz="1400"/>
              <a:t>Bias</a:t>
            </a:r>
          </a:p>
        </p:txBody>
      </p:sp>
      <p:sp>
        <p:nvSpPr>
          <p:cNvPr id="76" name="TextBox 75">
            <a:extLst>
              <a:ext uri="{FF2B5EF4-FFF2-40B4-BE49-F238E27FC236}">
                <a16:creationId xmlns:a16="http://schemas.microsoft.com/office/drawing/2014/main" id="{B4ABCB97-C15E-C24F-8164-900511285369}"/>
              </a:ext>
            </a:extLst>
          </p:cNvPr>
          <p:cNvSpPr txBox="1"/>
          <p:nvPr/>
        </p:nvSpPr>
        <p:spPr>
          <a:xfrm>
            <a:off x="5217746" y="6406931"/>
            <a:ext cx="878254" cy="307777"/>
          </a:xfrm>
          <a:prstGeom prst="rect">
            <a:avLst/>
          </a:prstGeom>
          <a:noFill/>
        </p:spPr>
        <p:txBody>
          <a:bodyPr wrap="none" rtlCol="0">
            <a:spAutoFit/>
          </a:bodyPr>
          <a:lstStyle/>
          <a:p>
            <a:r>
              <a:rPr lang="en-US" sz="1400"/>
              <a:t>Variance</a:t>
            </a:r>
          </a:p>
        </p:txBody>
      </p:sp>
    </p:spTree>
    <p:extLst>
      <p:ext uri="{BB962C8B-B14F-4D97-AF65-F5344CB8AC3E}">
        <p14:creationId xmlns:p14="http://schemas.microsoft.com/office/powerpoint/2010/main" val="10268841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B3FD7-EC0E-BC98-2506-DE032EA7D1D4}"/>
            </a:ext>
          </a:extLst>
        </p:cNvPr>
        <p:cNvGrpSpPr/>
        <p:nvPr/>
      </p:nvGrpSpPr>
      <p:grpSpPr>
        <a:xfrm>
          <a:off x="0" y="0"/>
          <a:ext cx="0" cy="0"/>
          <a:chOff x="0" y="0"/>
          <a:chExt cx="0" cy="0"/>
        </a:xfrm>
      </p:grpSpPr>
      <p:sp>
        <p:nvSpPr>
          <p:cNvPr id="21" name="Title 8">
            <a:extLst>
              <a:ext uri="{FF2B5EF4-FFF2-40B4-BE49-F238E27FC236}">
                <a16:creationId xmlns:a16="http://schemas.microsoft.com/office/drawing/2014/main" id="{0468F88E-E1E4-856D-276B-15B52E3D4A7C}"/>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Performance Metrics</a:t>
            </a:r>
          </a:p>
        </p:txBody>
      </p:sp>
      <p:sp>
        <p:nvSpPr>
          <p:cNvPr id="3" name="Slide Number Placeholder 1">
            <a:extLst>
              <a:ext uri="{FF2B5EF4-FFF2-40B4-BE49-F238E27FC236}">
                <a16:creationId xmlns:a16="http://schemas.microsoft.com/office/drawing/2014/main" id="{5565069B-5241-7EEB-E525-9BB341DA0992}"/>
              </a:ext>
            </a:extLst>
          </p:cNvPr>
          <p:cNvSpPr>
            <a:spLocks noGrp="1"/>
          </p:cNvSpPr>
          <p:nvPr>
            <p:ph type="sldNum" sz="quarter" idx="10"/>
          </p:nvPr>
        </p:nvSpPr>
        <p:spPr>
          <a:xfrm>
            <a:off x="10142220" y="6515100"/>
            <a:ext cx="1554480" cy="91440"/>
          </a:xfrm>
        </p:spPr>
        <p:txBody>
          <a:bodyPr/>
          <a:lstStyle/>
          <a:p>
            <a:fld id="{48FFE6E1-85EB-9E42-824B-7CC9267ED8B9}" type="slidenum">
              <a:rPr lang="en-US" smtClean="0"/>
              <a:pPr/>
              <a:t>31</a:t>
            </a:fld>
            <a:endParaRPr lang="en-US"/>
          </a:p>
        </p:txBody>
      </p:sp>
      <p:sp>
        <p:nvSpPr>
          <p:cNvPr id="2" name="Rectangle 1">
            <a:extLst>
              <a:ext uri="{FF2B5EF4-FFF2-40B4-BE49-F238E27FC236}">
                <a16:creationId xmlns:a16="http://schemas.microsoft.com/office/drawing/2014/main" id="{C2FB245D-2097-9CED-4356-C9DA02EAA418}"/>
              </a:ext>
            </a:extLst>
          </p:cNvPr>
          <p:cNvSpPr/>
          <p:nvPr/>
        </p:nvSpPr>
        <p:spPr>
          <a:xfrm>
            <a:off x="492101" y="996107"/>
            <a:ext cx="10615927" cy="4770537"/>
          </a:xfrm>
          <a:prstGeom prst="rect">
            <a:avLst/>
          </a:prstGeom>
        </p:spPr>
        <p:txBody>
          <a:bodyPr wrap="square">
            <a:spAutoFit/>
          </a:bodyPr>
          <a:lstStyle/>
          <a:p>
            <a:r>
              <a:rPr lang="en-US" sz="1600" b="1"/>
              <a:t>Confusion Matrix</a:t>
            </a:r>
          </a:p>
          <a:p>
            <a:r>
              <a:rPr lang="en-US" sz="1600"/>
              <a:t>Confusion Matrix is a summary of predicted results in specific table layout that allows visualization of the performance measure of the machine learning model </a:t>
            </a:r>
          </a:p>
          <a:p>
            <a:endParaRPr lang="en-US" sz="1600" b="1">
              <a:solidFill>
                <a:srgbClr val="292929"/>
              </a:solidFill>
              <a:latin typeface="charter"/>
            </a:endParaRPr>
          </a:p>
          <a:p>
            <a:endParaRPr lang="en-US" sz="1600" b="1">
              <a:solidFill>
                <a:srgbClr val="292929"/>
              </a:solidFill>
              <a:latin typeface="charter"/>
            </a:endParaRPr>
          </a:p>
          <a:p>
            <a:endParaRPr lang="en-US" sz="1600" b="1">
              <a:solidFill>
                <a:srgbClr val="292929"/>
              </a:solidFill>
              <a:latin typeface="charter"/>
            </a:endParaRPr>
          </a:p>
          <a:p>
            <a:endParaRPr lang="en-US" sz="1600" b="1">
              <a:solidFill>
                <a:srgbClr val="292929"/>
              </a:solidFill>
              <a:latin typeface="charter"/>
            </a:endParaRPr>
          </a:p>
          <a:p>
            <a:endParaRPr lang="en-US" sz="1600" b="1">
              <a:solidFill>
                <a:srgbClr val="292929"/>
              </a:solidFill>
              <a:latin typeface="charter"/>
            </a:endParaRPr>
          </a:p>
          <a:p>
            <a:endParaRPr lang="en-US" sz="1600" b="1">
              <a:solidFill>
                <a:srgbClr val="292929"/>
              </a:solidFill>
              <a:latin typeface="charter"/>
            </a:endParaRPr>
          </a:p>
          <a:p>
            <a:endParaRPr lang="en-US" sz="1600" b="1">
              <a:solidFill>
                <a:srgbClr val="292929"/>
              </a:solidFill>
              <a:latin typeface="charter"/>
            </a:endParaRPr>
          </a:p>
          <a:p>
            <a:r>
              <a:rPr lang="en-US" sz="1600" b="1">
                <a:solidFill>
                  <a:srgbClr val="292929"/>
                </a:solidFill>
                <a:latin typeface="charter"/>
              </a:rPr>
              <a:t>Accuracy - How often is the model right?</a:t>
            </a:r>
          </a:p>
          <a:p>
            <a:r>
              <a:rPr lang="en-US" sz="1600">
                <a:solidFill>
                  <a:srgbClr val="292929"/>
                </a:solidFill>
                <a:latin typeface="charter"/>
              </a:rPr>
              <a:t>Accuracy is the simple ratio between the number of correctly classified points to the total number of points = (TP + TN) / (TP+FP+FN+TN)</a:t>
            </a:r>
          </a:p>
          <a:p>
            <a:endParaRPr lang="en-US" sz="1600">
              <a:solidFill>
                <a:srgbClr val="292929"/>
              </a:solidFill>
              <a:latin typeface="charter"/>
            </a:endParaRPr>
          </a:p>
          <a:p>
            <a:r>
              <a:rPr lang="en-US" sz="1600" b="1"/>
              <a:t>Precision - When the model says X, how often is it really X?</a:t>
            </a:r>
          </a:p>
          <a:p>
            <a:r>
              <a:rPr lang="en-US" sz="1600"/>
              <a:t>It is the fraction of the correctly classified instances from the predicted classified instances. </a:t>
            </a:r>
          </a:p>
          <a:p>
            <a:endParaRPr lang="en-US" sz="1600"/>
          </a:p>
          <a:p>
            <a:r>
              <a:rPr lang="en-US" sz="1600" b="1"/>
              <a:t>Recall</a:t>
            </a:r>
            <a:r>
              <a:rPr lang="en-US" sz="1600"/>
              <a:t> - </a:t>
            </a:r>
            <a:r>
              <a:rPr lang="en-US" sz="1600" b="1"/>
              <a:t>Of all real X cases, how many did the model catch?</a:t>
            </a:r>
          </a:p>
          <a:p>
            <a:r>
              <a:rPr lang="en-US" sz="1600"/>
              <a:t>It is the fraction of the correctly classified instances from the actual classified instances</a:t>
            </a:r>
          </a:p>
        </p:txBody>
      </p:sp>
      <p:pic>
        <p:nvPicPr>
          <p:cNvPr id="4" name="Picture 3">
            <a:extLst>
              <a:ext uri="{FF2B5EF4-FFF2-40B4-BE49-F238E27FC236}">
                <a16:creationId xmlns:a16="http://schemas.microsoft.com/office/drawing/2014/main" id="{73468C71-389E-52A0-266E-B423573A6B1C}"/>
              </a:ext>
            </a:extLst>
          </p:cNvPr>
          <p:cNvPicPr>
            <a:picLocks noChangeAspect="1"/>
          </p:cNvPicPr>
          <p:nvPr/>
        </p:nvPicPr>
        <p:blipFill>
          <a:blip r:embed="rId2"/>
          <a:stretch>
            <a:fillRect/>
          </a:stretch>
        </p:blipFill>
        <p:spPr>
          <a:xfrm>
            <a:off x="590435" y="5861893"/>
            <a:ext cx="4198189" cy="620040"/>
          </a:xfrm>
          <a:prstGeom prst="rect">
            <a:avLst/>
          </a:prstGeom>
        </p:spPr>
      </p:pic>
      <p:pic>
        <p:nvPicPr>
          <p:cNvPr id="7" name="Picture 6">
            <a:extLst>
              <a:ext uri="{FF2B5EF4-FFF2-40B4-BE49-F238E27FC236}">
                <a16:creationId xmlns:a16="http://schemas.microsoft.com/office/drawing/2014/main" id="{AE64F2DB-3905-AB95-E01F-EAC834477BD5}"/>
              </a:ext>
            </a:extLst>
          </p:cNvPr>
          <p:cNvPicPr>
            <a:picLocks noChangeAspect="1"/>
          </p:cNvPicPr>
          <p:nvPr/>
        </p:nvPicPr>
        <p:blipFill>
          <a:blip r:embed="rId3"/>
          <a:stretch>
            <a:fillRect/>
          </a:stretch>
        </p:blipFill>
        <p:spPr>
          <a:xfrm>
            <a:off x="5278576" y="5861893"/>
            <a:ext cx="3440421" cy="675674"/>
          </a:xfrm>
          <a:prstGeom prst="rect">
            <a:avLst/>
          </a:prstGeom>
        </p:spPr>
      </p:pic>
      <p:pic>
        <p:nvPicPr>
          <p:cNvPr id="68" name="Picture 67">
            <a:extLst>
              <a:ext uri="{FF2B5EF4-FFF2-40B4-BE49-F238E27FC236}">
                <a16:creationId xmlns:a16="http://schemas.microsoft.com/office/drawing/2014/main" id="{4F48DEEE-5F9A-45E8-79E3-62797F62E994}"/>
              </a:ext>
            </a:extLst>
          </p:cNvPr>
          <p:cNvPicPr>
            <a:picLocks noChangeAspect="1"/>
          </p:cNvPicPr>
          <p:nvPr/>
        </p:nvPicPr>
        <p:blipFill>
          <a:blip r:embed="rId4"/>
          <a:stretch>
            <a:fillRect/>
          </a:stretch>
        </p:blipFill>
        <p:spPr>
          <a:xfrm>
            <a:off x="4847612" y="1857757"/>
            <a:ext cx="2265866" cy="1571243"/>
          </a:xfrm>
          <a:prstGeom prst="rect">
            <a:avLst/>
          </a:prstGeom>
        </p:spPr>
      </p:pic>
    </p:spTree>
    <p:extLst>
      <p:ext uri="{BB962C8B-B14F-4D97-AF65-F5344CB8AC3E}">
        <p14:creationId xmlns:p14="http://schemas.microsoft.com/office/powerpoint/2010/main" val="31582706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481037-D636-3DF2-013F-361D5B41BCA6}"/>
              </a:ext>
            </a:extLst>
          </p:cNvPr>
          <p:cNvSpPr>
            <a:spLocks noGrp="1"/>
          </p:cNvSpPr>
          <p:nvPr>
            <p:ph type="sldNum" sz="quarter" idx="10"/>
          </p:nvPr>
        </p:nvSpPr>
        <p:spPr/>
        <p:txBody>
          <a:bodyPr/>
          <a:lstStyle/>
          <a:p>
            <a:fld id="{48FFE6E1-85EB-9E42-824B-7CC9267ED8B9}" type="slidenum">
              <a:rPr lang="en-US" smtClean="0"/>
              <a:pPr/>
              <a:t>32</a:t>
            </a:fld>
            <a:endParaRPr lang="en-US"/>
          </a:p>
        </p:txBody>
      </p:sp>
      <p:sp>
        <p:nvSpPr>
          <p:cNvPr id="3" name="Content Placeholder 2">
            <a:extLst>
              <a:ext uri="{FF2B5EF4-FFF2-40B4-BE49-F238E27FC236}">
                <a16:creationId xmlns:a16="http://schemas.microsoft.com/office/drawing/2014/main" id="{05A89563-5CAB-370F-E93E-B84738B5E741}"/>
              </a:ext>
            </a:extLst>
          </p:cNvPr>
          <p:cNvSpPr>
            <a:spLocks noGrp="1"/>
          </p:cNvSpPr>
          <p:nvPr>
            <p:ph idx="1"/>
          </p:nvPr>
        </p:nvSpPr>
        <p:spPr>
          <a:xfrm>
            <a:off x="531023" y="1110936"/>
            <a:ext cx="10980835" cy="5221942"/>
          </a:xfrm>
        </p:spPr>
        <p:txBody>
          <a:bodyPr/>
          <a:lstStyle/>
          <a:p>
            <a:pPr marL="0" lvl="2" indent="0">
              <a:spcBef>
                <a:spcPts val="650"/>
              </a:spcBef>
              <a:buNone/>
            </a:pPr>
            <a:r>
              <a:rPr lang="en-US" sz="1800" kern="1200">
                <a:solidFill>
                  <a:srgbClr val="222222"/>
                </a:solidFill>
                <a:latin typeface="Lato"/>
              </a:rPr>
              <a:t>When the dataset is having imbalanced classes, do not use accuracy for reporting</a:t>
            </a:r>
          </a:p>
          <a:p>
            <a:pPr lvl="2"/>
            <a:r>
              <a:rPr lang="en-US" kern="1200">
                <a:solidFill>
                  <a:srgbClr val="222222"/>
                </a:solidFill>
                <a:latin typeface="Lato"/>
              </a:rPr>
              <a:t>Cancer detection: If 95% patients are healthy and only 5% have cancer and if the model predicts healthy for everyone, the accuracy of the model may be 95% but it is useless as it is not detecting cancer.</a:t>
            </a:r>
          </a:p>
          <a:p>
            <a:pPr marL="0" indent="0">
              <a:buNone/>
            </a:pPr>
            <a:endParaRPr lang="en-US" kern="1200">
              <a:solidFill>
                <a:srgbClr val="222222"/>
              </a:solidFill>
              <a:latin typeface="Lato"/>
              <a:ea typeface="+mn-ea"/>
              <a:cs typeface="+mn-cs"/>
            </a:endParaRPr>
          </a:p>
          <a:p>
            <a:pPr marL="0" indent="0">
              <a:buNone/>
            </a:pPr>
            <a:r>
              <a:rPr lang="en-US" kern="1200">
                <a:solidFill>
                  <a:srgbClr val="222222"/>
                </a:solidFill>
                <a:latin typeface="Lato"/>
                <a:ea typeface="+mn-ea"/>
                <a:cs typeface="+mn-cs"/>
              </a:rPr>
              <a:t>Prioritize precision when false positives are more harmful or costly than false negatives</a:t>
            </a:r>
          </a:p>
          <a:p>
            <a:pPr lvl="1"/>
            <a:r>
              <a:rPr lang="en-US" kern="1200">
                <a:solidFill>
                  <a:srgbClr val="222222"/>
                </a:solidFill>
                <a:latin typeface="Lato"/>
                <a:ea typeface="+mn-ea"/>
                <a:cs typeface="+mn-cs"/>
              </a:rPr>
              <a:t>Spam Email detection: </a:t>
            </a:r>
          </a:p>
          <a:p>
            <a:pPr lvl="2"/>
            <a:r>
              <a:rPr lang="en-US" kern="1200">
                <a:solidFill>
                  <a:srgbClr val="222222"/>
                </a:solidFill>
                <a:latin typeface="Lato"/>
                <a:ea typeface="+mn-ea"/>
                <a:cs typeface="+mn-cs"/>
              </a:rPr>
              <a:t>False Positive: Marking a real email as spam. This is harmful because the user may miss important messages.</a:t>
            </a:r>
          </a:p>
          <a:p>
            <a:pPr lvl="1"/>
            <a:r>
              <a:rPr lang="en-US" kern="1200">
                <a:solidFill>
                  <a:srgbClr val="222222"/>
                </a:solidFill>
                <a:latin typeface="Lato"/>
                <a:ea typeface="+mn-ea"/>
                <a:cs typeface="+mn-cs"/>
              </a:rPr>
              <a:t>Cancer Diagnosis:</a:t>
            </a:r>
          </a:p>
          <a:p>
            <a:pPr lvl="2"/>
            <a:r>
              <a:rPr lang="en-US" kern="1200">
                <a:solidFill>
                  <a:srgbClr val="222222"/>
                </a:solidFill>
                <a:latin typeface="Lato"/>
                <a:ea typeface="+mn-ea"/>
                <a:cs typeface="+mn-cs"/>
              </a:rPr>
              <a:t>False Positive: Telling someone that they may have cancer when they actually don’t.</a:t>
            </a:r>
          </a:p>
          <a:p>
            <a:endParaRPr lang="en-US" kern="1200">
              <a:solidFill>
                <a:srgbClr val="222222"/>
              </a:solidFill>
              <a:latin typeface="Lato"/>
              <a:ea typeface="+mn-ea"/>
              <a:cs typeface="+mn-cs"/>
            </a:endParaRPr>
          </a:p>
          <a:p>
            <a:pPr marL="0" indent="0">
              <a:buNone/>
            </a:pPr>
            <a:r>
              <a:rPr lang="en-US" kern="1200">
                <a:solidFill>
                  <a:srgbClr val="222222"/>
                </a:solidFill>
                <a:latin typeface="Lato"/>
                <a:ea typeface="+mn-ea"/>
                <a:cs typeface="+mn-cs"/>
              </a:rPr>
              <a:t>Prioritize recall when false negatives are more harmful or costly than false positives</a:t>
            </a:r>
          </a:p>
          <a:p>
            <a:pPr lvl="1"/>
            <a:r>
              <a:rPr lang="en-US" kern="1200">
                <a:solidFill>
                  <a:srgbClr val="222222"/>
                </a:solidFill>
                <a:latin typeface="Lato"/>
                <a:ea typeface="+mn-ea"/>
                <a:cs typeface="+mn-cs"/>
              </a:rPr>
              <a:t>Airport Security / Weapons detection</a:t>
            </a:r>
          </a:p>
          <a:p>
            <a:pPr lvl="2"/>
            <a:r>
              <a:rPr lang="en-US" kern="1200">
                <a:solidFill>
                  <a:srgbClr val="222222"/>
                </a:solidFill>
                <a:latin typeface="Lato"/>
                <a:ea typeface="+mn-ea"/>
                <a:cs typeface="+mn-cs"/>
              </a:rPr>
              <a:t>False Negative: When a weapon or explosive goes undetected. Extremely dangerous.</a:t>
            </a:r>
          </a:p>
          <a:p>
            <a:pPr lvl="1"/>
            <a:r>
              <a:rPr lang="en-US" kern="1200">
                <a:solidFill>
                  <a:srgbClr val="222222"/>
                </a:solidFill>
                <a:latin typeface="Lato"/>
                <a:ea typeface="+mn-ea"/>
                <a:cs typeface="+mn-cs"/>
              </a:rPr>
              <a:t>Frad Detection:</a:t>
            </a:r>
          </a:p>
          <a:p>
            <a:pPr lvl="2"/>
            <a:r>
              <a:rPr lang="en-US" kern="1200">
                <a:solidFill>
                  <a:srgbClr val="222222"/>
                </a:solidFill>
                <a:latin typeface="Lato"/>
                <a:ea typeface="+mn-ea"/>
                <a:cs typeface="+mn-cs"/>
              </a:rPr>
              <a:t>False Negative: a real fraudulent transaction is missed. Leads to financial losses.</a:t>
            </a:r>
          </a:p>
          <a:p>
            <a:pPr marL="441325" lvl="2" indent="0">
              <a:buNone/>
            </a:pPr>
            <a:endParaRPr lang="en-US" kern="1200">
              <a:solidFill>
                <a:srgbClr val="222222"/>
              </a:solidFill>
              <a:latin typeface="Lato"/>
              <a:ea typeface="+mn-ea"/>
              <a:cs typeface="+mn-cs"/>
            </a:endParaRPr>
          </a:p>
        </p:txBody>
      </p:sp>
      <p:sp>
        <p:nvSpPr>
          <p:cNvPr id="4" name="Title 3">
            <a:extLst>
              <a:ext uri="{FF2B5EF4-FFF2-40B4-BE49-F238E27FC236}">
                <a16:creationId xmlns:a16="http://schemas.microsoft.com/office/drawing/2014/main" id="{D011E6C7-295A-35B2-F277-175039C72497}"/>
              </a:ext>
            </a:extLst>
          </p:cNvPr>
          <p:cNvSpPr>
            <a:spLocks noGrp="1"/>
          </p:cNvSpPr>
          <p:nvPr>
            <p:ph type="title"/>
          </p:nvPr>
        </p:nvSpPr>
        <p:spPr>
          <a:xfrm>
            <a:off x="531023" y="516560"/>
            <a:ext cx="10976889" cy="276999"/>
          </a:xfrm>
        </p:spPr>
        <p:txBody>
          <a:bodyPr/>
          <a:lstStyle/>
          <a:p>
            <a:r>
              <a:rPr lang="en-US" sz="2000" b="1">
                <a:solidFill>
                  <a:srgbClr val="002060"/>
                </a:solidFill>
              </a:rPr>
              <a:t>Performance Metrics</a:t>
            </a:r>
            <a:endParaRPr lang="en-US"/>
          </a:p>
        </p:txBody>
      </p:sp>
    </p:spTree>
    <p:extLst>
      <p:ext uri="{BB962C8B-B14F-4D97-AF65-F5344CB8AC3E}">
        <p14:creationId xmlns:p14="http://schemas.microsoft.com/office/powerpoint/2010/main" val="23197077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29949-18FA-4ADA-6D21-4160073A8EAD}"/>
            </a:ext>
          </a:extLst>
        </p:cNvPr>
        <p:cNvGrpSpPr/>
        <p:nvPr/>
      </p:nvGrpSpPr>
      <p:grpSpPr>
        <a:xfrm>
          <a:off x="0" y="0"/>
          <a:ext cx="0" cy="0"/>
          <a:chOff x="0" y="0"/>
          <a:chExt cx="0" cy="0"/>
        </a:xfrm>
      </p:grpSpPr>
      <p:sp>
        <p:nvSpPr>
          <p:cNvPr id="21" name="Title 8">
            <a:extLst>
              <a:ext uri="{FF2B5EF4-FFF2-40B4-BE49-F238E27FC236}">
                <a16:creationId xmlns:a16="http://schemas.microsoft.com/office/drawing/2014/main" id="{A4A036A3-2572-DF36-5716-C63828F6649F}"/>
              </a:ext>
            </a:extLst>
          </p:cNvPr>
          <p:cNvSpPr txBox="1">
            <a:spLocks/>
          </p:cNvSpPr>
          <p:nvPr/>
        </p:nvSpPr>
        <p:spPr bwMode="auto">
          <a:xfrm>
            <a:off x="492101" y="410727"/>
            <a:ext cx="10976889" cy="33239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l" defTabSz="1020763" rtl="0" eaLnBrk="1" fontAlgn="base" hangingPunct="1">
              <a:lnSpc>
                <a:spcPct val="90000"/>
              </a:lnSpc>
              <a:spcBef>
                <a:spcPct val="0"/>
              </a:spcBef>
              <a:spcAft>
                <a:spcPct val="0"/>
              </a:spcAft>
              <a:defRPr sz="2200" b="0">
                <a:solidFill>
                  <a:srgbClr val="5B6770"/>
                </a:solidFill>
                <a:latin typeface="Arial" charset="0"/>
                <a:ea typeface="Arial" charset="0"/>
                <a:cs typeface="Arial" charset="0"/>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a:lstStyle>
          <a:p>
            <a:r>
              <a:rPr lang="en-US" sz="2400" b="1">
                <a:solidFill>
                  <a:srgbClr val="002060"/>
                </a:solidFill>
              </a:rPr>
              <a:t>Performance Metrics – contd..</a:t>
            </a:r>
          </a:p>
        </p:txBody>
      </p:sp>
      <p:sp>
        <p:nvSpPr>
          <p:cNvPr id="3" name="Slide Number Placeholder 1">
            <a:extLst>
              <a:ext uri="{FF2B5EF4-FFF2-40B4-BE49-F238E27FC236}">
                <a16:creationId xmlns:a16="http://schemas.microsoft.com/office/drawing/2014/main" id="{0048B536-8572-51FB-329E-8287550C1E59}"/>
              </a:ext>
            </a:extLst>
          </p:cNvPr>
          <p:cNvSpPr>
            <a:spLocks noGrp="1"/>
          </p:cNvSpPr>
          <p:nvPr>
            <p:ph type="sldNum" sz="quarter" idx="10"/>
          </p:nvPr>
        </p:nvSpPr>
        <p:spPr>
          <a:xfrm>
            <a:off x="10142220" y="6515100"/>
            <a:ext cx="1554480" cy="91440"/>
          </a:xfrm>
        </p:spPr>
        <p:txBody>
          <a:bodyPr/>
          <a:lstStyle/>
          <a:p>
            <a:fld id="{48FFE6E1-85EB-9E42-824B-7CC9267ED8B9}" type="slidenum">
              <a:rPr lang="en-US" smtClean="0"/>
              <a:pPr/>
              <a:t>33</a:t>
            </a:fld>
            <a:endParaRPr lang="en-US"/>
          </a:p>
        </p:txBody>
      </p:sp>
      <p:pic>
        <p:nvPicPr>
          <p:cNvPr id="5" name="Picture 4">
            <a:extLst>
              <a:ext uri="{FF2B5EF4-FFF2-40B4-BE49-F238E27FC236}">
                <a16:creationId xmlns:a16="http://schemas.microsoft.com/office/drawing/2014/main" id="{6C6D72DA-BCAF-A0E0-73E5-DEE6868A3F58}"/>
              </a:ext>
            </a:extLst>
          </p:cNvPr>
          <p:cNvPicPr>
            <a:picLocks noChangeAspect="1"/>
          </p:cNvPicPr>
          <p:nvPr/>
        </p:nvPicPr>
        <p:blipFill>
          <a:blip r:embed="rId2"/>
          <a:stretch>
            <a:fillRect/>
          </a:stretch>
        </p:blipFill>
        <p:spPr>
          <a:xfrm>
            <a:off x="3125551" y="2471246"/>
            <a:ext cx="4472984" cy="3077321"/>
          </a:xfrm>
          <a:prstGeom prst="rect">
            <a:avLst/>
          </a:prstGeom>
        </p:spPr>
      </p:pic>
      <p:sp>
        <p:nvSpPr>
          <p:cNvPr id="6" name="TextBox 5">
            <a:extLst>
              <a:ext uri="{FF2B5EF4-FFF2-40B4-BE49-F238E27FC236}">
                <a16:creationId xmlns:a16="http://schemas.microsoft.com/office/drawing/2014/main" id="{4CD0E3D2-B815-D388-AEE7-D69758090DE9}"/>
              </a:ext>
            </a:extLst>
          </p:cNvPr>
          <p:cNvSpPr txBox="1"/>
          <p:nvPr/>
        </p:nvSpPr>
        <p:spPr>
          <a:xfrm>
            <a:off x="586102" y="1093183"/>
            <a:ext cx="10161317" cy="1323439"/>
          </a:xfrm>
          <a:prstGeom prst="rect">
            <a:avLst/>
          </a:prstGeom>
          <a:noFill/>
        </p:spPr>
        <p:txBody>
          <a:bodyPr wrap="square" rtlCol="0">
            <a:spAutoFit/>
          </a:bodyPr>
          <a:lstStyle/>
          <a:p>
            <a:r>
              <a:rPr lang="en-US" sz="1600" b="1"/>
              <a:t>ROC</a:t>
            </a:r>
          </a:p>
          <a:p>
            <a:r>
              <a:rPr lang="en-US" sz="1600"/>
              <a:t>A Receiver Operating Characteristic curve or ROC curve is created by plotting the True Positive (TP) against the False Positive (FP) at various threshold settings. </a:t>
            </a:r>
          </a:p>
          <a:p>
            <a:r>
              <a:rPr lang="en-US" sz="1600"/>
              <a:t>The area under the ROC curve (ROC AUC) is the single-valued metric used for evaluating the performance. The higher the AUC, the better the performance of the model at distinguishing between the classes</a:t>
            </a:r>
          </a:p>
        </p:txBody>
      </p:sp>
    </p:spTree>
    <p:extLst>
      <p:ext uri="{BB962C8B-B14F-4D97-AF65-F5344CB8AC3E}">
        <p14:creationId xmlns:p14="http://schemas.microsoft.com/office/powerpoint/2010/main" val="33981734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EECD5-14E2-4914-8F18-FA2CFA0F499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B4875B-3102-97C1-6316-998D620AE1FF}"/>
              </a:ext>
            </a:extLst>
          </p:cNvPr>
          <p:cNvSpPr>
            <a:spLocks noGrp="1"/>
          </p:cNvSpPr>
          <p:nvPr>
            <p:ph type="sldNum" sz="quarter" idx="10"/>
          </p:nvPr>
        </p:nvSpPr>
        <p:spPr/>
        <p:txBody>
          <a:bodyPr/>
          <a:lstStyle/>
          <a:p>
            <a:fld id="{48FFE6E1-85EB-9E42-824B-7CC9267ED8B9}" type="slidenum">
              <a:rPr lang="en-US" smtClean="0"/>
              <a:pPr/>
              <a:t>34</a:t>
            </a:fld>
            <a:endParaRPr lang="en-US"/>
          </a:p>
        </p:txBody>
      </p:sp>
      <p:sp>
        <p:nvSpPr>
          <p:cNvPr id="3" name="Content Placeholder 2">
            <a:extLst>
              <a:ext uri="{FF2B5EF4-FFF2-40B4-BE49-F238E27FC236}">
                <a16:creationId xmlns:a16="http://schemas.microsoft.com/office/drawing/2014/main" id="{7BA0D92D-A554-D24E-DB95-BF123D2BD51C}"/>
              </a:ext>
            </a:extLst>
          </p:cNvPr>
          <p:cNvSpPr>
            <a:spLocks noGrp="1"/>
          </p:cNvSpPr>
          <p:nvPr>
            <p:ph idx="1"/>
          </p:nvPr>
        </p:nvSpPr>
        <p:spPr>
          <a:xfrm>
            <a:off x="531023" y="1110936"/>
            <a:ext cx="10980835" cy="643766"/>
          </a:xfrm>
        </p:spPr>
        <p:txBody>
          <a:bodyPr/>
          <a:lstStyle/>
          <a:p>
            <a:r>
              <a:rPr lang="en-US" kern="1200">
                <a:solidFill>
                  <a:srgbClr val="222222"/>
                </a:solidFill>
                <a:latin typeface="Lato"/>
                <a:ea typeface="+mn-ea"/>
                <a:cs typeface="+mn-cs"/>
              </a:rPr>
              <a:t>Flight Delay prediction – open source dataset are available for practice</a:t>
            </a:r>
          </a:p>
          <a:p>
            <a:r>
              <a:rPr lang="en-US" kern="1200">
                <a:solidFill>
                  <a:srgbClr val="222222"/>
                </a:solidFill>
                <a:latin typeface="Lato"/>
                <a:ea typeface="+mn-ea"/>
                <a:cs typeface="+mn-cs"/>
              </a:rPr>
              <a:t>Boeing projects - discussion</a:t>
            </a:r>
          </a:p>
        </p:txBody>
      </p:sp>
      <p:sp>
        <p:nvSpPr>
          <p:cNvPr id="4" name="Title 3">
            <a:extLst>
              <a:ext uri="{FF2B5EF4-FFF2-40B4-BE49-F238E27FC236}">
                <a16:creationId xmlns:a16="http://schemas.microsoft.com/office/drawing/2014/main" id="{7CDD8D93-56B0-6BEC-1C5E-6BBD69C5675C}"/>
              </a:ext>
            </a:extLst>
          </p:cNvPr>
          <p:cNvSpPr>
            <a:spLocks noGrp="1"/>
          </p:cNvSpPr>
          <p:nvPr>
            <p:ph type="title"/>
          </p:nvPr>
        </p:nvSpPr>
        <p:spPr>
          <a:xfrm>
            <a:off x="531023" y="516560"/>
            <a:ext cx="10976889" cy="276999"/>
          </a:xfrm>
        </p:spPr>
        <p:txBody>
          <a:bodyPr/>
          <a:lstStyle/>
          <a:p>
            <a:r>
              <a:rPr lang="en-US" sz="2000" b="1">
                <a:solidFill>
                  <a:srgbClr val="002060"/>
                </a:solidFill>
              </a:rPr>
              <a:t>Aviation related use cases</a:t>
            </a:r>
            <a:endParaRPr lang="en-US"/>
          </a:p>
        </p:txBody>
      </p:sp>
    </p:spTree>
    <p:extLst>
      <p:ext uri="{BB962C8B-B14F-4D97-AF65-F5344CB8AC3E}">
        <p14:creationId xmlns:p14="http://schemas.microsoft.com/office/powerpoint/2010/main" val="37019846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362224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heme/theme1.xml><?xml version="1.0" encoding="utf-8"?>
<a:theme xmlns:a="http://schemas.openxmlformats.org/drawingml/2006/main" name="Living Blue Option">
  <a:themeElements>
    <a:clrScheme name="Custom 5">
      <a:dk1>
        <a:srgbClr val="000000"/>
      </a:dk1>
      <a:lt1>
        <a:srgbClr val="FFFFFF"/>
      </a:lt1>
      <a:dk2>
        <a:srgbClr val="0039A6"/>
      </a:dk2>
      <a:lt2>
        <a:srgbClr val="A5ACB0"/>
      </a:lt2>
      <a:accent1>
        <a:srgbClr val="0039A6"/>
      </a:accent1>
      <a:accent2>
        <a:srgbClr val="E70033"/>
      </a:accent2>
      <a:accent3>
        <a:srgbClr val="0096DB"/>
      </a:accent3>
      <a:accent4>
        <a:srgbClr val="77B800"/>
      </a:accent4>
      <a:accent5>
        <a:srgbClr val="580F8B"/>
      </a:accent5>
      <a:accent6>
        <a:srgbClr val="FFA200"/>
      </a:accent6>
      <a:hlink>
        <a:srgbClr val="00369C"/>
      </a:hlink>
      <a:folHlink>
        <a:srgbClr val="A5ACB0"/>
      </a:folHlink>
    </a:clrScheme>
    <a:fontScheme name="4_GradientBar_IdentityBar_QUESTION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oeing Color Palette">
        <a:dk1>
          <a:srgbClr val="000000"/>
        </a:dk1>
        <a:lt1>
          <a:srgbClr val="FFFFFF"/>
        </a:lt1>
        <a:dk2>
          <a:srgbClr val="0033A1"/>
        </a:dk2>
        <a:lt2>
          <a:srgbClr val="A5ACB0"/>
        </a:lt2>
        <a:accent1>
          <a:srgbClr val="0033A1"/>
        </a:accent1>
        <a:accent2>
          <a:srgbClr val="E70033"/>
        </a:accent2>
        <a:accent3>
          <a:srgbClr val="0096DB"/>
        </a:accent3>
        <a:accent4>
          <a:srgbClr val="77B800"/>
        </a:accent4>
        <a:accent5>
          <a:srgbClr val="580F8B"/>
        </a:accent5>
        <a:accent6>
          <a:srgbClr val="FFA200"/>
        </a:accent6>
        <a:hlink>
          <a:srgbClr val="0039A6"/>
        </a:hlink>
        <a:folHlink>
          <a:srgbClr val="A5ACB0"/>
        </a:folHlink>
      </a:clrScheme>
      <a:clrMap bg1="lt1" tx1="dk1" bg2="lt2" tx2="dk2" accent1="accent1" accent2="accent2" accent3="accent3" accent4="accent4" accent5="accent5" accent6="accent6" hlink="hlink" folHlink="folHlink"/>
    </a:extraClrScheme>
  </a:extraClrSchemeLst>
  <a:custClrLst>
    <a:custClr name="PANTONE 7546">
      <a:srgbClr val="253746"/>
    </a:custClr>
    <a:custClr name="PANTONE 431">
      <a:srgbClr val="5B6770"/>
    </a:custClr>
    <a:custClr name="PANTONE 429">
      <a:srgbClr val="A3AAAE"/>
    </a:custClr>
    <a:custClr name="PANTONE CG1">
      <a:srgbClr val="DAD9D7"/>
    </a:custClr>
    <a:custClr name="Process Magenta">
      <a:srgbClr val="E5007E"/>
    </a:custClr>
    <a:custClr name="PANTONE 4975">
      <a:srgbClr val="402020"/>
    </a:custClr>
    <a:custClr name="PANTONE 201">
      <a:srgbClr val="A32136"/>
    </a:custClr>
    <a:custClr name="PANTONE 185">
      <a:srgbClr val="EA002A"/>
    </a:custClr>
    <a:custClr name="PANTONE 1665">
      <a:srgbClr val="E14504"/>
    </a:custClr>
    <a:custClr name="PANTONE 137">
      <a:srgbClr val="FFA400"/>
    </a:custClr>
    <a:custClr name="PANTONE 108">
      <a:srgbClr val="FFDB00"/>
    </a:custClr>
    <a:custClr name="PANTONE 1215">
      <a:srgbClr val="FDD773"/>
    </a:custClr>
    <a:custClr name="PANTONE 7499">
      <a:srgbClr val="F2E5B3"/>
    </a:custClr>
    <a:custClr name="PANTONE 553">
      <a:srgbClr val="294635"/>
    </a:custClr>
    <a:custClr name="PANTONE 376">
      <a:srgbClr val="81BC00"/>
    </a:custClr>
    <a:custClr name="PANTONE 373">
      <a:srgbClr val="CCE981"/>
    </a:custClr>
    <a:custClr name="PANTONE 328">
      <a:srgbClr val="007167"/>
    </a:custClr>
    <a:custClr name="PANTONE 309">
      <a:srgbClr val="003B4A"/>
    </a:custClr>
    <a:custClr name="PANTONE 3135">
      <a:srgbClr val="008BAC"/>
    </a:custClr>
    <a:custClr name="PANTONE 7457">
      <a:srgbClr val="BADCE6"/>
    </a:custClr>
    <a:custClr name="PANTONE 289">
      <a:srgbClr val="0A2240"/>
    </a:custClr>
    <a:custClr name="PANTONE 2925">
      <a:srgbClr val="009BDF"/>
    </a:custClr>
    <a:custClr name="PANTONE 283">
      <a:srgbClr val="92C0EA"/>
    </a:custClr>
    <a:custClr name="PANTONE 2597">
      <a:srgbClr val="5C0F8C"/>
    </a:custClr>
  </a:custClrLst>
  <a:extLst>
    <a:ext uri="{05A4C25C-085E-4340-85A3-A5531E510DB2}">
      <thm15:themeFamily xmlns:thm15="http://schemas.microsoft.com/office/thememl/2012/main" name="2024ETTtemplate.pptx" id="{349AFE1D-4FEB-491F-8D8D-B9724EAB2F8B}" vid="{94142E90-8EBB-4F0B-8330-9DEA7E143F25}"/>
    </a:ext>
  </a:extLst>
</a:theme>
</file>

<file path=ppt/theme/theme2.xml><?xml version="1.0" encoding="utf-8"?>
<a:theme xmlns:a="http://schemas.openxmlformats.org/drawingml/2006/main" name="1_Living Blue Option">
  <a:themeElements>
    <a:clrScheme name="Custom 5">
      <a:dk1>
        <a:srgbClr val="000000"/>
      </a:dk1>
      <a:lt1>
        <a:srgbClr val="FFFFFF"/>
      </a:lt1>
      <a:dk2>
        <a:srgbClr val="0039A6"/>
      </a:dk2>
      <a:lt2>
        <a:srgbClr val="A5ACB0"/>
      </a:lt2>
      <a:accent1>
        <a:srgbClr val="0039A6"/>
      </a:accent1>
      <a:accent2>
        <a:srgbClr val="E70033"/>
      </a:accent2>
      <a:accent3>
        <a:srgbClr val="0096DB"/>
      </a:accent3>
      <a:accent4>
        <a:srgbClr val="77B800"/>
      </a:accent4>
      <a:accent5>
        <a:srgbClr val="580F8B"/>
      </a:accent5>
      <a:accent6>
        <a:srgbClr val="FFA200"/>
      </a:accent6>
      <a:hlink>
        <a:srgbClr val="00369C"/>
      </a:hlink>
      <a:folHlink>
        <a:srgbClr val="A5ACB0"/>
      </a:folHlink>
    </a:clrScheme>
    <a:fontScheme name="4_GradientBar_IdentityBar_QUESTION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oeing Color Palette">
        <a:dk1>
          <a:srgbClr val="000000"/>
        </a:dk1>
        <a:lt1>
          <a:srgbClr val="FFFFFF"/>
        </a:lt1>
        <a:dk2>
          <a:srgbClr val="0033A1"/>
        </a:dk2>
        <a:lt2>
          <a:srgbClr val="A5ACB0"/>
        </a:lt2>
        <a:accent1>
          <a:srgbClr val="0033A1"/>
        </a:accent1>
        <a:accent2>
          <a:srgbClr val="E70033"/>
        </a:accent2>
        <a:accent3>
          <a:srgbClr val="0096DB"/>
        </a:accent3>
        <a:accent4>
          <a:srgbClr val="77B800"/>
        </a:accent4>
        <a:accent5>
          <a:srgbClr val="580F8B"/>
        </a:accent5>
        <a:accent6>
          <a:srgbClr val="FFA200"/>
        </a:accent6>
        <a:hlink>
          <a:srgbClr val="0039A6"/>
        </a:hlink>
        <a:folHlink>
          <a:srgbClr val="A5ACB0"/>
        </a:folHlink>
      </a:clrScheme>
      <a:clrMap bg1="lt1" tx1="dk1" bg2="lt2" tx2="dk2" accent1="accent1" accent2="accent2" accent3="accent3" accent4="accent4" accent5="accent5" accent6="accent6" hlink="hlink" folHlink="folHlink"/>
    </a:extraClrScheme>
  </a:extraClrSchemeLst>
  <a:custClrLst>
    <a:custClr name="PANTONE 7546">
      <a:srgbClr val="253746"/>
    </a:custClr>
    <a:custClr name="PANTONE 431">
      <a:srgbClr val="5B6770"/>
    </a:custClr>
    <a:custClr name="PANTONE 429">
      <a:srgbClr val="A3AAAE"/>
    </a:custClr>
    <a:custClr name="PANTONE CG1">
      <a:srgbClr val="DAD9D7"/>
    </a:custClr>
    <a:custClr name="Process Magenta">
      <a:srgbClr val="E5007E"/>
    </a:custClr>
    <a:custClr name="PANTONE 4975">
      <a:srgbClr val="402020"/>
    </a:custClr>
    <a:custClr name="PANTONE 201">
      <a:srgbClr val="A32136"/>
    </a:custClr>
    <a:custClr name="PANTONE 185">
      <a:srgbClr val="EA002A"/>
    </a:custClr>
    <a:custClr name="PANTONE 1665">
      <a:srgbClr val="E14504"/>
    </a:custClr>
    <a:custClr name="PANTONE 137">
      <a:srgbClr val="FFA400"/>
    </a:custClr>
    <a:custClr name="PANTONE 108">
      <a:srgbClr val="FFDB00"/>
    </a:custClr>
    <a:custClr name="PANTONE 1215">
      <a:srgbClr val="FDD773"/>
    </a:custClr>
    <a:custClr name="PANTONE 7499">
      <a:srgbClr val="F2E5B3"/>
    </a:custClr>
    <a:custClr name="PANTONE 553">
      <a:srgbClr val="294635"/>
    </a:custClr>
    <a:custClr name="PANTONE 376">
      <a:srgbClr val="81BC00"/>
    </a:custClr>
    <a:custClr name="PANTONE 373">
      <a:srgbClr val="CCE981"/>
    </a:custClr>
    <a:custClr name="PANTONE 328">
      <a:srgbClr val="007167"/>
    </a:custClr>
    <a:custClr name="PANTONE 309">
      <a:srgbClr val="003B4A"/>
    </a:custClr>
    <a:custClr name="PANTONE 3135">
      <a:srgbClr val="008BAC"/>
    </a:custClr>
    <a:custClr name="PANTONE 7457">
      <a:srgbClr val="BADCE6"/>
    </a:custClr>
    <a:custClr name="PANTONE 289">
      <a:srgbClr val="0A2240"/>
    </a:custClr>
    <a:custClr name="PANTONE 2925">
      <a:srgbClr val="009BDF"/>
    </a:custClr>
    <a:custClr name="PANTONE 283">
      <a:srgbClr val="92C0EA"/>
    </a:custClr>
    <a:custClr name="PANTONE 2597">
      <a:srgbClr val="5C0F8C"/>
    </a:custClr>
  </a:custClrLst>
  <a:extLst>
    <a:ext uri="{05A4C25C-085E-4340-85A3-A5531E510DB2}">
      <thm15:themeFamily xmlns:thm15="http://schemas.microsoft.com/office/thememl/2012/main" name="2024ETTtemplate.pptx" id="{349AFE1D-4FEB-491F-8D8D-B9724EAB2F8B}" vid="{33D349A1-9378-45EE-B3AD-0C80307AF161}"/>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PANTONE 7546">
      <a:srgbClr val="394A59"/>
    </a:custClr>
    <a:custClr name="PANTONE 431">
      <a:srgbClr val="5F6A72"/>
    </a:custClr>
    <a:custClr name="PANTONE 429">
      <a:srgbClr val="A5ACB0"/>
    </a:custClr>
    <a:custClr name="PANTONE CG1">
      <a:srgbClr val="E2E1DD"/>
    </a:custClr>
    <a:custClr name="PANTONE 7421">
      <a:srgbClr val="61162D"/>
    </a:custClr>
    <a:custClr name="PANTONE 221">
      <a:srgbClr val="96004B"/>
    </a:custClr>
    <a:custClr name="PANTONE 4975">
      <a:srgbClr val="462324"/>
    </a:custClr>
    <a:custClr name="PANTONE 201">
      <a:srgbClr val="9E1B32"/>
    </a:custClr>
    <a:custClr name="PANTONE 185">
      <a:srgbClr val="E70033"/>
    </a:custClr>
    <a:custClr name="PANTONE 1665">
      <a:srgbClr val="E24912"/>
    </a:custClr>
    <a:custClr name="PANTONE 137">
      <a:srgbClr val="FFA200"/>
    </a:custClr>
    <a:custClr name="PANTONE 1215">
      <a:srgbClr val="FBDE81"/>
    </a:custClr>
    <a:custClr name="PANTONE 7499">
      <a:srgbClr val="EEE8C5"/>
    </a:custClr>
    <a:custClr name="PANTONE 553">
      <a:srgbClr val="214232"/>
    </a:custClr>
    <a:custClr name="PANTONE 376">
      <a:srgbClr val="77B800"/>
    </a:custClr>
    <a:custClr name="PANTONE 373">
      <a:srgbClr val="CFEA8B"/>
    </a:custClr>
    <a:custClr name="PANTONE 328">
      <a:srgbClr val="007165"/>
    </a:custClr>
    <a:custClr name="PANTONE 309">
      <a:srgbClr val="003D4D"/>
    </a:custClr>
    <a:custClr name="PANTONE 3135">
      <a:srgbClr val="0091B5"/>
    </a:custClr>
    <a:custClr name="PANTONE 9041">
      <a:srgbClr val="E2EBE4"/>
    </a:custClr>
    <a:custClr name="PANTONE 289">
      <a:srgbClr val="002144"/>
    </a:custClr>
    <a:custClr name="PANTONE 2925">
      <a:srgbClr val="0096DB"/>
    </a:custClr>
    <a:custClr name="PANTONE 283">
      <a:srgbClr val="97C5EB"/>
    </a:custClr>
    <a:custClr name="PANTONE 2597">
      <a:srgbClr val="580F8B"/>
    </a:custClr>
  </a:custClr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2AC00D8A743834C83C2D7E8B88079AF" ma:contentTypeVersion="3" ma:contentTypeDescription="Create a new document." ma:contentTypeScope="" ma:versionID="d295b984411a1b5a448d017d453e47b8">
  <xsd:schema xmlns:xsd="http://www.w3.org/2001/XMLSchema" xmlns:xs="http://www.w3.org/2001/XMLSchema" xmlns:p="http://schemas.microsoft.com/office/2006/metadata/properties" xmlns:ns2="fe15599f-644d-4048-90f0-ecdf2cf8f215" targetNamespace="http://schemas.microsoft.com/office/2006/metadata/properties" ma:root="true" ma:fieldsID="430b40f8abd0bc605643dbcfbde73419" ns2:_="">
    <xsd:import namespace="fe15599f-644d-4048-90f0-ecdf2cf8f21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15599f-644d-4048-90f0-ecdf2cf8f21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439868D-6329-4CDE-A406-97544F74D117}">
  <ds:schemaRefs>
    <ds:schemaRef ds:uri="b9d22013-f446-443a-b001-895cc17abb4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E06DDF0-0AA8-40D3-A77D-BF87FD801270}">
  <ds:schemaRefs>
    <ds:schemaRef ds:uri="http://schemas.microsoft.com/sharepoint/v3/contenttype/forms"/>
  </ds:schemaRefs>
</ds:datastoreItem>
</file>

<file path=customXml/itemProps3.xml><?xml version="1.0" encoding="utf-8"?>
<ds:datastoreItem xmlns:ds="http://schemas.openxmlformats.org/officeDocument/2006/customXml" ds:itemID="{CB6154D3-E5D0-4E68-8019-73C86A9D0200}">
  <ds:schemaRefs>
    <ds:schemaRef ds:uri="fe15599f-644d-4048-90f0-ecdf2cf8f21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2024ETTtemplate</Template>
  <Application>Microsoft Office PowerPoint</Application>
  <PresentationFormat>Widescreen</PresentationFormat>
  <Slides>35</Slides>
  <Notes>1</Notes>
  <HiddenSlides>0</HiddenSlides>
  <ScaleCrop>false</ScaleCrop>
  <HeadingPairs>
    <vt:vector size="4" baseType="variant">
      <vt:variant>
        <vt:lpstr>Theme</vt:lpstr>
      </vt:variant>
      <vt:variant>
        <vt:i4>2</vt:i4>
      </vt:variant>
      <vt:variant>
        <vt:lpstr>Slide Titles</vt:lpstr>
      </vt:variant>
      <vt:variant>
        <vt:i4>35</vt:i4>
      </vt:variant>
    </vt:vector>
  </HeadingPairs>
  <TitlesOfParts>
    <vt:vector size="37" baseType="lpstr">
      <vt:lpstr>Living Blue Option</vt:lpstr>
      <vt:lpstr>1_Living Blue Option</vt:lpstr>
      <vt:lpstr>Classification</vt:lpstr>
      <vt:lpstr>Agenda</vt:lpstr>
      <vt:lpstr>PowerPoint Presentation</vt:lpstr>
      <vt:lpstr>Classification </vt:lpstr>
      <vt:lpstr>PowerPoint Presentation</vt:lpstr>
      <vt:lpstr>Types of ML Classification Algorithms</vt:lpstr>
      <vt:lpstr>Algorithm 1 -  Logistic Regression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Performance Metrics</vt:lpstr>
      <vt:lpstr>PowerPoint Presentation</vt:lpstr>
      <vt:lpstr>Aviation related use cases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Robin McDannald</dc:creator>
  <cp:revision>1</cp:revision>
  <dcterms:created xsi:type="dcterms:W3CDTF">2024-01-18T14:56:42Z</dcterms:created>
  <dcterms:modified xsi:type="dcterms:W3CDTF">2025-11-19T04:49:21Z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0x010100F2AC00D8A743834C83C2D7E8B88079AF</vt:lpwstr>
  </property>
</Properties>
</file>