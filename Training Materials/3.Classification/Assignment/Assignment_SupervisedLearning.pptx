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DEF3-4CD5-48CA-86B9-004064F4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B982F-C5BB-480F-B63C-20688304B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A0E9E-8BFD-4663-B77B-0A8C0FA7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C9159-BFFE-497B-AD08-E6A1F1FA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06C12-9F29-4CE4-ACE9-D376A29C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C3BF0-5C16-49E7-9FA2-805E51560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D07A8-4C73-4F20-9C58-4F3775072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46460-F09C-4901-9E91-DE3FC92DE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EA7E-150F-4EA9-B507-8AA46A75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3E722-3D23-4F70-A870-827BC45B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7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9D2D-020A-46B3-8721-71AC5FA2A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ECA95-C056-470D-8643-3C250708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842C2-D4DE-4E1B-A75E-80B033CC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B37AA-B5C0-4BE0-B3BA-B604026E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79809-4568-407C-A6A6-4DE73E5C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58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F5B98-E9C7-4B07-A8E0-EFE0E5722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38756-D208-4C25-8A54-3D27CFDCB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B11095-19A8-4809-BADC-DC5574F91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DBA68-44AF-4F0E-A680-AF9B65F6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D176-5CF2-4D5F-B7AF-A14DC48B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74A5B-9B1E-42DE-971E-ABB28D5A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5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6850-A2CC-415E-A510-6D8CA4BA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06527-4747-4333-81C5-B737E5A66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05925-1DB1-48E6-B84F-013C5B431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C7CD7-BE0A-4742-8A4F-F41BE7CD5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38FE5-E26C-4502-9DCD-71273F301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7BF10-3D99-4702-B89C-78B62A3D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08C367-9D04-4BD5-BD8D-F74C5F5C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08514-29A9-453A-92D3-2FF4393E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9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9DDD0-DDE2-4C0A-8B4D-A1C26759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BB0341-62BA-4F77-8222-0A21C6BC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543806-E873-47C6-8AF7-21DF61FE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D04D5-2CCE-45C8-8C24-C51E786F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9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70A4E-C796-44FA-8B6C-2098E347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EF0759-35B1-4E89-936D-D272931D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B0F0B-2661-42A0-BF02-ADBC47C0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82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5318-8CFC-4BF7-A303-D8B9EB34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B31F-D3B0-4328-A4FD-AB9CCA1BF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CD436-7E10-4FD8-8933-D3793A253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D3EDA-0AC5-41AD-B9BF-21763E60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AA2F1-DCB4-484F-AE84-693BFE92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D474C-341C-44AD-A509-738A42B8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4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16CF-F157-4897-8C5E-6C6EA9E7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70D64B-DDC3-4A71-98A2-3E5DA1382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ABD30-8FEA-4F2F-BD36-48CEC14A0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A7BEB-400A-4DF8-B6A8-98F7D6ED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8A348-097C-492F-B341-EBA411910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DCC20-B0DD-43CC-8E5F-264EF7AF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44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7450F-A4F4-4EBB-ACF1-E7DA6CA5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1DC0D-D952-443A-9852-E1B421BCA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554C-6608-4ED0-80AB-7473537D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30773-5E05-4CDE-A2D1-DBCDABA0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D4FFD-7B8F-4682-8D2D-F05199BB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9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043B2-9A21-4F1A-B091-48FEA0ACA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42FA5-2205-426D-83D9-D1DC6B026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9D67-A558-4137-83CC-20947248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27F8A-F4D0-4DC7-9B55-13B59741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3C13A-A4D2-4918-86A4-6DF78333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99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13833" y="6159484"/>
            <a:ext cx="10997184" cy="369332"/>
          </a:xfrm>
          <a:solidFill>
            <a:schemeClr val="tx2"/>
          </a:solidFill>
        </p:spPr>
        <p:txBody>
          <a:bodyPr lIns="91440" tIns="45720" rIns="91440" bIns="45720" anchor="b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tagline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BOEING PROPRIETARY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Author, </a:t>
            </a:r>
            <a:fld id="{D72BAC86-7CA1-47DD-8EAD-39EA91178256}" type="datetime1">
              <a:rPr lang="en-US" smtClean="0"/>
              <a:pPr/>
              <a:t>12/23/2022</a:t>
            </a:fld>
            <a:r>
              <a:rPr lang="en-US"/>
              <a:t>, Filename.ppt</a:t>
            </a:r>
            <a:r>
              <a:rPr lang="en-US" sz="800"/>
              <a:t> </a:t>
            </a:r>
            <a:r>
              <a:rPr lang="en-US" sz="1000"/>
              <a:t>| </a:t>
            </a:r>
            <a:fld id="{689318A1-174D-4DEE-8106-03A37B9BCF15}" type="slidenum">
              <a:rPr lang="en-US" sz="1000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811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F81DF9-AC51-46D1-87B9-1594F1471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72DA6-B9A0-4A62-869F-EC5A3DCF5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7D96D-F956-410C-9D3F-40FC95550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0A3B1-4758-43A1-8250-2DD6F7DDE1AB}" type="datetimeFigureOut">
              <a:rPr lang="en-US" smtClean="0"/>
              <a:t>12/23/2022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2FA46-C568-4EE9-BC84-A87265BB2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5099-9E29-4E6D-AE17-8D2F51490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56F7E-0BB7-4A86-9334-CC3D39407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9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ensemble.RandomForestClassifier.html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301" y="504101"/>
            <a:ext cx="11111144" cy="584979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9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1</a:t>
            </a:r>
          </a:p>
          <a:p>
            <a:pPr marL="0" indent="0">
              <a:buNone/>
            </a:pP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for this problem is an example dataset in the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package. Import the dataset by writing the following statements </a:t>
            </a:r>
            <a:r>
              <a:rPr lang="en-US" sz="3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 green)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beginning of your code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sz="3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400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sklearn.datasets</a:t>
            </a:r>
            <a:r>
              <a:rPr lang="en-US" sz="3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US" sz="3400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make_circles</a:t>
            </a:r>
            <a:endParaRPr lang="en-US" sz="3400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en-US" sz="3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y = </a:t>
            </a:r>
            <a:r>
              <a:rPr lang="en-US" sz="3400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make_circles</a:t>
            </a:r>
            <a:r>
              <a:rPr lang="en-US" sz="3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(noise=0.4, factor=0.5, </a:t>
            </a:r>
            <a:r>
              <a:rPr lang="en-US" sz="3400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US" sz="3400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=1) # X: features, y: label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separate classifiers using all the below algorithms –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based SVM (ex. RBF kernel)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Metrics of your model (Accuracy, Precision, Recall, F1 Score, AUC)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parameters in your classifiers model and note the performance metrics. Refer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to understand about the available tuning parameters in the model. Ex. Random Forest parameters can be found at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https://scikit-learn.org/stable/modules/generated/sklearn.ensemble.RandomForestClassifier.html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 the performance metrics for different classifiers and different tuning parameters in a spreadsheet.  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best performing model(s) and state the reasons for doing so. </a:t>
            </a:r>
          </a:p>
          <a:p>
            <a:pPr lvl="1"/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poorly performing model(s) and state the reasons for doing so.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984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F6E48-DFA1-4626-B8C6-8883E0D24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10" y="786937"/>
            <a:ext cx="10392052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2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given in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Assignment02_DecisionTreeDataset.xlsx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the decision of whether to play or not based on certain weather conditions (outlook, temperature, humidity, wind).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decision tree which can predict the decision to play or not based on any given weather input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(outlook, temperature, humidity, wind)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this exercise by hand (not via code). You can use either Gini index or Information Gain for the splitting criteria.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26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2347C7-D34F-4081-82D4-7F8407C6D4E3}"/>
</file>

<file path=customXml/itemProps2.xml><?xml version="1.0" encoding="utf-8"?>
<ds:datastoreItem xmlns:ds="http://schemas.openxmlformats.org/officeDocument/2006/customXml" ds:itemID="{58A81F1C-8ADF-4EA1-A90C-DC437222FA74}"/>
</file>

<file path=customXml/itemProps3.xml><?xml version="1.0" encoding="utf-8"?>
<ds:datastoreItem xmlns:ds="http://schemas.openxmlformats.org/officeDocument/2006/customXml" ds:itemID="{8861E33F-3B66-4837-8DCF-FFCFB5DCE022}"/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305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Assignment</dc:title>
  <dc:creator>Avik Sadhu</dc:creator>
  <cp:lastModifiedBy>Avik Sadhu</cp:lastModifiedBy>
  <cp:revision>6</cp:revision>
  <dcterms:created xsi:type="dcterms:W3CDTF">2022-12-21T05:53:23Z</dcterms:created>
  <dcterms:modified xsi:type="dcterms:W3CDTF">2022-12-23T05:10:56Z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