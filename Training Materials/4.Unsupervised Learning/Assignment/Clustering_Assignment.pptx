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98DD-55AB-4D15-A342-2F8CF7FA9AB9}" type="datetimeFigureOut">
              <a:rPr lang="en-US" smtClean="0"/>
              <a:t>11/14/2021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CD29-3919-4B75-8118-44686A0A1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172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98DD-55AB-4D15-A342-2F8CF7FA9AB9}" type="datetimeFigureOut">
              <a:rPr lang="en-US" smtClean="0"/>
              <a:t>11/14/2021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CD29-3919-4B75-8118-44686A0A1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98DD-55AB-4D15-A342-2F8CF7FA9AB9}" type="datetimeFigureOut">
              <a:rPr lang="en-US" smtClean="0"/>
              <a:t>11/14/2021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CD29-3919-4B75-8118-44686A0A1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76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98DD-55AB-4D15-A342-2F8CF7FA9AB9}" type="datetimeFigureOut">
              <a:rPr lang="en-US" smtClean="0"/>
              <a:t>11/14/2021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CD29-3919-4B75-8118-44686A0A1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9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98DD-55AB-4D15-A342-2F8CF7FA9AB9}" type="datetimeFigureOut">
              <a:rPr lang="en-US" smtClean="0"/>
              <a:t>11/14/2021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CD29-3919-4B75-8118-44686A0A1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03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98DD-55AB-4D15-A342-2F8CF7FA9AB9}" type="datetimeFigureOut">
              <a:rPr lang="en-US" smtClean="0"/>
              <a:t>11/14/2021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CD29-3919-4B75-8118-44686A0A1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88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98DD-55AB-4D15-A342-2F8CF7FA9AB9}" type="datetimeFigureOut">
              <a:rPr lang="en-US" smtClean="0"/>
              <a:t>11/14/2021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CD29-3919-4B75-8118-44686A0A1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46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98DD-55AB-4D15-A342-2F8CF7FA9AB9}" type="datetimeFigureOut">
              <a:rPr lang="en-US" smtClean="0"/>
              <a:t>11/14/2021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CD29-3919-4B75-8118-44686A0A1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59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98DD-55AB-4D15-A342-2F8CF7FA9AB9}" type="datetimeFigureOut">
              <a:rPr lang="en-US" smtClean="0"/>
              <a:t>11/14/2021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CD29-3919-4B75-8118-44686A0A1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2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98DD-55AB-4D15-A342-2F8CF7FA9AB9}" type="datetimeFigureOut">
              <a:rPr lang="en-US" smtClean="0"/>
              <a:t>11/14/2021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CD29-3919-4B75-8118-44686A0A1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07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98DD-55AB-4D15-A342-2F8CF7FA9AB9}" type="datetimeFigureOut">
              <a:rPr lang="en-US" smtClean="0"/>
              <a:t>11/14/2021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CD29-3919-4B75-8118-44686A0A1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098DD-55AB-4D15-A342-2F8CF7FA9AB9}" type="datetimeFigureOut">
              <a:rPr lang="en-US" smtClean="0"/>
              <a:t>11/14/2021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2CD29-3919-4B75-8118-44686A0A1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2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6651" y="505096"/>
            <a:ext cx="6647974" cy="3570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Assignment – Clustering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smtClean="0"/>
              <a:t>Use IRIS dataset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Drop the ‘Class’(Target Column)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smtClean="0"/>
              <a:t>Methods:</a:t>
            </a:r>
          </a:p>
          <a:p>
            <a:pPr marL="742950" lvl="1" indent="-285750">
              <a:buFontTx/>
              <a:buChar char="-"/>
            </a:pPr>
            <a:r>
              <a:rPr lang="en-US" dirty="0" smtClean="0"/>
              <a:t>K- Means Clustering</a:t>
            </a:r>
          </a:p>
          <a:p>
            <a:pPr marL="742950" lvl="1" indent="-285750">
              <a:buFontTx/>
              <a:buChar char="-"/>
            </a:pPr>
            <a:r>
              <a:rPr lang="en-US" dirty="0" smtClean="0"/>
              <a:t>Hierarchical Clustering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smtClean="0"/>
              <a:t>Evaluate the cluster values against the Target Column		</a:t>
            </a:r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091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AC00D8A743834C83C2D7E8B88079AF" ma:contentTypeVersion="3" ma:contentTypeDescription="Create a new document." ma:contentTypeScope="" ma:versionID="d295b984411a1b5a448d017d453e47b8">
  <xsd:schema xmlns:xsd="http://www.w3.org/2001/XMLSchema" xmlns:xs="http://www.w3.org/2001/XMLSchema" xmlns:p="http://schemas.microsoft.com/office/2006/metadata/properties" xmlns:ns2="fe15599f-644d-4048-90f0-ecdf2cf8f215" targetNamespace="http://schemas.microsoft.com/office/2006/metadata/properties" ma:root="true" ma:fieldsID="430b40f8abd0bc605643dbcfbde73419" ns2:_="">
    <xsd:import namespace="fe15599f-644d-4048-90f0-ecdf2cf8f2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5599f-644d-4048-90f0-ecdf2cf8f2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98794A-2AE5-4485-96FD-F5B2D681E917}"/>
</file>

<file path=customXml/itemProps2.xml><?xml version="1.0" encoding="utf-8"?>
<ds:datastoreItem xmlns:ds="http://schemas.openxmlformats.org/officeDocument/2006/customXml" ds:itemID="{E6A7F761-B6BE-4368-8850-535065A3DBC3}"/>
</file>

<file path=customXml/itemProps3.xml><?xml version="1.0" encoding="utf-8"?>
<ds:datastoreItem xmlns:ds="http://schemas.openxmlformats.org/officeDocument/2006/customXml" ds:itemID="{B02F9A54-216E-4FBD-AEB9-B17EB4262CD0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The Boeing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I-Vittal Shetty, Adarsh</dc:creator>
  <cp:lastModifiedBy>I-Vittal Shetty, Adarsh</cp:lastModifiedBy>
  <cp:revision>1</cp:revision>
  <dcterms:created xsi:type="dcterms:W3CDTF">2021-11-14T17:09:03Z</dcterms:created>
  <dcterms:modified xsi:type="dcterms:W3CDTF">2021-11-14T17:11:58Z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0x010100F2AC00D8A743834C83C2D7E8B88079AF</vt:lpwstr>
  </property>
</Properties>
</file>