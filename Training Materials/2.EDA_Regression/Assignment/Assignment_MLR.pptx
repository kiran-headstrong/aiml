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1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95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4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49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67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18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29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77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59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6230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380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0BDED-9369-4EA7-BCE1-521F01641439}" type="datetimeFigureOut">
              <a:rPr lang="en-US" smtClean="0"/>
              <a:t>11/16/25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CB71E-DA6C-4A22-B953-33CC067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340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6354" y="278674"/>
            <a:ext cx="4055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/>
              <a:t>Assignment</a:t>
            </a:r>
            <a:r>
              <a:rPr lang="en-US"/>
              <a:t> : </a:t>
            </a:r>
            <a:r>
              <a:rPr lang="en-US" dirty="0"/>
              <a:t>EDA and 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3331" y="925005"/>
            <a:ext cx="92397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Problem Statement: </a:t>
            </a:r>
          </a:p>
          <a:p>
            <a:r>
              <a:rPr lang="en-US" dirty="0"/>
              <a:t>Using ‘CarPrice.csv’ dataset, Build a LR model to predict the car price considering all the important features from the dataset.</a:t>
            </a:r>
          </a:p>
          <a:p>
            <a:endParaRPr lang="en-US" dirty="0"/>
          </a:p>
          <a:p>
            <a:r>
              <a:rPr lang="en-US" b="1" dirty="0"/>
              <a:t>Part 1 : </a:t>
            </a:r>
            <a:r>
              <a:rPr lang="en-US" dirty="0"/>
              <a:t>Perform Exploratory Data Analysis</a:t>
            </a:r>
          </a:p>
          <a:p>
            <a:pPr marL="285750" indent="-285750">
              <a:buFontTx/>
              <a:buChar char="-"/>
            </a:pPr>
            <a:r>
              <a:rPr lang="en-US" dirty="0"/>
              <a:t>Derive minimum 5 conclusions from the data set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endParaRPr lang="en-US" dirty="0"/>
          </a:p>
          <a:p>
            <a:r>
              <a:rPr lang="en-US" b="1" dirty="0"/>
              <a:t>Part 2 : </a:t>
            </a:r>
            <a:r>
              <a:rPr lang="en-US" dirty="0"/>
              <a:t>Build a Linear regression model using the Recursive Feature Elimination(RFE) method</a:t>
            </a:r>
          </a:p>
          <a:p>
            <a:endParaRPr lang="en-US" dirty="0"/>
          </a:p>
          <a:p>
            <a:endParaRPr lang="en-US" dirty="0"/>
          </a:p>
          <a:p>
            <a:r>
              <a:rPr lang="en-US" u="sng" dirty="0"/>
              <a:t>Few things to take care:</a:t>
            </a:r>
          </a:p>
          <a:p>
            <a:pPr marL="342900" indent="-342900">
              <a:buAutoNum type="arabicPeriod"/>
            </a:pPr>
            <a:r>
              <a:rPr lang="en-US" dirty="0"/>
              <a:t>Data may not be clean, check spellings of car brands- correct appropriately</a:t>
            </a:r>
          </a:p>
          <a:p>
            <a:pPr marL="342900" indent="-342900">
              <a:buAutoNum type="arabicPeriod"/>
            </a:pPr>
            <a:r>
              <a:rPr lang="en-US" dirty="0"/>
              <a:t>Perform min max scaling</a:t>
            </a:r>
          </a:p>
          <a:p>
            <a:pPr marL="342900" indent="-342900">
              <a:buAutoNum type="arabicPeriod"/>
            </a:pPr>
            <a:r>
              <a:rPr lang="en-US" dirty="0"/>
              <a:t>Use dummy variable for categorical variables.</a:t>
            </a:r>
          </a:p>
          <a:p>
            <a:pPr marL="342900" indent="-342900">
              <a:buAutoNum type="arabicPeriod"/>
            </a:pPr>
            <a:r>
              <a:rPr lang="en-US" dirty="0"/>
              <a:t>Use RFE factor 10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351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C00D8A743834C83C2D7E8B88079AF" ma:contentTypeVersion="3" ma:contentTypeDescription="Create a new document." ma:contentTypeScope="" ma:versionID="d295b984411a1b5a448d017d453e47b8">
  <xsd:schema xmlns:xsd="http://www.w3.org/2001/XMLSchema" xmlns:xs="http://www.w3.org/2001/XMLSchema" xmlns:p="http://schemas.microsoft.com/office/2006/metadata/properties" xmlns:ns2="fe15599f-644d-4048-90f0-ecdf2cf8f215" targetNamespace="http://schemas.microsoft.com/office/2006/metadata/properties" ma:root="true" ma:fieldsID="430b40f8abd0bc605643dbcfbde73419" ns2:_="">
    <xsd:import namespace="fe15599f-644d-4048-90f0-ecdf2cf8f21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15599f-644d-4048-90f0-ecdf2cf8f2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37284A1-ACD5-4124-988A-A8D8A34BEC1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F4C847C-EF90-46F2-A506-31357E4C5EC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8A53CF-F87C-425F-9EE0-014FCD394B5B}"/>
</file>

<file path=docProps/app.xml><?xml version="1.0" encoding="utf-8"?>
<Properties xmlns="http://schemas.openxmlformats.org/officeDocument/2006/extended-properties" xmlns:vt="http://schemas.openxmlformats.org/officeDocument/2006/docPropsVTypes">
  <TotalTime>777</TotalTime>
  <Words>101</Words>
  <Application>Microsoft Macintosh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The Boeing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I-Vittal Shetty, Adarsh</dc:creator>
  <cp:lastModifiedBy>Pai, Anusha R</cp:lastModifiedBy>
  <cp:revision>9</cp:revision>
  <dcterms:created xsi:type="dcterms:W3CDTF">2021-10-20T14:56:31Z</dcterms:created>
  <dcterms:modified xsi:type="dcterms:W3CDTF">2025-11-17T05:20:33Z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0x010100F2AC00D8A743834C83C2D7E8B88079AF</vt:lpwstr>
  </property>
</Properties>
</file>