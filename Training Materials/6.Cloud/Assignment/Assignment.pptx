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83593" r:id="rId2"/>
    <p:sldId id="2147483592" r:id="rId3"/>
    <p:sldId id="214748359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F0818-31DF-779E-09A8-F38D3D6F7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0BFCE2-35CC-C1C0-34B3-243D8B0B72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1475F-8339-10BF-7084-15CFDD56D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2D43E-D91F-4DFA-B13B-8C86D637696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2E01A-8210-4525-36AC-5B939C032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DC0C2-D28E-E4E2-99E9-AA53C4F8B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513C7-554E-4ABB-B156-208273561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41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A9FB5-BF1D-197F-933E-215605ECB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CE6B0-6966-A348-37D9-CFFB9443A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34B90-43D9-86A6-DD04-32AE862F2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2D43E-D91F-4DFA-B13B-8C86D637696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1FB10-D291-0D34-4139-BDA82106A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6648D-F071-F581-7DFF-C77E21072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513C7-554E-4ABB-B156-208273561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129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5CBB5-C99C-5F4E-4755-A123C4C0C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AE5DA-5D6E-02B1-24AD-A30F27660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55A61-6327-1A28-C9FD-0F1DE62F3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2D43E-D91F-4DFA-B13B-8C86D637696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72B18-DC3A-5CBE-16B0-8146F93E2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83BD9-E9A2-14F3-F307-DC8BDE699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513C7-554E-4ABB-B156-208273561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81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F2103-BA22-3910-3E31-AAEDFF984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E10A3-1A27-A37C-85B9-71315DE37F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BA9AB-1B44-7342-9E50-446528031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EDD73-FCDC-CFDA-178C-C452C46E9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2D43E-D91F-4DFA-B13B-8C86D637696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5F18C-9215-D77C-4528-EBDB96C9A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CAD43-E085-B1C3-B834-B144B68F6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513C7-554E-4ABB-B156-208273561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62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AF4DF-0B18-BECB-67FA-D80A4E6BF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F9972-3747-7B49-D84E-865F38645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16491-EBF5-ED78-C14D-1B1724915E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E2C88-34B8-356F-3F79-09D5426E1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C9E6D4-584A-6A4A-907D-688C46526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5264FD-01DC-5A56-ADE2-80577234C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2D43E-D91F-4DFA-B13B-8C86D637696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481778-0CAE-8B43-6DAF-0ECBE4CD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DF3292-0EA0-D53B-C15B-C3BF08AF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513C7-554E-4ABB-B156-208273561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8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E52B2-4BCE-5B78-0950-D421E8E39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7D3B55-ECA5-CA3B-D572-7D5ED4DA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2D43E-D91F-4DFA-B13B-8C86D637696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84A885-767B-FFBD-DC8C-E21A8CCDE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DD29A-165D-0196-E0E8-BCD661BA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513C7-554E-4ABB-B156-208273561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888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21E36A-7885-382A-DC42-DB5ED0299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2D43E-D91F-4DFA-B13B-8C86D637696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60CBF0-5433-E32D-BD20-B1AFD93A0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B1555-A216-77A9-BC99-713B7AD9E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513C7-554E-4ABB-B156-208273561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73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D80D-9FBF-B63A-6F0B-49E106665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4406F-0EC9-840A-7457-0823A29BE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416327-0B0D-B9F8-1690-74941E15F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81042-2C4C-72C4-C8FE-F3EC63F81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2D43E-D91F-4DFA-B13B-8C86D637696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E5D35-78A8-8F45-7E6B-B97FA76C6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921B6-C6B6-C7D9-7B41-4F0BA6A35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513C7-554E-4ABB-B156-208273561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16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37807-F8B7-B1FE-4040-6E4394ED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BA1E95-7A23-CCA0-48C3-41F3DDDC8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2D671-D5BA-4BA2-5070-55FA570D1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1A8B9-F101-CFF7-DEDE-BB22096F2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2D43E-D91F-4DFA-B13B-8C86D637696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54567-F46B-F53D-9EB1-8CFB67999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49EA7-8711-B8C4-B020-D1CE3093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513C7-554E-4ABB-B156-208273561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30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9C8BD-AE9C-5E9E-8803-72BEFEA11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C9D0A1-3DFD-F3C1-5C96-69AC8B70D6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A0139-6776-7C48-71EA-55CCF3650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2D43E-D91F-4DFA-B13B-8C86D637696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394B-7932-9719-3275-E476CFF5A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AA0E6-DE5A-926C-1612-50E8D5E93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513C7-554E-4ABB-B156-208273561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57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B6CD06-C095-DB37-5064-098439354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1189E2-611C-82C9-89BF-C799E0B45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B1C10-6CE0-5E37-A61E-09D773B95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2D43E-D91F-4DFA-B13B-8C86D637696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D4AC1-08FD-2CD3-D75B-0A5A4D4F1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4E8F9-0F0C-9624-D79E-9BE8007F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513C7-554E-4ABB-B156-208273561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535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side_Page_HeaderBar_1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FE6E1-85EB-9E42-824B-7CC9267ED8B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33400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457200" y="6493880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 dirty="0">
                <a:solidFill>
                  <a:srgbClr val="A3AAAE"/>
                </a:solidFill>
              </a:rPr>
              <a:t>Copyright © 2024 Boeing. All rights reserved.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49E8DD-FF81-1940-903D-167F491627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6344" y="1432908"/>
            <a:ext cx="10980835" cy="1477328"/>
          </a:xfrm>
        </p:spPr>
        <p:txBody>
          <a:bodyPr/>
          <a:lstStyle>
            <a:lvl1pPr marL="169863" indent="-169863">
              <a:lnSpc>
                <a:spcPct val="100000"/>
              </a:lnSpc>
              <a:buFont typeface="Wingdings" pitchFamily="2" charset="2"/>
              <a:buChar char="§"/>
              <a:defRPr sz="1800">
                <a:solidFill>
                  <a:srgbClr val="5B6770"/>
                </a:solidFill>
              </a:defRPr>
            </a:lvl1pPr>
            <a:lvl2pPr marL="376238" indent="-20478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2pPr>
            <a:lvl3pPr marL="627063" indent="-185738">
              <a:lnSpc>
                <a:spcPct val="100000"/>
              </a:lnSpc>
              <a:buFont typeface="Wingdings" pitchFamily="2" charset="2"/>
              <a:buChar char="§"/>
              <a:defRPr sz="1600">
                <a:solidFill>
                  <a:srgbClr val="5B6770"/>
                </a:solidFill>
              </a:defRPr>
            </a:lvl3pPr>
            <a:lvl4pPr marL="7921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4pPr>
            <a:lvl5pPr marL="957263" indent="-163513">
              <a:lnSpc>
                <a:spcPct val="100000"/>
              </a:lnSpc>
              <a:buFont typeface="Wingdings" pitchFamily="2" charset="2"/>
              <a:buChar char="§"/>
              <a:defRPr sz="1400">
                <a:solidFill>
                  <a:srgbClr val="5B677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sp>
        <p:nvSpPr>
          <p:cNvPr id="8" name="Footer Placeholder 82">
            <a:extLst>
              <a:ext uri="{FF2B5EF4-FFF2-40B4-BE49-F238E27FC236}">
                <a16:creationId xmlns:a16="http://schemas.microsoft.com/office/drawing/2014/main" id="{C68FC903-7584-354B-BEBC-16207367C76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971405" y="6251768"/>
            <a:ext cx="426720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rgbClr val="A3AAAE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A3AAAE"/>
                </a:solidFill>
              </a:rPr>
              <a:t>BOEING PROPRIETARY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8D37AAF8-24EE-0342-993F-8BF332F0E0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8" y="188083"/>
            <a:ext cx="7772400" cy="193899"/>
          </a:xfr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01AB674-AA43-3C41-A5B8-C461D1785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28" y="952500"/>
            <a:ext cx="10976889" cy="304699"/>
          </a:xfrm>
        </p:spPr>
        <p:txBody>
          <a:bodyPr/>
          <a:lstStyle>
            <a:lvl1pPr>
              <a:defRPr sz="2200">
                <a:solidFill>
                  <a:srgbClr val="5B677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EB4F12-802E-D643-81B6-02F8AAD3A2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2137" y="188083"/>
            <a:ext cx="6024563" cy="193899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171450" indent="0" algn="r">
              <a:buNone/>
              <a:defRPr/>
            </a:lvl2pPr>
            <a:lvl3pPr marL="441325" indent="0" algn="r">
              <a:buNone/>
              <a:defRPr/>
            </a:lvl3pPr>
            <a:lvl4pPr marL="628650" indent="0" algn="r">
              <a:buNone/>
              <a:defRPr/>
            </a:lvl4pPr>
            <a:lvl5pPr marL="793750" indent="0" algn="r">
              <a:buNone/>
              <a:defRPr/>
            </a:lvl5pPr>
          </a:lstStyle>
          <a:p>
            <a:pPr lvl="0"/>
            <a:r>
              <a:rPr lang="en-US" dirty="0"/>
              <a:t>Click to edit Organization Name</a:t>
            </a:r>
          </a:p>
        </p:txBody>
      </p:sp>
    </p:spTree>
    <p:extLst>
      <p:ext uri="{BB962C8B-B14F-4D97-AF65-F5344CB8AC3E}">
        <p14:creationId xmlns:p14="http://schemas.microsoft.com/office/powerpoint/2010/main" val="4280012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88F490-7814-4533-562B-E7183C58C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78A05-E05B-DBAA-A436-3B0373E73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68FCD-2FEA-4678-E94E-40417B7D5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C2D43E-D91F-4DFA-B13B-8C86D637696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ADA77-F36F-3D7E-A068-455C671D7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4031A-CC42-8F26-E522-2904E1567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E513C7-554E-4ABB-B156-208273561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01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oeing.sharepoint.us/:u:/r/sites/AIMLFundamentalsTraining-2025Batch/Shared%20Documents/AIML%20Fundamentals%20Training%202025%20Batch/Training%20Materials/6.Cloud/Assignment/app.py?csf=1&amp;web=1&amp;e=FG3yB4" TargetMode="External"/><Relationship Id="rId2" Type="http://schemas.openxmlformats.org/officeDocument/2006/relationships/hyperlink" Target="https://boeing.sharepoint.us/:u:/r/sites/AIMLFundamentalsTraining-2025Batch/Shared%20Documents/AIML%20Fundamentals%20Training%202025%20Batch/Training%20Materials/6.Cloud/Assignment/Introduction_to_Neural_Network.zip?csf=1&amp;web=1&amp;e=dKRoW2" TargetMode="Externa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D49C8B-4F85-4116-BCC8-4BAD578570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8FFE6E1-85EB-9E42-824B-7CC9267ED8B9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A3AAAE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A3AAAE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56BB97-AB22-361A-70FA-F5DD08B8C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4357" y="2230694"/>
            <a:ext cx="4606817" cy="1338416"/>
          </a:xfrm>
        </p:spPr>
        <p:txBody>
          <a:bodyPr>
            <a:normAutofit/>
          </a:bodyPr>
          <a:lstStyle/>
          <a:p>
            <a:r>
              <a:rPr lang="en-US" sz="5400" b="1" dirty="0"/>
              <a:t>Assignment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2DE9AA-89D1-9B34-ED72-337838D9AA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7" y="214193"/>
            <a:ext cx="7772400" cy="215444"/>
          </a:xfrm>
        </p:spPr>
        <p:txBody>
          <a:bodyPr>
            <a:noAutofit/>
          </a:bodyPr>
          <a:lstStyle/>
          <a:p>
            <a:r>
              <a:rPr lang="en-US" sz="1600" dirty="0"/>
              <a:t>AI/ML Training 2025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78EE493-4932-39A1-BD8D-C49E7A83AE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5303" y="67679"/>
            <a:ext cx="6022994" cy="215444"/>
          </a:xfrm>
        </p:spPr>
        <p:txBody>
          <a:bodyPr>
            <a:noAutofit/>
          </a:bodyPr>
          <a:lstStyle/>
          <a:p>
            <a:r>
              <a:rPr lang="en-US" sz="1600" dirty="0"/>
              <a:t>Boeing Artificial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2F0224-7087-4CFD-4FF2-3D61053C1EE1}"/>
              </a:ext>
            </a:extLst>
          </p:cNvPr>
          <p:cNvSpPr txBox="1"/>
          <p:nvPr/>
        </p:nvSpPr>
        <p:spPr>
          <a:xfrm>
            <a:off x="378985" y="6185673"/>
            <a:ext cx="5390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B9B9B9"/>
                </a:solidFill>
                <a:effectLst/>
                <a:latin typeface="+mj-lt"/>
                <a:ea typeface="Calibri" panose="020F0502020204030204" pitchFamily="34" charset="0"/>
              </a:rPr>
              <a:t>Not subject to U.S. Export Administration Regulations (EAR) (15 C.F.R. Parts 730-774) or U.S. International Traffic in Arms Regulations (ITAR), (22 C.F.R. Parts 120-130)</a:t>
            </a:r>
          </a:p>
        </p:txBody>
      </p:sp>
    </p:spTree>
    <p:extLst>
      <p:ext uri="{BB962C8B-B14F-4D97-AF65-F5344CB8AC3E}">
        <p14:creationId xmlns:p14="http://schemas.microsoft.com/office/powerpoint/2010/main" val="215815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D49C8B-4F85-4116-BCC8-4BAD578570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8FFE6E1-85EB-9E42-824B-7CC9267ED8B9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A3AAAE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A3AAAE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56BB97-AB22-361A-70FA-F5DD08B8C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Instruction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44E7801-CAD8-667F-D206-0E178B94A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627" y="1623526"/>
            <a:ext cx="9815707" cy="409030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Link :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Sample APP code: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Zip file contain neural model and notebook 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Row 28 is a sample example to do the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App.py is require to run the </a:t>
            </a:r>
            <a:r>
              <a:rPr lang="en-US" dirty="0" err="1"/>
              <a:t>fastapi</a:t>
            </a:r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2DE9AA-89D1-9B34-ED72-337838D9AA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7" y="214193"/>
            <a:ext cx="7772400" cy="215444"/>
          </a:xfrm>
        </p:spPr>
        <p:txBody>
          <a:bodyPr>
            <a:noAutofit/>
          </a:bodyPr>
          <a:lstStyle/>
          <a:p>
            <a:r>
              <a:rPr lang="en-US" sz="1600" dirty="0"/>
              <a:t>AI/ML Training 2025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78EE493-4932-39A1-BD8D-C49E7A83AE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5303" y="67679"/>
            <a:ext cx="6022994" cy="215444"/>
          </a:xfrm>
        </p:spPr>
        <p:txBody>
          <a:bodyPr>
            <a:noAutofit/>
          </a:bodyPr>
          <a:lstStyle/>
          <a:p>
            <a:r>
              <a:rPr lang="en-US" sz="1600" dirty="0"/>
              <a:t>Boeing Artificial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2F0224-7087-4CFD-4FF2-3D61053C1EE1}"/>
              </a:ext>
            </a:extLst>
          </p:cNvPr>
          <p:cNvSpPr txBox="1"/>
          <p:nvPr/>
        </p:nvSpPr>
        <p:spPr>
          <a:xfrm>
            <a:off x="378985" y="6185673"/>
            <a:ext cx="5390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B9B9B9"/>
                </a:solidFill>
                <a:effectLst/>
                <a:latin typeface="+mj-lt"/>
                <a:ea typeface="Calibri" panose="020F0502020204030204" pitchFamily="34" charset="0"/>
              </a:rPr>
              <a:t>Not subject to U.S. Export Administration Regulations (EAR) (15 C.F.R. Parts 730-774) or U.S. International Traffic in Arms Regulations (ITAR), (22 C.F.R. Parts 120-130)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CEBBD0E-DA15-C0E4-5C77-BD6D65852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2490" y="178947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Introduction_to_Neural_Network.zip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4D9AC65-6828-CBDD-7813-76234E50A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2697" y="217292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app.py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253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0DD90-4AB8-828C-E014-5FD11900F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5F44B5-B2A7-E9F3-AC07-C39DD4D9B4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8FFE6E1-85EB-9E42-824B-7CC9267ED8B9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A3AAAE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A3AAAE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02B483-881C-673F-C718-A767D1A69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Commands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C229997-0F17-3C79-F76E-AE5323E3F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627" y="1623526"/>
            <a:ext cx="9815707" cy="4090307"/>
          </a:xfrm>
        </p:spPr>
        <p:txBody>
          <a:bodyPr>
            <a:normAutofit fontScale="6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a </a:t>
            </a:r>
            <a:r>
              <a:rPr lang="en-US" dirty="0" err="1"/>
              <a:t>Dockerfile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Build &amp; Push the </a:t>
            </a:r>
            <a:r>
              <a:rPr lang="en-US" dirty="0" err="1"/>
              <a:t>Dockerfile</a:t>
            </a:r>
            <a:r>
              <a:rPr lang="en-US" dirty="0"/>
              <a:t> to Container registry: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docker build -t sres.web.boeing.com:5000/3647714/training/</a:t>
            </a:r>
            <a:r>
              <a:rPr lang="en-US" dirty="0" err="1"/>
              <a:t>ai-ml-training:demo-ben-cpu</a:t>
            </a:r>
            <a:r>
              <a:rPr lang="en-US" dirty="0"/>
              <a:t> -f .\</a:t>
            </a:r>
            <a:r>
              <a:rPr lang="en-US" dirty="0" err="1"/>
              <a:t>Dockerfile.ben</a:t>
            </a:r>
            <a:r>
              <a:rPr lang="en-US" dirty="0"/>
              <a:t>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docker push sres.web.boeing.com:5000/3647714/training/</a:t>
            </a:r>
            <a:r>
              <a:rPr lang="en-US" dirty="0" err="1"/>
              <a:t>ai-ml-training:demo-ben-cpu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HELM Commands: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cd helm-app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helm package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helm lint ./PACKAGE_NAME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helm  template .\PACKAGE_NAME -f .\</a:t>
            </a:r>
            <a:r>
              <a:rPr lang="en-US" dirty="0" err="1"/>
              <a:t>values.yaml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helm upgrade –install RELEASE_NAME ./PACKAGE_NAME   -f </a:t>
            </a:r>
            <a:r>
              <a:rPr lang="en-US" dirty="0" err="1"/>
              <a:t>values.yaml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Uninstall :-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     helm uninstall RELEASE_NAME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2096143D-CBF4-F988-3C07-0778612B13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27" y="214193"/>
            <a:ext cx="7772400" cy="215444"/>
          </a:xfrm>
        </p:spPr>
        <p:txBody>
          <a:bodyPr>
            <a:noAutofit/>
          </a:bodyPr>
          <a:lstStyle/>
          <a:p>
            <a:r>
              <a:rPr lang="en-US" sz="1600" dirty="0"/>
              <a:t>AI/ML Training 2025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21C9C412-BCB8-C8A5-7D8B-141D405830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5303" y="67679"/>
            <a:ext cx="6022994" cy="215444"/>
          </a:xfrm>
        </p:spPr>
        <p:txBody>
          <a:bodyPr>
            <a:noAutofit/>
          </a:bodyPr>
          <a:lstStyle/>
          <a:p>
            <a:r>
              <a:rPr lang="en-US" sz="1600" dirty="0"/>
              <a:t>Boeing Artificial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9A7ED9-CD1E-239E-0DAD-0EB968563880}"/>
              </a:ext>
            </a:extLst>
          </p:cNvPr>
          <p:cNvSpPr txBox="1"/>
          <p:nvPr/>
        </p:nvSpPr>
        <p:spPr>
          <a:xfrm>
            <a:off x="378985" y="6185673"/>
            <a:ext cx="5390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B9B9B9"/>
                </a:solidFill>
                <a:effectLst/>
                <a:latin typeface="+mj-lt"/>
                <a:ea typeface="Calibri" panose="020F0502020204030204" pitchFamily="34" charset="0"/>
              </a:rPr>
              <a:t>Not subject to U.S. Export Administration Regulations (EAR) (15 C.F.R. Parts 730-774) or U.S. International Traffic in Arms Regulations (ITAR), (22 C.F.R. Parts 120-130)</a:t>
            </a:r>
          </a:p>
        </p:txBody>
      </p:sp>
    </p:spTree>
    <p:extLst>
      <p:ext uri="{BB962C8B-B14F-4D97-AF65-F5344CB8AC3E}">
        <p14:creationId xmlns:p14="http://schemas.microsoft.com/office/powerpoint/2010/main" val="357850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AC00D8A743834C83C2D7E8B88079AF" ma:contentTypeVersion="11" ma:contentTypeDescription="Create a new document." ma:contentTypeScope="" ma:versionID="628daf79fe439131bc11f58f7c54e126">
  <xsd:schema xmlns:xsd="http://www.w3.org/2001/XMLSchema" xmlns:xs="http://www.w3.org/2001/XMLSchema" xmlns:p="http://schemas.microsoft.com/office/2006/metadata/properties" xmlns:ns2="fe15599f-644d-4048-90f0-ecdf2cf8f215" xmlns:ns3="d0634efc-c633-4c99-a920-528e3e34c5fa" targetNamespace="http://schemas.microsoft.com/office/2006/metadata/properties" ma:root="true" ma:fieldsID="07386df6e16df2e08ce032f9afea8cba" ns2:_="" ns3:_="">
    <xsd:import namespace="fe15599f-644d-4048-90f0-ecdf2cf8f215"/>
    <xsd:import namespace="d0634efc-c633-4c99-a920-528e3e34c5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15599f-644d-4048-90f0-ecdf2cf8f2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69de23d-3fb2-4419-b1d3-a00954dfaf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634efc-c633-4c99-a920-528e3e34c5f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baf0447-229a-4dec-8a6d-8f189a35c4c8}" ma:internalName="TaxCatchAll" ma:showField="CatchAllData" ma:web="d0634efc-c633-4c99-a920-528e3e34c5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e15599f-644d-4048-90f0-ecdf2cf8f215">
      <Terms xmlns="http://schemas.microsoft.com/office/infopath/2007/PartnerControls"/>
    </lcf76f155ced4ddcb4097134ff3c332f>
    <TaxCatchAll xmlns="d0634efc-c633-4c99-a920-528e3e34c5fa" xsi:nil="true"/>
  </documentManagement>
</p:properties>
</file>

<file path=customXml/itemProps1.xml><?xml version="1.0" encoding="utf-8"?>
<ds:datastoreItem xmlns:ds="http://schemas.openxmlformats.org/officeDocument/2006/customXml" ds:itemID="{ABD3873D-2FFF-448D-88A9-70C764388FA2}"/>
</file>

<file path=customXml/itemProps2.xml><?xml version="1.0" encoding="utf-8"?>
<ds:datastoreItem xmlns:ds="http://schemas.openxmlformats.org/officeDocument/2006/customXml" ds:itemID="{B45C4AC3-8BBC-446B-B2A1-CFD6BA2EDB68}"/>
</file>

<file path=customXml/itemProps3.xml><?xml version="1.0" encoding="utf-8"?>
<ds:datastoreItem xmlns:ds="http://schemas.openxmlformats.org/officeDocument/2006/customXml" ds:itemID="{ED58DA51-1D44-44AD-B58E-8B065FD7076C}"/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330</Words>
  <Application>Microsoft Office PowerPoint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Office Theme</vt:lpstr>
      <vt:lpstr>Assignment</vt:lpstr>
      <vt:lpstr>Instruction</vt:lpstr>
      <vt:lpstr>Commands</vt:lpstr>
    </vt:vector>
  </TitlesOfParts>
  <Company>The Boeing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Jha, Ashutosh</dc:creator>
  <cp:lastModifiedBy>Jha, Ashutosh</cp:lastModifiedBy>
  <cp:revision>2</cp:revision>
  <dcterms:created xsi:type="dcterms:W3CDTF">2025-11-25T04:09:04Z</dcterms:created>
  <dcterms:modified xsi:type="dcterms:W3CDTF">2025-11-25T04:25:40Z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0x010100F2AC00D8A743834C83C2D7E8B88079AF</vt:lpwstr>
  </property>
</Properties>
</file>