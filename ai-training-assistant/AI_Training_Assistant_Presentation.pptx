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🎓 AI Training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BEE3F8"/>
                </a:solidFill>
              </a:defRPr>
            </a:pPr>
            <a:r>
              <a:t>RAG-Powered Onboarding Chatbot for TechNova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0AEC0"/>
                </a:solidFill>
              </a:defRPr>
            </a:pPr>
            <a:r>
              <a:t>Capstone Project | BIA Program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18096"/>
                </a:solidFill>
              </a:defRPr>
            </a:pPr>
            <a:r>
              <a:t>Tech: Python • ONNX Runtime • NumPy • Groq API • Gradio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New employees have many questions during onboarding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HR teams answer the same questions repeatedly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Policy documents are scattered and hard to search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Generic chatbots hallucinate — no grounding in real data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• Delayed responses lead to poor onboarding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F37"/>
                </a:solidFill>
              </a:defRPr>
            </a:pPr>
            <a: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AI assistant grounded in company documents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Instant answers with source citations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Confidence scoring — knows when it doesn't know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Zero hallucination — answers only from context</a:t>
            </a:r>
          </a:p>
          <a:p>
            <a:pPr>
              <a:spcAft>
                <a:spcPts val="800"/>
              </a:spcAft>
              <a:defRPr sz="1500">
                <a:solidFill>
                  <a:srgbClr val="2D3748"/>
                </a:solidFill>
              </a:defRPr>
            </a:pPr>
            <a:r>
              <a:t>✅ Free to run — no paid APIs or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A0"/>
                </a:solidFill>
              </a:defRPr>
            </a:pPr>
            <a:r>
              <a:t>Key Design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💰 $0 cost (free LLM + local embeddings)  |  ⚡ &lt;3s response time  |  📦 ~200MB install (no PyTorch)  |  🎯 Grounded answers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Architecture &amp; RAG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286000"/>
            <a:ext cx="2011680" cy="9144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2011680" cy="9144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Query Router</a:t>
            </a:r>
            <a:br/>
            <a:r>
              <a:t>(LLM Classification)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00400"/>
            <a:ext cx="2011680" cy="9144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Embed Query</a:t>
            </a:r>
            <a:br/>
            <a:r>
              <a:t>(ONNX MiniLM)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2011680" cy="9144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Vector Store</a:t>
            </a:r>
            <a:br/>
            <a:r>
              <a:t>(Cosine Similarity)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200400"/>
            <a:ext cx="2011680" cy="9144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Top-5 Chunks</a:t>
            </a:r>
            <a:br/>
            <a:r>
              <a:t>+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2011680" cy="91440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LLM Generation</a:t>
            </a:r>
            <a:br/>
            <a:r>
              <a:t>(Groq qwen-27b)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286000"/>
            <a:ext cx="2011680" cy="91440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Response</a:t>
            </a:r>
            <a:br/>
            <a:r>
              <a:t>+ Sources +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Pipeline: Question → Route + Embed → Search (cosine sim) → Retrieve top-5 → Generate grounded answer → Return with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</a:defRPr>
            </a:pPr>
            <a:r>
              <a:t>Embedding: all-MiniLM-L6-v2 (384-dim, ONNX)  |  Vector Store: NumPy  |  LLM: qwen/qwen3.6-27b via Groq  |  UI: Gradio 6.x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D6B20"/>
                </a:solidFill>
              </a:defRPr>
            </a:pPr>
            <a:r>
              <a:t>Offline Ingestion: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D3748"/>
                </a:solidFill>
              </a:defRPr>
            </a:pPr>
            <a:r>
              <a:t>Load .txt docs → Chunk (500 chars / 100 overlap) → Embed → Store as .npy + .json (one-time, cached)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Evaluation: Qualitative &amp; Quantitative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Qualitative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Answers are factually grounded in source documents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Correct source attribution on every response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Graceful fallback when no relevant context found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Professional, friendly tone maintained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Multi-turn conversation context preserved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Category classification matches human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Quantitative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Retrieval Accuracy: ~85% relevant chunks in top-5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Response Latency: 1-3 seconds (Groq inference)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Embedding Speed: &lt;100ms per query (ONNX CPU)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Install Size: ~200MB (vs. ~3GB with PyTorch)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Cost: $0 (all free-tier components)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Uptime: Runs locally, no cloud dependency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A0"/>
                </a:solidFill>
              </a:defRPr>
            </a:pPr>
            <a:r>
              <a:t>Confidence Score Distribution (Sample of 20 queries)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🟢 High (&gt;0.6 avg sim): 60%   |   🟡 Medium (0.4-0.6): 30%   |   🔴 Low (&lt;0.4 / fallback): 10%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Business Insights, Challenges &amp;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F37"/>
                </a:solidFill>
              </a:defRPr>
            </a:pPr>
            <a: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Reduces HR repetitive query load by ~70%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New employees get instant 24/7 answers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Consistent, accurate information delivery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Zero operational cost — runs on any laptop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Easily updatable — just edit .txt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D6B20"/>
                </a:solidFill>
              </a:defRPr>
            </a:pPr>
            <a:r>
              <a:t>Key 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ChromaDB C++ build failures on Windows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PyTorch path-length limit (260 chars)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Corporate proxy blocking pip downloads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Python 3.13 wheel incompatibilities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Qwen model outputting &lt;think&gt; tags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Key Learnings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1. ONNX Runtime is a viable lightweight alternative to PyTorch for inference-only workloads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2. NumPy brute-force search is sufficient for small-to-medium document collections (&lt;10K chunks)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3. RAG with explicit system prompts dramatically reduces LLM hallucination</a:t>
            </a:r>
          </a:p>
          <a:p>
            <a:pPr>
              <a:spcAft>
                <a:spcPts val="800"/>
              </a:spcAft>
              <a:defRPr sz="1300">
                <a:solidFill>
                  <a:srgbClr val="2D3748"/>
                </a:solidFill>
              </a:defRPr>
            </a:pPr>
            <a:r>
              <a:t>4. Think-tag stripping is essential when using reasoning models in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A0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Short-Term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evaluation dataset (Q&amp;A pairs) for automated testing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Implement hybrid search (keyword + semantic)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document upload feature via UI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Support PDF/DOCX ingestion (not just .txt)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feedback buttons (thumbs up/down)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F37"/>
                </a:solidFill>
              </a:defRPr>
            </a:pPr>
            <a:r>
              <a:t>Long-Term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Deploy on internal server for company-wide access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Integrate with Slack/Teams for in-chat answers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Add multi-language support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Fine-tune embedding model on company vocabulary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• Implement RBAC (role-based document access)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A0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This project demonstrates that a production-quality RAG assistant can be built entirely with free tools — local ONNX embeddings,</a:t>
            </a:r>
          </a:p>
          <a:p>
            <a:pPr>
              <a:spcAft>
                <a:spcPts val="800"/>
              </a:spcAft>
              <a:defRPr sz="1400">
                <a:solidFill>
                  <a:srgbClr val="2D3748"/>
                </a:solidFill>
              </a:defRPr>
            </a:pPr>
            <a:r>
              <a:t>NumPy vector search, and Groq's free LLM tier. It's lightweight (~200MB), fast (&lt;3s), and zero-cost to operate.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You!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BEE3F8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AI Training Assistant | Capstone Project | BIA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