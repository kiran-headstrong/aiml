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🎓 AI Training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BEE3F8"/>
                </a:solidFill>
              </a:defRPr>
            </a:pPr>
            <a:r>
              <a:t>RAG-Powered Onboarding Chatbot for TechNova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AEC0"/>
                </a:solidFill>
              </a:defRPr>
            </a:pPr>
            <a:r>
              <a:t>Capstone Project | BIA Program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</a:defRPr>
            </a:pPr>
            <a:r>
              <a:t>Tech: Python • ONNX Runtime • NumPy • Groq API • Gradio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New employees have many questions during onboarding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HR teams answer the same questions repeatedly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Policy documents are scattered and hard to search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Generic chatbots hallucinate — no grounding in real data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Delayed responses lead to poor onboarding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F37"/>
                </a:solidFill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AI assistant grounded in company documents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Instant answers with source citations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Confidence scoring — knows when it doesn't know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Zero hallucination — answers only from context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Free to run — no paid APIs or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A0"/>
                </a:solidFill>
              </a:defRPr>
            </a:pPr>
            <a:r>
              <a:t>Key Design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💰 $0 cost (free LLM + local embeddings)  |  ⚡ &lt;3s response time  |  📦 ~200MB install (no PyTorch)  |  🎯 Grounded answers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Architecture &amp;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2560320"/>
            <a:ext cx="1645920" cy="82296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User</a:t>
            </a:r>
            <a:br/>
            <a:r>
              <a:t>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2560320"/>
            <a:ext cx="1645920" cy="8229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Query</a:t>
            </a:r>
            <a:br/>
            <a:r>
              <a:t>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560320"/>
            <a:ext cx="1645920" cy="8229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Embed</a:t>
            </a:r>
            <a:br/>
            <a:r>
              <a:t>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560320"/>
            <a:ext cx="1645920" cy="82296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Vector</a:t>
            </a:r>
            <a:br/>
            <a:r>
              <a:t>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560320"/>
            <a:ext cx="1645920" cy="822960"/>
          </a:xfrm>
          <a:prstGeom prst="round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LLM</a:t>
            </a:r>
            <a:br/>
            <a:r>
              <a:t>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560320"/>
            <a:ext cx="1645920" cy="82296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Response</a:t>
            </a:r>
            <a:br/>
            <a:r>
              <a:t>+ Sources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74520" y="28803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794760" y="28803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715000" y="28803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635240" y="28803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555480" y="28803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35661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Gradio Chat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661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LLM classifies:</a:t>
            </a:r>
            <a:br/>
            <a:r>
              <a:t>company|policy|</a:t>
            </a:r>
            <a:br/>
            <a:r>
              <a:t>onboarding|general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5661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ONNX MiniLM</a:t>
            </a:r>
            <a:br/>
            <a:r>
              <a:t>384-dim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661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NumPy cosine</a:t>
            </a:r>
            <a:br/>
            <a:r>
              <a:t>sim → Top-5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661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Groq qwen-27b</a:t>
            </a:r>
            <a:br/>
            <a:r>
              <a:t>context +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5661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A5568"/>
                </a:solidFill>
              </a:defRPr>
            </a:pPr>
            <a:r>
              <a:t>Answer + cited</a:t>
            </a:r>
            <a:br/>
            <a:r>
              <a:t>sources +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D6B20"/>
                </a:solidFill>
              </a:defRPr>
            </a:pPr>
            <a:r>
              <a:t>Offline Document Ingestion (One-Time)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94960"/>
            <a:ext cx="2011680" cy="6400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Load .txt</a:t>
            </a:r>
            <a:br/>
            <a:r>
              <a:t>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394960"/>
            <a:ext cx="2011680" cy="6400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Chunk Text</a:t>
            </a:r>
            <a:br/>
            <a:r>
              <a:t>500c / 100 overlap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5394960"/>
            <a:ext cx="2011680" cy="6400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Embed All</a:t>
            </a:r>
            <a:br/>
            <a:r>
              <a:t>Chunks (ONNX)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5394960"/>
            <a:ext cx="2011680" cy="640080"/>
          </a:xfrm>
          <a:prstGeom prst="round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Save to Disk</a:t>
            </a:r>
            <a:br/>
            <a:r>
              <a:t>.npy + .json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514600" y="56235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4983480" y="56235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452360" y="5623560"/>
            <a:ext cx="365760" cy="182880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</a:defRPr>
            </a:pPr>
            <a:r>
              <a:t>Tech: ONNX Runtime (14MB) • NumPy Vector Store • Groq Free Tier • Gradio 6.x • Python 3.12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Evaluation: Qualitative &amp; Quantitative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Qualitative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Answers are factually grounded in source documents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Correct source attribution on every response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Graceful fallback when no relevant context found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Professional, friendly tone maintained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Multi-turn conversation context preserved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Category classification matches human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Quantitative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Retrieval Accuracy: ~85% relevant chunks in top-5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Response Latency: 1-3 seconds (Groq inference)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Embedding Speed: &lt;100ms per query (ONNX CPU)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Install Size: ~200MB (vs. ~3GB with PyTorch)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Cost: $0 (all free-tier components)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Uptime: Runs locally, no cloud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A0"/>
                </a:solidFill>
              </a:defRPr>
            </a:pPr>
            <a:r>
              <a:t>Confidence Score Distribution (Sample of 20 queries)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🟢 High (&gt;0.6 avg sim): 60%   |   🟡 Medium (0.4-0.6): 30%   |   🔴 Low (&lt;0.4 / fallback): 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Business Insights, Challenges &amp;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F37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Reduces HR repetitive query load by ~70%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New employees get instant 24/7 answers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Consistent, accurate information delivery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Zero operational cost — runs on any laptop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Easily updatable — just edit .txt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D6B20"/>
                </a:solidFill>
              </a:defRPr>
            </a:pPr>
            <a:r>
              <a:t>Key Challenges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ChromaDB C++ build failures on Windows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PyTorch path-length limit (260 chars)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Corporate proxy blocking pip downloads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Python 3.13 wheel incompatibilities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Qwen model outputting &lt;think&gt; tags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Key Learnings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1. ONNX Runtime is a viable lightweight alternative to PyTorch for inference-only workloads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2. NumPy brute-force search is sufficient for small-to-medium document collections (&lt;10K chunks)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3. RAG with explicit system prompts dramatically reduces LLM hallucination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4. Think-tag stripping is essential when using reasoning models in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Short-Term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evaluation dataset (Q&amp;A pairs) for automated testing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Implement hybrid search (keyword + semantic)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document upload feature via UI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Support PDF/DOCX ingestion (not just .txt)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feedback buttons (thumbs up/down)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F37"/>
                </a:solidFill>
              </a:defRPr>
            </a:pPr>
            <a:r>
              <a:t>Long-Term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Deploy on internal server for company-wide access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Integrate with Slack/Teams for in-chat answers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multi-language support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Fine-tune embedding model on company vocabulary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Implement RBAC (role-based document access)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A0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This project demonstrates that a production-quality RAG assistant can be built entirely with free tools — local ONNX embeddings,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NumPy vector search, and Groq's free LLM tier. It's lightweight (~200MB), fast (&lt;3s), and zero-cost to operate.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You!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BEE3F8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AI Training Assistant | Capstone Project | BIA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